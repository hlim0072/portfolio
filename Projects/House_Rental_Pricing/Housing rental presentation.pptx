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25" r:id="rId1"/>
  </p:sldMasterIdLst>
  <p:notesMasterIdLst>
    <p:notesMasterId r:id="rId56"/>
  </p:notesMasterIdLst>
  <p:sldIdLst>
    <p:sldId id="267" r:id="rId2"/>
    <p:sldId id="373" r:id="rId3"/>
    <p:sldId id="374" r:id="rId4"/>
    <p:sldId id="349" r:id="rId5"/>
    <p:sldId id="352" r:id="rId6"/>
    <p:sldId id="351" r:id="rId7"/>
    <p:sldId id="353" r:id="rId8"/>
    <p:sldId id="376" r:id="rId9"/>
    <p:sldId id="375" r:id="rId10"/>
    <p:sldId id="288" r:id="rId11"/>
    <p:sldId id="377" r:id="rId12"/>
    <p:sldId id="378" r:id="rId13"/>
    <p:sldId id="357" r:id="rId14"/>
    <p:sldId id="276" r:id="rId15"/>
    <p:sldId id="312" r:id="rId16"/>
    <p:sldId id="328" r:id="rId17"/>
    <p:sldId id="344" r:id="rId18"/>
    <p:sldId id="379" r:id="rId19"/>
    <p:sldId id="380" r:id="rId20"/>
    <p:sldId id="296" r:id="rId21"/>
    <p:sldId id="403" r:id="rId22"/>
    <p:sldId id="388" r:id="rId23"/>
    <p:sldId id="333" r:id="rId24"/>
    <p:sldId id="336" r:id="rId25"/>
    <p:sldId id="391" r:id="rId26"/>
    <p:sldId id="337" r:id="rId27"/>
    <p:sldId id="338" r:id="rId28"/>
    <p:sldId id="404" r:id="rId29"/>
    <p:sldId id="305" r:id="rId30"/>
    <p:sldId id="319" r:id="rId31"/>
    <p:sldId id="326" r:id="rId32"/>
    <p:sldId id="318" r:id="rId33"/>
    <p:sldId id="341" r:id="rId34"/>
    <p:sldId id="381" r:id="rId35"/>
    <p:sldId id="382" r:id="rId36"/>
    <p:sldId id="356" r:id="rId37"/>
    <p:sldId id="339" r:id="rId38"/>
    <p:sldId id="342" r:id="rId39"/>
    <p:sldId id="310" r:id="rId40"/>
    <p:sldId id="315" r:id="rId41"/>
    <p:sldId id="325" r:id="rId42"/>
    <p:sldId id="383" r:id="rId43"/>
    <p:sldId id="384" r:id="rId44"/>
    <p:sldId id="398" r:id="rId45"/>
    <p:sldId id="343" r:id="rId46"/>
    <p:sldId id="274" r:id="rId47"/>
    <p:sldId id="320" r:id="rId48"/>
    <p:sldId id="323" r:id="rId49"/>
    <p:sldId id="385" r:id="rId50"/>
    <p:sldId id="386" r:id="rId51"/>
    <p:sldId id="270" r:id="rId52"/>
    <p:sldId id="401" r:id="rId53"/>
    <p:sldId id="402" r:id="rId54"/>
    <p:sldId id="399" r:id="rId55"/>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3112B9E-EBC4-139F-EB6E-C1AC167EAD3D}" name="Zhen Xue Gue" initials="ZG" userId="05015c1c63a85ba6" providerId="Windows Live"/>
  <p188:author id="{E0C439B2-3BA1-0212-E5A7-D0B1E223D91C}" name="CHOW CHUN KEI" initials="CCK" userId="1bee8127d1a8b29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246C"/>
    <a:srgbClr val="B80000"/>
    <a:srgbClr val="D99B01"/>
    <a:srgbClr val="00863D"/>
    <a:srgbClr val="1AB638"/>
    <a:srgbClr val="62709A"/>
    <a:srgbClr val="BC7000"/>
    <a:srgbClr val="D2A500"/>
    <a:srgbClr val="DAAB00"/>
    <a:srgbClr val="A164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0C9959-7CE3-4F29-9314-77336E325F77}" v="5" dt="2024-05-23T12:48:58.170"/>
    <p1510:client id="{A28A0D16-D2EF-44C3-B833-000564F71050}" v="3960" dt="2024-05-24T03:14:42.652"/>
    <p1510:client id="{D2761D6E-4EEF-4606-B19F-24C3CE8E3D5B}" v="20" dt="2024-05-23T12:38:42.174"/>
    <p1510:client id="{E689B960-E7D5-4A5E-BBFF-415446215A31}" v="12969" dt="2024-05-24T07:10:20.1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oleObject" Target="file:///C:\Users\zhenx\Desktop\Book1((Unsaved-31107796187787478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zhenx\Desktop\Book1((Unsaved-31107796187787478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zhenx\Desktop\Book1((Unsaved-311077961877874781)).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0" i="0" u="none" strike="noStrike" kern="1200" spc="0" baseline="0">
                <a:solidFill>
                  <a:schemeClr val="tx1">
                    <a:lumMod val="95000"/>
                    <a:lumOff val="5000"/>
                  </a:schemeClr>
                </a:solidFill>
                <a:latin typeface="Calisto MT (Body)"/>
                <a:ea typeface="+mn-ea"/>
                <a:cs typeface="+mn-cs"/>
              </a:defRPr>
            </a:pPr>
            <a:r>
              <a:rPr lang="en-US"/>
              <a:t>Average Monthly Rent by Completion Year</a:t>
            </a:r>
          </a:p>
        </c:rich>
      </c:tx>
      <c:layout>
        <c:manualLayout>
          <c:xMode val="edge"/>
          <c:yMode val="edge"/>
          <c:x val="0.3208930022338301"/>
          <c:y val="1.8639101817358866E-2"/>
        </c:manualLayout>
      </c:layout>
      <c:overlay val="0"/>
      <c:spPr>
        <a:noFill/>
        <a:ln>
          <a:noFill/>
        </a:ln>
        <a:effectLst/>
      </c:spPr>
      <c:txPr>
        <a:bodyPr rot="0" spcFirstLastPara="1" vertOverflow="ellipsis" vert="horz" wrap="square" anchor="ctr" anchorCtr="1"/>
        <a:lstStyle/>
        <a:p>
          <a:pPr>
            <a:defRPr sz="1680" b="0" i="0" u="none" strike="noStrike" kern="1200" spc="0" baseline="0">
              <a:solidFill>
                <a:schemeClr val="tx1">
                  <a:lumMod val="95000"/>
                  <a:lumOff val="5000"/>
                </a:schemeClr>
              </a:solidFill>
              <a:latin typeface="Calisto MT (Body)"/>
              <a:ea typeface="+mn-ea"/>
              <a:cs typeface="+mn-cs"/>
            </a:defRPr>
          </a:pPr>
          <a:endParaRPr lang="en-US"/>
        </a:p>
      </c:txPr>
    </c:title>
    <c:autoTitleDeleted val="0"/>
    <c:plotArea>
      <c:layout>
        <c:manualLayout>
          <c:layoutTarget val="inner"/>
          <c:xMode val="edge"/>
          <c:yMode val="edge"/>
          <c:x val="8.0030764209419875E-2"/>
          <c:y val="8.1713103627098174E-2"/>
          <c:w val="0.90676935302446904"/>
          <c:h val="0.76876334606923791"/>
        </c:manualLayout>
      </c:layout>
      <c:barChart>
        <c:barDir val="col"/>
        <c:grouping val="clustered"/>
        <c:varyColors val="0"/>
        <c:ser>
          <c:idx val="0"/>
          <c:order val="0"/>
          <c:tx>
            <c:strRef>
              <c:f>Sheet1!$B$25</c:f>
              <c:strCache>
                <c:ptCount val="1"/>
                <c:pt idx="0">
                  <c:v>Monthly Rent (RM)</c:v>
                </c:pt>
              </c:strCache>
            </c:strRef>
          </c:tx>
          <c:spPr>
            <a:solidFill>
              <a:schemeClr val="accent1">
                <a:lumMod val="50000"/>
                <a:alpha val="85000"/>
              </a:schemeClr>
            </a:solidFill>
            <a:ln>
              <a:noFill/>
            </a:ln>
            <a:effectLst/>
          </c:spPr>
          <c:invertIfNegative val="0"/>
          <c:cat>
            <c:numRef>
              <c:f>Sheet1!$A$26:$A$66</c:f>
              <c:numCache>
                <c:formatCode>General</c:formatCode>
                <c:ptCount val="41"/>
                <c:pt idx="0">
                  <c:v>1977</c:v>
                </c:pt>
                <c:pt idx="1">
                  <c:v>1980</c:v>
                </c:pt>
                <c:pt idx="2">
                  <c:v>1985</c:v>
                </c:pt>
                <c:pt idx="3">
                  <c:v>1987</c:v>
                </c:pt>
                <c:pt idx="4">
                  <c:v>1988</c:v>
                </c:pt>
                <c:pt idx="5">
                  <c:v>1989</c:v>
                </c:pt>
                <c:pt idx="6">
                  <c:v>1990</c:v>
                </c:pt>
                <c:pt idx="7">
                  <c:v>1991</c:v>
                </c:pt>
                <c:pt idx="8">
                  <c:v>1993</c:v>
                </c:pt>
                <c:pt idx="9">
                  <c:v>1994</c:v>
                </c:pt>
                <c:pt idx="10">
                  <c:v>1995</c:v>
                </c:pt>
                <c:pt idx="11">
                  <c:v>1996</c:v>
                </c:pt>
                <c:pt idx="12">
                  <c:v>1997</c:v>
                </c:pt>
                <c:pt idx="13">
                  <c:v>1998</c:v>
                </c:pt>
                <c:pt idx="14">
                  <c:v>1999</c:v>
                </c:pt>
                <c:pt idx="15">
                  <c:v>2000</c:v>
                </c:pt>
                <c:pt idx="16">
                  <c:v>2001</c:v>
                </c:pt>
                <c:pt idx="17">
                  <c:v>2002</c:v>
                </c:pt>
                <c:pt idx="18">
                  <c:v>2003</c:v>
                </c:pt>
                <c:pt idx="19">
                  <c:v>2004</c:v>
                </c:pt>
                <c:pt idx="20">
                  <c:v>2005</c:v>
                </c:pt>
                <c:pt idx="21">
                  <c:v>2006</c:v>
                </c:pt>
                <c:pt idx="22">
                  <c:v>2007</c:v>
                </c:pt>
                <c:pt idx="23">
                  <c:v>2008</c:v>
                </c:pt>
                <c:pt idx="24">
                  <c:v>2009</c:v>
                </c:pt>
                <c:pt idx="25">
                  <c:v>2010</c:v>
                </c:pt>
                <c:pt idx="26">
                  <c:v>2011</c:v>
                </c:pt>
                <c:pt idx="27">
                  <c:v>2012</c:v>
                </c:pt>
                <c:pt idx="28">
                  <c:v>2013</c:v>
                </c:pt>
                <c:pt idx="29">
                  <c:v>2014</c:v>
                </c:pt>
                <c:pt idx="30">
                  <c:v>2015</c:v>
                </c:pt>
                <c:pt idx="31">
                  <c:v>2016</c:v>
                </c:pt>
                <c:pt idx="32">
                  <c:v>2017</c:v>
                </c:pt>
                <c:pt idx="33">
                  <c:v>2018</c:v>
                </c:pt>
                <c:pt idx="34">
                  <c:v>2019</c:v>
                </c:pt>
                <c:pt idx="35">
                  <c:v>2020</c:v>
                </c:pt>
                <c:pt idx="36">
                  <c:v>2021</c:v>
                </c:pt>
                <c:pt idx="37">
                  <c:v>2022</c:v>
                </c:pt>
                <c:pt idx="38">
                  <c:v>2023</c:v>
                </c:pt>
                <c:pt idx="39">
                  <c:v>2024</c:v>
                </c:pt>
                <c:pt idx="40">
                  <c:v>2025</c:v>
                </c:pt>
              </c:numCache>
            </c:numRef>
          </c:cat>
          <c:val>
            <c:numRef>
              <c:f>Sheet1!$B$26:$B$66</c:f>
              <c:numCache>
                <c:formatCode>General</c:formatCode>
                <c:ptCount val="41"/>
                <c:pt idx="0">
                  <c:v>750</c:v>
                </c:pt>
                <c:pt idx="1">
                  <c:v>1385.43</c:v>
                </c:pt>
                <c:pt idx="2">
                  <c:v>1420</c:v>
                </c:pt>
                <c:pt idx="3">
                  <c:v>1350</c:v>
                </c:pt>
                <c:pt idx="4">
                  <c:v>1629.15</c:v>
                </c:pt>
                <c:pt idx="5">
                  <c:v>1175</c:v>
                </c:pt>
                <c:pt idx="6">
                  <c:v>986.36</c:v>
                </c:pt>
                <c:pt idx="7">
                  <c:v>2099.75</c:v>
                </c:pt>
                <c:pt idx="8">
                  <c:v>2008</c:v>
                </c:pt>
                <c:pt idx="9">
                  <c:v>2949.9</c:v>
                </c:pt>
                <c:pt idx="10">
                  <c:v>1487.5</c:v>
                </c:pt>
                <c:pt idx="11">
                  <c:v>1562.12</c:v>
                </c:pt>
                <c:pt idx="12">
                  <c:v>1719.25</c:v>
                </c:pt>
                <c:pt idx="13">
                  <c:v>1804</c:v>
                </c:pt>
                <c:pt idx="14">
                  <c:v>1384.19</c:v>
                </c:pt>
                <c:pt idx="15">
                  <c:v>1303.17</c:v>
                </c:pt>
                <c:pt idx="16">
                  <c:v>1249.1199999999999</c:v>
                </c:pt>
                <c:pt idx="17">
                  <c:v>1330.67</c:v>
                </c:pt>
                <c:pt idx="18">
                  <c:v>1320.41</c:v>
                </c:pt>
                <c:pt idx="19">
                  <c:v>1390.07</c:v>
                </c:pt>
                <c:pt idx="20">
                  <c:v>1485.05</c:v>
                </c:pt>
                <c:pt idx="21">
                  <c:v>1516.54</c:v>
                </c:pt>
                <c:pt idx="22">
                  <c:v>1521.2</c:v>
                </c:pt>
                <c:pt idx="23">
                  <c:v>1699.51</c:v>
                </c:pt>
                <c:pt idx="24">
                  <c:v>1606.25</c:v>
                </c:pt>
                <c:pt idx="25">
                  <c:v>1623.82</c:v>
                </c:pt>
                <c:pt idx="26">
                  <c:v>2186.92</c:v>
                </c:pt>
                <c:pt idx="27">
                  <c:v>1946.25</c:v>
                </c:pt>
                <c:pt idx="28">
                  <c:v>1717.36</c:v>
                </c:pt>
                <c:pt idx="29">
                  <c:v>1514.7</c:v>
                </c:pt>
                <c:pt idx="30">
                  <c:v>1547.95</c:v>
                </c:pt>
                <c:pt idx="31">
                  <c:v>1768.57</c:v>
                </c:pt>
                <c:pt idx="32">
                  <c:v>1692.57</c:v>
                </c:pt>
                <c:pt idx="33">
                  <c:v>1759.98</c:v>
                </c:pt>
                <c:pt idx="34">
                  <c:v>1947.06</c:v>
                </c:pt>
                <c:pt idx="35">
                  <c:v>1800.06</c:v>
                </c:pt>
                <c:pt idx="36">
                  <c:v>1705.44</c:v>
                </c:pt>
                <c:pt idx="37">
                  <c:v>1844.97</c:v>
                </c:pt>
                <c:pt idx="38">
                  <c:v>2156.67</c:v>
                </c:pt>
                <c:pt idx="39">
                  <c:v>2370</c:v>
                </c:pt>
                <c:pt idx="40">
                  <c:v>2053.64</c:v>
                </c:pt>
              </c:numCache>
            </c:numRef>
          </c:val>
          <c:extLst>
            <c:ext xmlns:c16="http://schemas.microsoft.com/office/drawing/2014/chart" uri="{C3380CC4-5D6E-409C-BE32-E72D297353CC}">
              <c16:uniqueId val="{00000000-5589-45C7-BEEF-26B64BE1D5FB}"/>
            </c:ext>
          </c:extLst>
        </c:ser>
        <c:dLbls>
          <c:showLegendKey val="0"/>
          <c:showVal val="0"/>
          <c:showCatName val="0"/>
          <c:showSerName val="0"/>
          <c:showPercent val="0"/>
          <c:showBubbleSize val="0"/>
        </c:dLbls>
        <c:gapWidth val="77"/>
        <c:overlap val="-27"/>
        <c:axId val="163309280"/>
        <c:axId val="163298720"/>
      </c:barChart>
      <c:catAx>
        <c:axId val="163309280"/>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lumMod val="95000"/>
                        <a:lumOff val="5000"/>
                      </a:schemeClr>
                    </a:solidFill>
                    <a:latin typeface="Calisto MT (Body)"/>
                    <a:ea typeface="+mn-ea"/>
                    <a:cs typeface="+mn-cs"/>
                  </a:defRPr>
                </a:pPr>
                <a:r>
                  <a:rPr lang="en-AU"/>
                  <a:t>Completion Year</a:t>
                </a:r>
              </a:p>
            </c:rich>
          </c:tx>
          <c:layout>
            <c:manualLayout>
              <c:xMode val="edge"/>
              <c:yMode val="edge"/>
              <c:x val="0.52133259174995561"/>
              <c:y val="0.94207393698665154"/>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95000"/>
                      <a:lumOff val="5000"/>
                    </a:schemeClr>
                  </a:solidFill>
                  <a:latin typeface="Calisto MT (Body)"/>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95000"/>
                    <a:lumOff val="5000"/>
                  </a:schemeClr>
                </a:solidFill>
                <a:latin typeface="Calisto MT (Body)"/>
                <a:ea typeface="+mn-ea"/>
                <a:cs typeface="+mn-cs"/>
              </a:defRPr>
            </a:pPr>
            <a:endParaRPr lang="en-US"/>
          </a:p>
        </c:txPr>
        <c:crossAx val="163298720"/>
        <c:crosses val="autoZero"/>
        <c:auto val="1"/>
        <c:lblAlgn val="ctr"/>
        <c:lblOffset val="100"/>
        <c:noMultiLvlLbl val="0"/>
      </c:catAx>
      <c:valAx>
        <c:axId val="163298720"/>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lumMod val="95000"/>
                        <a:lumOff val="5000"/>
                      </a:schemeClr>
                    </a:solidFill>
                    <a:latin typeface="Calisto MT (Body)"/>
                    <a:ea typeface="+mn-ea"/>
                    <a:cs typeface="+mn-cs"/>
                  </a:defRPr>
                </a:pPr>
                <a:r>
                  <a:rPr lang="en-AU"/>
                  <a:t>Mean Monthly Rent (RM)</a:t>
                </a:r>
              </a:p>
            </c:rich>
          </c:tx>
          <c:layout>
            <c:manualLayout>
              <c:xMode val="edge"/>
              <c:yMode val="edge"/>
              <c:x val="3.4538510523010268E-3"/>
              <c:y val="0.27028763634171848"/>
            </c:manualLayout>
          </c:layout>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95000"/>
                      <a:lumOff val="5000"/>
                    </a:schemeClr>
                  </a:solidFill>
                  <a:latin typeface="Calisto MT (Body)"/>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95000"/>
                    <a:lumOff val="5000"/>
                  </a:schemeClr>
                </a:solidFill>
                <a:latin typeface="Calisto MT (Body)"/>
                <a:ea typeface="+mn-ea"/>
                <a:cs typeface="+mn-cs"/>
              </a:defRPr>
            </a:pPr>
            <a:endParaRPr lang="en-US"/>
          </a:p>
        </c:txPr>
        <c:crossAx val="163309280"/>
        <c:crosses val="autoZero"/>
        <c:crossBetween val="between"/>
      </c:valAx>
      <c:spPr>
        <a:noFill/>
        <a:ln>
          <a:solidFill>
            <a:schemeClr val="tx1"/>
          </a:solidFill>
        </a:ln>
        <a:effectLst/>
      </c:spPr>
    </c:plotArea>
    <c:plotVisOnly val="1"/>
    <c:dispBlanksAs val="gap"/>
    <c:showDLblsOverMax val="0"/>
  </c:chart>
  <c:spPr>
    <a:solidFill>
      <a:schemeClr val="bg2">
        <a:alpha val="62000"/>
      </a:schemeClr>
    </a:solidFill>
    <a:ln>
      <a:noFill/>
    </a:ln>
    <a:effectLst/>
  </c:spPr>
  <c:txPr>
    <a:bodyPr/>
    <a:lstStyle/>
    <a:p>
      <a:pPr>
        <a:defRPr sz="1400">
          <a:solidFill>
            <a:schemeClr val="tx1">
              <a:lumMod val="95000"/>
              <a:lumOff val="5000"/>
            </a:schemeClr>
          </a:solidFill>
          <a:latin typeface="Calisto MT (Body)"/>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Calisto MT (Body)"/>
                <a:ea typeface="+mn-ea"/>
                <a:cs typeface="+mn-cs"/>
              </a:defRPr>
            </a:pPr>
            <a:r>
              <a:rPr lang="en-MY" sz="1440" b="1" i="0" u="none" strike="noStrike" kern="1200" spc="0" baseline="0">
                <a:solidFill>
                  <a:sysClr val="windowText" lastClr="000000">
                    <a:lumMod val="65000"/>
                    <a:lumOff val="35000"/>
                  </a:sysClr>
                </a:solidFill>
                <a:effectLst/>
                <a:latin typeface="Calisto MT (Body)"/>
              </a:rPr>
              <a:t>Mean Monthly Rent: Top 10 Areas</a:t>
            </a:r>
            <a:endParaRPr lang="en-US" sz="1440" b="0" i="0" u="none" strike="noStrike" kern="1200" spc="0" baseline="0">
              <a:solidFill>
                <a:sysClr val="windowText" lastClr="000000">
                  <a:lumMod val="65000"/>
                  <a:lumOff val="35000"/>
                </a:sysClr>
              </a:solidFill>
              <a:latin typeface="Calisto MT (Body)"/>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Calisto MT (Body)"/>
              <a:ea typeface="+mn-ea"/>
              <a:cs typeface="+mn-cs"/>
            </a:defRPr>
          </a:pPr>
          <a:endParaRPr lang="en-US"/>
        </a:p>
      </c:txPr>
    </c:title>
    <c:autoTitleDeleted val="0"/>
    <c:plotArea>
      <c:layout>
        <c:manualLayout>
          <c:layoutTarget val="inner"/>
          <c:xMode val="edge"/>
          <c:yMode val="edge"/>
          <c:x val="0.19315156581130574"/>
          <c:y val="9.5617044009218513E-2"/>
          <c:w val="0.78622686010970255"/>
          <c:h val="0.77983653761276428"/>
        </c:manualLayout>
      </c:layout>
      <c:barChart>
        <c:barDir val="col"/>
        <c:grouping val="clustered"/>
        <c:varyColors val="0"/>
        <c:ser>
          <c:idx val="0"/>
          <c:order val="0"/>
          <c:tx>
            <c:strRef>
              <c:f>Sheet1!$B$1</c:f>
              <c:strCache>
                <c:ptCount val="1"/>
                <c:pt idx="0">
                  <c:v>Mean Monthly Rent (RM)</c:v>
                </c:pt>
              </c:strCache>
            </c:strRef>
          </c:tx>
          <c:spPr>
            <a:gradFill>
              <a:gsLst>
                <a:gs pos="0">
                  <a:srgbClr val="FFC000"/>
                </a:gs>
                <a:gs pos="100000">
                  <a:srgbClr val="FFD889"/>
                </a:gs>
              </a:gsLst>
              <a:lin ang="0" scaled="1"/>
            </a:gradFill>
            <a:ln w="3175">
              <a:solidFill>
                <a:schemeClr val="accent3">
                  <a:lumMod val="50000"/>
                </a:schemeClr>
              </a:solidFill>
            </a:ln>
            <a:effectLst/>
          </c:spPr>
          <c:invertIfNegative val="0"/>
          <c:cat>
            <c:strRef>
              <c:f>Sheet1!$A$7:$A$11</c:f>
              <c:strCache>
                <c:ptCount val="5"/>
                <c:pt idx="0">
                  <c:v>Desa ParkCity</c:v>
                </c:pt>
                <c:pt idx="1">
                  <c:v>Mont Kiara</c:v>
                </c:pt>
                <c:pt idx="2">
                  <c:v>KLCC</c:v>
                </c:pt>
                <c:pt idx="3">
                  <c:v>KL Eco City</c:v>
                </c:pt>
                <c:pt idx="4">
                  <c:v>KL Sentral</c:v>
                </c:pt>
              </c:strCache>
            </c:strRef>
          </c:cat>
          <c:val>
            <c:numRef>
              <c:f>Sheet1!$B$7:$B$11</c:f>
              <c:numCache>
                <c:formatCode>General</c:formatCode>
                <c:ptCount val="5"/>
                <c:pt idx="0">
                  <c:v>2866.67</c:v>
                </c:pt>
                <c:pt idx="1">
                  <c:v>3007.45</c:v>
                </c:pt>
                <c:pt idx="2">
                  <c:v>3128.79</c:v>
                </c:pt>
                <c:pt idx="3">
                  <c:v>3500</c:v>
                </c:pt>
                <c:pt idx="4">
                  <c:v>3600</c:v>
                </c:pt>
              </c:numCache>
            </c:numRef>
          </c:val>
          <c:extLst>
            <c:ext xmlns:c16="http://schemas.microsoft.com/office/drawing/2014/chart" uri="{C3380CC4-5D6E-409C-BE32-E72D297353CC}">
              <c16:uniqueId val="{00000002-02DE-4853-969B-C46FE7FC3EDF}"/>
            </c:ext>
          </c:extLst>
        </c:ser>
        <c:dLbls>
          <c:showLegendKey val="0"/>
          <c:showVal val="0"/>
          <c:showCatName val="0"/>
          <c:showSerName val="0"/>
          <c:showPercent val="0"/>
          <c:showBubbleSize val="0"/>
        </c:dLbls>
        <c:gapWidth val="59"/>
        <c:axId val="1790299456"/>
        <c:axId val="1790292208"/>
      </c:barChart>
      <c:catAx>
        <c:axId val="17902994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listo MT (Body)"/>
                <a:ea typeface="+mn-ea"/>
                <a:cs typeface="+mn-cs"/>
              </a:defRPr>
            </a:pPr>
            <a:endParaRPr lang="en-US"/>
          </a:p>
        </c:txPr>
        <c:crossAx val="1790292208"/>
        <c:crosses val="autoZero"/>
        <c:auto val="1"/>
        <c:lblAlgn val="ctr"/>
        <c:lblOffset val="100"/>
        <c:noMultiLvlLbl val="0"/>
      </c:catAx>
      <c:valAx>
        <c:axId val="1790292208"/>
        <c:scaling>
          <c:orientation val="minMax"/>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Calisto MT (Body)"/>
                    <a:ea typeface="+mn-ea"/>
                    <a:cs typeface="+mn-cs"/>
                  </a:defRPr>
                </a:pPr>
                <a:r>
                  <a:rPr lang="en-US"/>
                  <a:t>Mean Monthly Rent (RM)</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Calisto MT (Body)"/>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listo MT (Body)"/>
                <a:ea typeface="+mn-ea"/>
                <a:cs typeface="+mn-cs"/>
              </a:defRPr>
            </a:pPr>
            <a:endParaRPr lang="en-US"/>
          </a:p>
        </c:txPr>
        <c:crossAx val="1790299456"/>
        <c:crosses val="autoZero"/>
        <c:crossBetween val="between"/>
      </c:valAx>
      <c:spPr>
        <a:noFill/>
        <a:ln>
          <a:noFill/>
        </a:ln>
        <a:effectLst>
          <a:outerShdw blurRad="50800" dist="50800" dir="5400000" sx="6000" sy="6000" algn="ctr" rotWithShape="0">
            <a:srgbClr val="000000">
              <a:alpha val="43137"/>
            </a:srgbClr>
          </a:outerShdw>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5">
        <a:lumMod val="20000"/>
        <a:lumOff val="80000"/>
        <a:alpha val="27000"/>
      </a:schemeClr>
    </a:solidFill>
    <a:ln w="9525" cap="flat" cmpd="sng" algn="ctr">
      <a:noFill/>
      <a:round/>
    </a:ln>
    <a:effectLst/>
  </c:spPr>
  <c:txPr>
    <a:bodyPr/>
    <a:lstStyle/>
    <a:p>
      <a:pPr>
        <a:defRPr sz="1200">
          <a:latin typeface="Calisto MT (Body)"/>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Calisto MT (Body)"/>
                <a:ea typeface="+mn-ea"/>
                <a:cs typeface="+mn-cs"/>
              </a:defRPr>
            </a:pPr>
            <a:r>
              <a:rPr lang="en-MY" sz="1440" b="1" i="0" u="none" strike="noStrike" baseline="0">
                <a:effectLst/>
              </a:rPr>
              <a:t>Mean Monthly Rent: Bottom 10 Areas</a:t>
            </a:r>
            <a:endParaRPr lang="en-US"/>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Calisto MT (Body)"/>
              <a:ea typeface="+mn-ea"/>
              <a:cs typeface="+mn-cs"/>
            </a:defRPr>
          </a:pPr>
          <a:endParaRPr lang="en-US"/>
        </a:p>
      </c:txPr>
    </c:title>
    <c:autoTitleDeleted val="0"/>
    <c:plotArea>
      <c:layout>
        <c:manualLayout>
          <c:layoutTarget val="inner"/>
          <c:xMode val="edge"/>
          <c:yMode val="edge"/>
          <c:x val="3.3483895013488231E-2"/>
          <c:y val="8.8685345071373142E-2"/>
          <c:w val="0.9330322099730235"/>
          <c:h val="0.78876616955071188"/>
        </c:manualLayout>
      </c:layout>
      <c:barChart>
        <c:barDir val="col"/>
        <c:grouping val="clustered"/>
        <c:varyColors val="0"/>
        <c:ser>
          <c:idx val="0"/>
          <c:order val="0"/>
          <c:tx>
            <c:strRef>
              <c:f>Sheet1!$B$13</c:f>
              <c:strCache>
                <c:ptCount val="1"/>
                <c:pt idx="0">
                  <c:v>Mean Monthly Rent (RM)</c:v>
                </c:pt>
              </c:strCache>
            </c:strRef>
          </c:tx>
          <c:spPr>
            <a:gradFill>
              <a:gsLst>
                <a:gs pos="0">
                  <a:srgbClr val="FFC000"/>
                </a:gs>
                <a:gs pos="100000">
                  <a:srgbClr val="FFD889"/>
                </a:gs>
              </a:gsLst>
              <a:lin ang="0" scaled="1"/>
            </a:gradFill>
            <a:ln>
              <a:solidFill>
                <a:schemeClr val="accent3">
                  <a:lumMod val="50000"/>
                </a:schemeClr>
              </a:solidFill>
            </a:ln>
            <a:effectLst/>
          </c:spPr>
          <c:invertIfNegative val="0"/>
          <c:cat>
            <c:strRef>
              <c:f>Sheet1!$A$14:$A$18</c:f>
              <c:strCache>
                <c:ptCount val="5"/>
                <c:pt idx="0">
                  <c:v>Putra Heights</c:v>
                </c:pt>
                <c:pt idx="1">
                  <c:v>Bandar Kinrara</c:v>
                </c:pt>
                <c:pt idx="2">
                  <c:v>Semenyih</c:v>
                </c:pt>
                <c:pt idx="3">
                  <c:v>Bandar Sungai Long</c:v>
                </c:pt>
                <c:pt idx="4">
                  <c:v>Bangi</c:v>
                </c:pt>
              </c:strCache>
            </c:strRef>
          </c:cat>
          <c:val>
            <c:numRef>
              <c:f>Sheet1!$B$14:$B$18</c:f>
              <c:numCache>
                <c:formatCode>General</c:formatCode>
                <c:ptCount val="5"/>
                <c:pt idx="0">
                  <c:v>875</c:v>
                </c:pt>
                <c:pt idx="1">
                  <c:v>925</c:v>
                </c:pt>
                <c:pt idx="2">
                  <c:v>965.88</c:v>
                </c:pt>
                <c:pt idx="3">
                  <c:v>1057.1400000000001</c:v>
                </c:pt>
                <c:pt idx="4">
                  <c:v>1228.95</c:v>
                </c:pt>
              </c:numCache>
            </c:numRef>
          </c:val>
          <c:extLst>
            <c:ext xmlns:c16="http://schemas.microsoft.com/office/drawing/2014/chart" uri="{C3380CC4-5D6E-409C-BE32-E72D297353CC}">
              <c16:uniqueId val="{00000000-B347-4036-99B4-04633690A95E}"/>
            </c:ext>
          </c:extLst>
        </c:ser>
        <c:dLbls>
          <c:showLegendKey val="0"/>
          <c:showVal val="0"/>
          <c:showCatName val="0"/>
          <c:showSerName val="0"/>
          <c:showPercent val="0"/>
          <c:showBubbleSize val="0"/>
        </c:dLbls>
        <c:gapWidth val="59"/>
        <c:axId val="1790299456"/>
        <c:axId val="1790292208"/>
      </c:barChart>
      <c:catAx>
        <c:axId val="17902994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listo MT (Body)"/>
                <a:ea typeface="+mn-ea"/>
                <a:cs typeface="+mn-cs"/>
              </a:defRPr>
            </a:pPr>
            <a:endParaRPr lang="en-US"/>
          </a:p>
        </c:txPr>
        <c:crossAx val="1790292208"/>
        <c:crosses val="autoZero"/>
        <c:auto val="1"/>
        <c:lblAlgn val="ctr"/>
        <c:lblOffset val="100"/>
        <c:noMultiLvlLbl val="0"/>
      </c:catAx>
      <c:valAx>
        <c:axId val="1790292208"/>
        <c:scaling>
          <c:orientation val="minMax"/>
          <c:max val="4000"/>
        </c:scaling>
        <c:delete val="0"/>
        <c:axPos val="l"/>
        <c:majorGridlines>
          <c:spPr>
            <a:ln w="9525" cap="flat" cmpd="sng" algn="ctr">
              <a:no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listo MT (Body)"/>
                <a:ea typeface="+mn-ea"/>
                <a:cs typeface="+mn-cs"/>
              </a:defRPr>
            </a:pPr>
            <a:endParaRPr lang="en-US"/>
          </a:p>
        </c:txPr>
        <c:crossAx val="1790299456"/>
        <c:crosses val="autoZero"/>
        <c:crossBetween val="between"/>
      </c:valAx>
      <c:spPr>
        <a:noFill/>
        <a:ln>
          <a:noFill/>
        </a:ln>
        <a:effectLst>
          <a:outerShdw blurRad="50800" dist="50800" dir="5400000" sx="6000" sy="6000" algn="ctr" rotWithShape="0">
            <a:srgbClr val="000000">
              <a:alpha val="43137"/>
            </a:srgbClr>
          </a:outerShdw>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5">
        <a:lumMod val="20000"/>
        <a:lumOff val="80000"/>
        <a:alpha val="27000"/>
      </a:schemeClr>
    </a:solidFill>
    <a:ln w="9525" cap="flat" cmpd="sng" algn="ctr">
      <a:noFill/>
      <a:round/>
    </a:ln>
    <a:effectLst/>
  </c:spPr>
  <c:txPr>
    <a:bodyPr/>
    <a:lstStyle/>
    <a:p>
      <a:pPr>
        <a:defRPr sz="1200">
          <a:latin typeface="Calisto MT (Body)"/>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1562473D-187E-464C-84E9-5F684E8A92DE}" type="datetimeFigureOut">
              <a:t>5/24/2024</a:t>
            </a:fld>
            <a:endParaRPr lang="en-GB"/>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F3C8AE60-9AE3-4837-B584-5F8C85426949}" type="slidenum">
              <a:t>‹#›</a:t>
            </a:fld>
            <a:endParaRPr lang="en-GB"/>
          </a:p>
        </p:txBody>
      </p:sp>
    </p:spTree>
    <p:extLst>
      <p:ext uri="{BB962C8B-B14F-4D97-AF65-F5344CB8AC3E}">
        <p14:creationId xmlns:p14="http://schemas.microsoft.com/office/powerpoint/2010/main" val="2984729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p: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bea7d07021_0_2462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bea7d07021_0_2462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3138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bea7d07021_0_2462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bea7d07021_0_2462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2591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8"/>
        <p:cNvGrpSpPr/>
        <p:nvPr/>
      </p:nvGrpSpPr>
      <p:grpSpPr>
        <a:xfrm>
          <a:off x="0" y="0"/>
          <a:ext cx="0" cy="0"/>
          <a:chOff x="0" y="0"/>
          <a:chExt cx="0" cy="0"/>
        </a:xfrm>
      </p:grpSpPr>
      <p:sp>
        <p:nvSpPr>
          <p:cNvPr id="1599" name="Google Shape;1599;gbea7d07021_0_2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0" name="Google Shape;1600;gbea7d07021_0_2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4736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8"/>
        <p:cNvGrpSpPr/>
        <p:nvPr/>
      </p:nvGrpSpPr>
      <p:grpSpPr>
        <a:xfrm>
          <a:off x="0" y="0"/>
          <a:ext cx="0" cy="0"/>
          <a:chOff x="0" y="0"/>
          <a:chExt cx="0" cy="0"/>
        </a:xfrm>
      </p:grpSpPr>
      <p:sp>
        <p:nvSpPr>
          <p:cNvPr id="1599" name="Google Shape;1599;gbea7d07021_0_2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0" name="Google Shape;1600;gbea7d07021_0_2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0098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8"/>
        <p:cNvGrpSpPr/>
        <p:nvPr/>
      </p:nvGrpSpPr>
      <p:grpSpPr>
        <a:xfrm>
          <a:off x="0" y="0"/>
          <a:ext cx="0" cy="0"/>
          <a:chOff x="0" y="0"/>
          <a:chExt cx="0" cy="0"/>
        </a:xfrm>
      </p:grpSpPr>
      <p:sp>
        <p:nvSpPr>
          <p:cNvPr id="1599" name="Google Shape;1599;gbea7d07021_0_2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0" name="Google Shape;1600;gbea7d07021_0_2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35818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8"/>
        <p:cNvGrpSpPr/>
        <p:nvPr/>
      </p:nvGrpSpPr>
      <p:grpSpPr>
        <a:xfrm>
          <a:off x="0" y="0"/>
          <a:ext cx="0" cy="0"/>
          <a:chOff x="0" y="0"/>
          <a:chExt cx="0" cy="0"/>
        </a:xfrm>
      </p:grpSpPr>
      <p:sp>
        <p:nvSpPr>
          <p:cNvPr id="1599" name="Google Shape;1599;gbea7d07021_0_2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0" name="Google Shape;1600;gbea7d07021_0_2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69932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bea7d07021_0_2462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bea7d07021_0_2462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45262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bea7d07021_0_2462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bea7d07021_0_2462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6700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4"/>
        <p:cNvGrpSpPr/>
        <p:nvPr/>
      </p:nvGrpSpPr>
      <p:grpSpPr>
        <a:xfrm>
          <a:off x="0" y="0"/>
          <a:ext cx="0" cy="0"/>
          <a:chOff x="0" y="0"/>
          <a:chExt cx="0" cy="0"/>
        </a:xfrm>
      </p:grpSpPr>
      <p:sp>
        <p:nvSpPr>
          <p:cNvPr id="1715" name="Google Shape;1715;gbea7d07021_0_2479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6" name="Google Shape;1716;gbea7d07021_0_24791: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bea7d07021_0_2462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bea7d07021_0_2462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94318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bea7d07021_0_2462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bea7d07021_0_2462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91146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6"/>
        <p:cNvGrpSpPr/>
        <p:nvPr/>
      </p:nvGrpSpPr>
      <p:grpSpPr>
        <a:xfrm>
          <a:off x="0" y="0"/>
          <a:ext cx="0" cy="0"/>
          <a:chOff x="0" y="0"/>
          <a:chExt cx="0" cy="0"/>
        </a:xfrm>
      </p:grpSpPr>
      <p:sp>
        <p:nvSpPr>
          <p:cNvPr id="1187" name="Google Shape;1187;gbea7d07021_0_2459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8" name="Google Shape;1188;gbea7d07021_0_24591: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56593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b1c5bc1518_0_26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b1c5bc1518_0_26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b1c5bc1518_0_26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b1c5bc1518_0_26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7510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b1c5bc1518_0_26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b1c5bc1518_0_26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43777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b1c5bc1518_0_26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b1c5bc1518_0_26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98146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bea7d07021_0_2462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bea7d07021_0_2462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69230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bea7d07021_0_2462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bea7d07021_0_2462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22351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bea7d07021_0_2456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0" name="Google Shape;960;gbea7d07021_0_2456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14399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bea7d07021_0_2456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0" name="Google Shape;960;gbea7d07021_0_2456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56627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bea7d07021_0_2456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0" name="Google Shape;960;gbea7d07021_0_2456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57914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3C8AE60-9AE3-4837-B584-5F8C85426949}" type="slidenum">
              <a:rPr lang="en-MY" smtClean="0"/>
              <a:t>23</a:t>
            </a:fld>
            <a:endParaRPr lang="en-MY"/>
          </a:p>
        </p:txBody>
      </p:sp>
    </p:spTree>
    <p:extLst>
      <p:ext uri="{BB962C8B-B14F-4D97-AF65-F5344CB8AC3E}">
        <p14:creationId xmlns:p14="http://schemas.microsoft.com/office/powerpoint/2010/main" val="8571180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b1c5bc1518_0_26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b1c5bc1518_0_26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16714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bea7d07021_0_2456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0" name="Google Shape;960;gbea7d07021_0_2456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62221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3C8AE60-9AE3-4837-B584-5F8C85426949}" type="slidenum">
              <a:rPr lang="en-MY" smtClean="0"/>
              <a:t>27</a:t>
            </a:fld>
            <a:endParaRPr lang="en-MY"/>
          </a:p>
        </p:txBody>
      </p:sp>
    </p:spTree>
    <p:extLst>
      <p:ext uri="{BB962C8B-B14F-4D97-AF65-F5344CB8AC3E}">
        <p14:creationId xmlns:p14="http://schemas.microsoft.com/office/powerpoint/2010/main" val="8930653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bea7d07021_0_2456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0" name="Google Shape;960;gbea7d07021_0_2456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83896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3C8AE60-9AE3-4837-B584-5F8C85426949}" type="slidenum">
              <a:rPr lang="en-MY" smtClean="0"/>
              <a:t>29</a:t>
            </a:fld>
            <a:endParaRPr lang="en-MY"/>
          </a:p>
        </p:txBody>
      </p:sp>
    </p:spTree>
    <p:extLst>
      <p:ext uri="{BB962C8B-B14F-4D97-AF65-F5344CB8AC3E}">
        <p14:creationId xmlns:p14="http://schemas.microsoft.com/office/powerpoint/2010/main" val="34377833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3C8AE60-9AE3-4837-B584-5F8C85426949}" type="slidenum">
              <a:rPr lang="en-MY" smtClean="0"/>
              <a:t>30</a:t>
            </a:fld>
            <a:endParaRPr lang="en-MY"/>
          </a:p>
        </p:txBody>
      </p:sp>
    </p:spTree>
    <p:extLst>
      <p:ext uri="{BB962C8B-B14F-4D97-AF65-F5344CB8AC3E}">
        <p14:creationId xmlns:p14="http://schemas.microsoft.com/office/powerpoint/2010/main" val="21525646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3C8AE60-9AE3-4837-B584-5F8C85426949}" type="slidenum">
              <a:rPr lang="en-MY" smtClean="0"/>
              <a:t>31</a:t>
            </a:fld>
            <a:endParaRPr lang="en-MY"/>
          </a:p>
        </p:txBody>
      </p:sp>
    </p:spTree>
    <p:extLst>
      <p:ext uri="{BB962C8B-B14F-4D97-AF65-F5344CB8AC3E}">
        <p14:creationId xmlns:p14="http://schemas.microsoft.com/office/powerpoint/2010/main" val="31607946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3C8AE60-9AE3-4837-B584-5F8C85426949}" type="slidenum">
              <a:rPr lang="en-MY" smtClean="0"/>
              <a:t>32</a:t>
            </a:fld>
            <a:endParaRPr lang="en-MY"/>
          </a:p>
        </p:txBody>
      </p:sp>
    </p:spTree>
    <p:extLst>
      <p:ext uri="{BB962C8B-B14F-4D97-AF65-F5344CB8AC3E}">
        <p14:creationId xmlns:p14="http://schemas.microsoft.com/office/powerpoint/2010/main" val="27336204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3C8AE60-9AE3-4837-B584-5F8C85426949}" type="slidenum">
              <a:rPr lang="en-MY" smtClean="0"/>
              <a:t>33</a:t>
            </a:fld>
            <a:endParaRPr lang="en-MY"/>
          </a:p>
        </p:txBody>
      </p:sp>
    </p:spTree>
    <p:extLst>
      <p:ext uri="{BB962C8B-B14F-4D97-AF65-F5344CB8AC3E}">
        <p14:creationId xmlns:p14="http://schemas.microsoft.com/office/powerpoint/2010/main" val="2585162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bea7d07021_0_2462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bea7d07021_0_2462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72598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bea7d07021_0_2462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bea7d07021_0_2462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83897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6"/>
        <p:cNvGrpSpPr/>
        <p:nvPr/>
      </p:nvGrpSpPr>
      <p:grpSpPr>
        <a:xfrm>
          <a:off x="0" y="0"/>
          <a:ext cx="0" cy="0"/>
          <a:chOff x="0" y="0"/>
          <a:chExt cx="0" cy="0"/>
        </a:xfrm>
      </p:grpSpPr>
      <p:sp>
        <p:nvSpPr>
          <p:cNvPr id="1187" name="Google Shape;1187;gbea7d07021_0_2459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8" name="Google Shape;1188;gbea7d07021_0_24591: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84835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bea7d07021_0_2456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0" name="Google Shape;960;gbea7d07021_0_2456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47483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bea7d07021_0_2456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0" name="Google Shape;960;gbea7d07021_0_2456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69476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bea7d07021_0_2456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0" name="Google Shape;960;gbea7d07021_0_2456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24683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bea7d07021_0_2456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0" name="Google Shape;960;gbea7d07021_0_2456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01058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bea7d07021_0_2456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0" name="Google Shape;960;gbea7d07021_0_2456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60645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bea7d07021_0_2462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bea7d07021_0_2462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76141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bea7d07021_0_2462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bea7d07021_0_2462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89051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b1c2217c3f_0_10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8" name="Google Shape;868;gb1c2217c3f_0_10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9081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b1c2217c3f_0_10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8" name="Google Shape;868;gb1c2217c3f_0_10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b1c2217c3f_0_10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8" name="Google Shape;868;gb1c2217c3f_0_10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89508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b1c2217c3f_0_10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8" name="Google Shape;868;gb1c2217c3f_0_10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42435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bea7d07021_0_2462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bea7d07021_0_2462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27515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bea7d07021_0_2462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bea7d07021_0_2462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8148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b1c2217c3f_0_8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b1c2217c3f_0_8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b1c2217c3f_0_8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b1c2217c3f_0_8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r>
              <a:rPr lang="en-US">
                <a:ea typeface="Calibri"/>
                <a:cs typeface="Calibri"/>
              </a:rPr>
              <a:t>Property developers should focus on areas that will benefit the most from building a house there, things to consider: MRT/LRT, closeness to city and so on.</a:t>
            </a:r>
            <a:endParaRPr lang="en-US"/>
          </a:p>
        </p:txBody>
      </p:sp>
    </p:spTree>
    <p:extLst>
      <p:ext uri="{BB962C8B-B14F-4D97-AF65-F5344CB8AC3E}">
        <p14:creationId xmlns:p14="http://schemas.microsoft.com/office/powerpoint/2010/main" val="344882556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b1c2217c3f_0_8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b1c2217c3f_0_8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3944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12575099-B3AD-44D7-919B-BCB6DC3E7F21}" type="datetimeFigureOut">
              <a:rPr lang="en-US" dirty="0"/>
              <a:t>5/24/2024</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192855101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A4BF121-2723-4D35-ADA9-215CD054C4BC}" type="datetimeFigureOut">
              <a:rPr lang="en-US" dirty="0"/>
              <a:t>5/24/2024</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8431744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C54F54BA-4BC6-480F-839C-951A49B248A9}" type="datetimeFigureOut">
              <a:rPr lang="en-US" dirty="0"/>
              <a:t>5/24/2024</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93116457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0F9DD0EA-4726-4440-BF9D-E88296FC3068}" type="datetimeFigureOut">
              <a:rPr lang="en-US" dirty="0"/>
              <a:t>5/24/2024</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78651584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19CAD10D-99D1-46B2-A85A-C16850FCF8CF}" type="datetimeFigureOut">
              <a:rPr lang="en-US" dirty="0"/>
              <a:t>5/24/2024</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001758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48C67E51-34D6-4E3D-8F41-CC63EA446EDD}" type="datetimeFigureOut">
              <a:rPr lang="en-US" dirty="0"/>
              <a:t>5/24/2024</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837330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8D49E550-CE3F-497F-B953-7DE0932F91C0}" type="datetimeFigureOut">
              <a:rPr lang="en-US" dirty="0"/>
              <a:t>5/24/2024</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484855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17A0BF4-BAA0-4539-95F2-9C4277F97478}" type="datetimeFigureOut">
              <a:rPr lang="en-US" dirty="0"/>
              <a:t>5/24/2024</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88705747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noChangeAspect="1"/>
          </p:cNvSpPr>
          <p:nvPr>
            <p:ph type="pic" idx="1"/>
          </p:nvPr>
        </p:nvSpPr>
        <p:spPr>
          <a:xfrm>
            <a:off x="5183188" y="1066800"/>
            <a:ext cx="6172200" cy="47942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2E9884E-D945-496C-84BE-49C61F78F9EC}" type="datetimeFigureOut">
              <a:rPr lang="en-US" dirty="0"/>
              <a:t>5/24/2024</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4291077169"/>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F18115DA-6CBC-4AEF-A85F-371C66916CF8}" type="datetimeFigureOut">
              <a:rPr lang="en-US" dirty="0"/>
              <a:t>5/24/2024</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705891866"/>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A6007E4-95E8-4ABC-B20B-51235318A487}" type="datetimeFigureOut">
              <a:rPr lang="en-US" dirty="0"/>
              <a:t>5/24/2024</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415572633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2"/>
        <p:cNvGrpSpPr/>
        <p:nvPr/>
      </p:nvGrpSpPr>
      <p:grpSpPr>
        <a:xfrm>
          <a:off x="0" y="0"/>
          <a:ext cx="0" cy="0"/>
          <a:chOff x="0" y="0"/>
          <a:chExt cx="0" cy="0"/>
        </a:xfrm>
      </p:grpSpPr>
      <p:grpSp>
        <p:nvGrpSpPr>
          <p:cNvPr id="83" name="Google Shape;83;p8"/>
          <p:cNvGrpSpPr/>
          <p:nvPr/>
        </p:nvGrpSpPr>
        <p:grpSpPr>
          <a:xfrm>
            <a:off x="-70" y="258334"/>
            <a:ext cx="13644556" cy="6599683"/>
            <a:chOff x="-53" y="193751"/>
            <a:chExt cx="10233417" cy="4949762"/>
          </a:xfrm>
        </p:grpSpPr>
        <p:sp>
          <p:nvSpPr>
            <p:cNvPr id="84" name="Google Shape;84;p8"/>
            <p:cNvSpPr/>
            <p:nvPr/>
          </p:nvSpPr>
          <p:spPr>
            <a:xfrm flipH="1">
              <a:off x="-53" y="4029550"/>
              <a:ext cx="5297151" cy="1113963"/>
            </a:xfrm>
            <a:custGeom>
              <a:avLst/>
              <a:gdLst/>
              <a:ahLst/>
              <a:cxnLst/>
              <a:rect l="l" t="t" r="r" b="b"/>
              <a:pathLst>
                <a:path w="121564" h="40482" extrusionOk="0">
                  <a:moveTo>
                    <a:pt x="31374" y="20087"/>
                  </a:moveTo>
                  <a:cubicBezTo>
                    <a:pt x="56948" y="21408"/>
                    <a:pt x="70664" y="1"/>
                    <a:pt x="121564" y="6692"/>
                  </a:cubicBezTo>
                  <a:lnTo>
                    <a:pt x="121564" y="40268"/>
                  </a:lnTo>
                  <a:cubicBezTo>
                    <a:pt x="121552" y="40387"/>
                    <a:pt x="121468" y="40482"/>
                    <a:pt x="121349" y="40482"/>
                  </a:cubicBezTo>
                  <a:lnTo>
                    <a:pt x="120" y="40482"/>
                  </a:lnTo>
                  <a:cubicBezTo>
                    <a:pt x="1" y="40482"/>
                    <a:pt x="120" y="40387"/>
                    <a:pt x="120" y="40268"/>
                  </a:cubicBezTo>
                  <a:cubicBezTo>
                    <a:pt x="120" y="40268"/>
                    <a:pt x="5478" y="18753"/>
                    <a:pt x="31374" y="2008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 name="Google Shape;85;p8"/>
            <p:cNvSpPr/>
            <p:nvPr/>
          </p:nvSpPr>
          <p:spPr>
            <a:xfrm>
              <a:off x="75" y="3852425"/>
              <a:ext cx="2311325" cy="1291043"/>
            </a:xfrm>
            <a:custGeom>
              <a:avLst/>
              <a:gdLst/>
              <a:ahLst/>
              <a:cxnLst/>
              <a:rect l="l" t="t" r="r" b="b"/>
              <a:pathLst>
                <a:path w="92453" h="35422" extrusionOk="0">
                  <a:moveTo>
                    <a:pt x="92452" y="35267"/>
                  </a:moveTo>
                  <a:cubicBezTo>
                    <a:pt x="92452" y="35267"/>
                    <a:pt x="73069" y="1"/>
                    <a:pt x="0" y="1787"/>
                  </a:cubicBezTo>
                  <a:lnTo>
                    <a:pt x="0" y="35208"/>
                  </a:lnTo>
                  <a:cubicBezTo>
                    <a:pt x="0" y="35327"/>
                    <a:pt x="84" y="35422"/>
                    <a:pt x="203" y="35422"/>
                  </a:cubicBezTo>
                  <a:lnTo>
                    <a:pt x="92238" y="35422"/>
                  </a:lnTo>
                  <a:cubicBezTo>
                    <a:pt x="92357" y="35422"/>
                    <a:pt x="92452" y="35327"/>
                    <a:pt x="92452" y="3520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 name="Google Shape;86;p8"/>
            <p:cNvSpPr/>
            <p:nvPr/>
          </p:nvSpPr>
          <p:spPr>
            <a:xfrm>
              <a:off x="7710404" y="193751"/>
              <a:ext cx="2522961" cy="1740722"/>
            </a:xfrm>
            <a:custGeom>
              <a:avLst/>
              <a:gdLst/>
              <a:ahLst/>
              <a:cxnLst/>
              <a:rect l="l" t="t" r="r" b="b"/>
              <a:pathLst>
                <a:path w="15253" h="10524" extrusionOk="0">
                  <a:moveTo>
                    <a:pt x="7012" y="1"/>
                  </a:moveTo>
                  <a:cubicBezTo>
                    <a:pt x="6601" y="1"/>
                    <a:pt x="6193" y="59"/>
                    <a:pt x="5799" y="181"/>
                  </a:cubicBezTo>
                  <a:cubicBezTo>
                    <a:pt x="4537" y="574"/>
                    <a:pt x="3477" y="1669"/>
                    <a:pt x="3287" y="2979"/>
                  </a:cubicBezTo>
                  <a:cubicBezTo>
                    <a:pt x="3200" y="2970"/>
                    <a:pt x="3112" y="2965"/>
                    <a:pt x="3025" y="2965"/>
                  </a:cubicBezTo>
                  <a:cubicBezTo>
                    <a:pt x="1898" y="2965"/>
                    <a:pt x="735" y="3729"/>
                    <a:pt x="381" y="4801"/>
                  </a:cubicBezTo>
                  <a:cubicBezTo>
                    <a:pt x="0" y="5956"/>
                    <a:pt x="560" y="7349"/>
                    <a:pt x="1643" y="7896"/>
                  </a:cubicBezTo>
                  <a:cubicBezTo>
                    <a:pt x="2244" y="8202"/>
                    <a:pt x="2930" y="8256"/>
                    <a:pt x="3608" y="8256"/>
                  </a:cubicBezTo>
                  <a:cubicBezTo>
                    <a:pt x="3695" y="8256"/>
                    <a:pt x="3783" y="8255"/>
                    <a:pt x="3870" y="8254"/>
                  </a:cubicBezTo>
                  <a:cubicBezTo>
                    <a:pt x="4239" y="9230"/>
                    <a:pt x="5239" y="9873"/>
                    <a:pt x="6227" y="10230"/>
                  </a:cubicBezTo>
                  <a:cubicBezTo>
                    <a:pt x="6525" y="10337"/>
                    <a:pt x="6835" y="10421"/>
                    <a:pt x="7156" y="10480"/>
                  </a:cubicBezTo>
                  <a:cubicBezTo>
                    <a:pt x="7353" y="10509"/>
                    <a:pt x="7551" y="10523"/>
                    <a:pt x="7746" y="10523"/>
                  </a:cubicBezTo>
                  <a:cubicBezTo>
                    <a:pt x="9085" y="10523"/>
                    <a:pt x="10352" y="9862"/>
                    <a:pt x="11121" y="8730"/>
                  </a:cubicBezTo>
                  <a:cubicBezTo>
                    <a:pt x="11516" y="8913"/>
                    <a:pt x="11945" y="9006"/>
                    <a:pt x="12373" y="9006"/>
                  </a:cubicBezTo>
                  <a:cubicBezTo>
                    <a:pt x="12835" y="9006"/>
                    <a:pt x="13296" y="8898"/>
                    <a:pt x="13716" y="8682"/>
                  </a:cubicBezTo>
                  <a:cubicBezTo>
                    <a:pt x="14526" y="8254"/>
                    <a:pt x="15074" y="7456"/>
                    <a:pt x="15169" y="6551"/>
                  </a:cubicBezTo>
                  <a:cubicBezTo>
                    <a:pt x="15252" y="5622"/>
                    <a:pt x="14824" y="4717"/>
                    <a:pt x="14062" y="4182"/>
                  </a:cubicBezTo>
                  <a:cubicBezTo>
                    <a:pt x="14490" y="3586"/>
                    <a:pt x="14526" y="2812"/>
                    <a:pt x="14181" y="2170"/>
                  </a:cubicBezTo>
                  <a:cubicBezTo>
                    <a:pt x="13812" y="1539"/>
                    <a:pt x="13169" y="1134"/>
                    <a:pt x="12442" y="1086"/>
                  </a:cubicBezTo>
                  <a:cubicBezTo>
                    <a:pt x="12397" y="1083"/>
                    <a:pt x="12351" y="1082"/>
                    <a:pt x="12306" y="1082"/>
                  </a:cubicBezTo>
                  <a:cubicBezTo>
                    <a:pt x="11635" y="1082"/>
                    <a:pt x="10957" y="1404"/>
                    <a:pt x="10478" y="1872"/>
                  </a:cubicBezTo>
                  <a:cubicBezTo>
                    <a:pt x="10418" y="1384"/>
                    <a:pt x="10014" y="1027"/>
                    <a:pt x="9597" y="765"/>
                  </a:cubicBezTo>
                  <a:cubicBezTo>
                    <a:pt x="8827" y="281"/>
                    <a:pt x="7916" y="1"/>
                    <a:pt x="701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87" name="Google Shape;87;p8"/>
            <p:cNvGrpSpPr/>
            <p:nvPr/>
          </p:nvGrpSpPr>
          <p:grpSpPr>
            <a:xfrm>
              <a:off x="681645" y="419916"/>
              <a:ext cx="1864095" cy="947972"/>
              <a:chOff x="6186650" y="997000"/>
              <a:chExt cx="1616875" cy="822250"/>
            </a:xfrm>
          </p:grpSpPr>
          <p:sp>
            <p:nvSpPr>
              <p:cNvPr id="88" name="Google Shape;88;p8"/>
              <p:cNvSpPr/>
              <p:nvPr/>
            </p:nvSpPr>
            <p:spPr>
              <a:xfrm>
                <a:off x="7271300" y="1156000"/>
                <a:ext cx="265525" cy="84675"/>
              </a:xfrm>
              <a:custGeom>
                <a:avLst/>
                <a:gdLst/>
                <a:ahLst/>
                <a:cxnLst/>
                <a:rect l="l" t="t" r="r" b="b"/>
                <a:pathLst>
                  <a:path w="10621" h="3387" extrusionOk="0">
                    <a:moveTo>
                      <a:pt x="9008" y="1"/>
                    </a:moveTo>
                    <a:cubicBezTo>
                      <a:pt x="8495" y="1"/>
                      <a:pt x="7988" y="143"/>
                      <a:pt x="7549" y="411"/>
                    </a:cubicBezTo>
                    <a:cubicBezTo>
                      <a:pt x="7061" y="721"/>
                      <a:pt x="6656" y="1125"/>
                      <a:pt x="6359" y="1614"/>
                    </a:cubicBezTo>
                    <a:cubicBezTo>
                      <a:pt x="6125" y="1988"/>
                      <a:pt x="5920" y="2376"/>
                      <a:pt x="5757" y="2785"/>
                    </a:cubicBezTo>
                    <a:lnTo>
                      <a:pt x="5757" y="2785"/>
                    </a:lnTo>
                    <a:cubicBezTo>
                      <a:pt x="5115" y="1997"/>
                      <a:pt x="4239" y="1428"/>
                      <a:pt x="3239" y="1173"/>
                    </a:cubicBezTo>
                    <a:cubicBezTo>
                      <a:pt x="2837" y="1066"/>
                      <a:pt x="2415" y="1012"/>
                      <a:pt x="1998" y="1012"/>
                    </a:cubicBezTo>
                    <a:cubicBezTo>
                      <a:pt x="1859" y="1012"/>
                      <a:pt x="1721" y="1018"/>
                      <a:pt x="1584" y="1030"/>
                    </a:cubicBezTo>
                    <a:cubicBezTo>
                      <a:pt x="1025" y="1078"/>
                      <a:pt x="489" y="1233"/>
                      <a:pt x="1" y="1494"/>
                    </a:cubicBezTo>
                    <a:cubicBezTo>
                      <a:pt x="524" y="1304"/>
                      <a:pt x="1075" y="1208"/>
                      <a:pt x="1627" y="1208"/>
                    </a:cubicBezTo>
                    <a:cubicBezTo>
                      <a:pt x="2144" y="1208"/>
                      <a:pt x="2661" y="1292"/>
                      <a:pt x="3156" y="1459"/>
                    </a:cubicBezTo>
                    <a:cubicBezTo>
                      <a:pt x="4180" y="1768"/>
                      <a:pt x="5061" y="2411"/>
                      <a:pt x="5656" y="3292"/>
                    </a:cubicBezTo>
                    <a:cubicBezTo>
                      <a:pt x="5680" y="3328"/>
                      <a:pt x="5716" y="3352"/>
                      <a:pt x="5751" y="3376"/>
                    </a:cubicBezTo>
                    <a:cubicBezTo>
                      <a:pt x="5773" y="3383"/>
                      <a:pt x="5794" y="3386"/>
                      <a:pt x="5815" y="3386"/>
                    </a:cubicBezTo>
                    <a:cubicBezTo>
                      <a:pt x="5899" y="3386"/>
                      <a:pt x="5973" y="3333"/>
                      <a:pt x="6001" y="3257"/>
                    </a:cubicBezTo>
                    <a:cubicBezTo>
                      <a:pt x="6359" y="2256"/>
                      <a:pt x="6859" y="1268"/>
                      <a:pt x="7716" y="661"/>
                    </a:cubicBezTo>
                    <a:cubicBezTo>
                      <a:pt x="8145" y="363"/>
                      <a:pt x="8645" y="197"/>
                      <a:pt x="9168" y="197"/>
                    </a:cubicBezTo>
                    <a:cubicBezTo>
                      <a:pt x="9197" y="195"/>
                      <a:pt x="9226" y="195"/>
                      <a:pt x="9255" y="195"/>
                    </a:cubicBezTo>
                    <a:cubicBezTo>
                      <a:pt x="9771" y="195"/>
                      <a:pt x="10260" y="395"/>
                      <a:pt x="10621" y="756"/>
                    </a:cubicBezTo>
                    <a:cubicBezTo>
                      <a:pt x="10300" y="292"/>
                      <a:pt x="9740" y="54"/>
                      <a:pt x="9180" y="6"/>
                    </a:cubicBezTo>
                    <a:cubicBezTo>
                      <a:pt x="9123" y="3"/>
                      <a:pt x="9065" y="1"/>
                      <a:pt x="90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 name="Google Shape;89;p8"/>
              <p:cNvSpPr/>
              <p:nvPr/>
            </p:nvSpPr>
            <p:spPr>
              <a:xfrm>
                <a:off x="7543950" y="997000"/>
                <a:ext cx="259575" cy="86450"/>
              </a:xfrm>
              <a:custGeom>
                <a:avLst/>
                <a:gdLst/>
                <a:ahLst/>
                <a:cxnLst/>
                <a:rect l="l" t="t" r="r" b="b"/>
                <a:pathLst>
                  <a:path w="10383" h="3458" extrusionOk="0">
                    <a:moveTo>
                      <a:pt x="9868" y="0"/>
                    </a:moveTo>
                    <a:cubicBezTo>
                      <a:pt x="9549" y="0"/>
                      <a:pt x="9232" y="51"/>
                      <a:pt x="8930" y="151"/>
                    </a:cubicBezTo>
                    <a:cubicBezTo>
                      <a:pt x="8466" y="318"/>
                      <a:pt x="8026" y="568"/>
                      <a:pt x="7645" y="889"/>
                    </a:cubicBezTo>
                    <a:cubicBezTo>
                      <a:pt x="6946" y="1459"/>
                      <a:pt x="6432" y="2193"/>
                      <a:pt x="5954" y="2925"/>
                    </a:cubicBezTo>
                    <a:lnTo>
                      <a:pt x="5954" y="2925"/>
                    </a:lnTo>
                    <a:cubicBezTo>
                      <a:pt x="5302" y="2040"/>
                      <a:pt x="4436" y="1353"/>
                      <a:pt x="3418" y="937"/>
                    </a:cubicBezTo>
                    <a:cubicBezTo>
                      <a:pt x="2882" y="711"/>
                      <a:pt x="2311" y="556"/>
                      <a:pt x="1727" y="485"/>
                    </a:cubicBezTo>
                    <a:cubicBezTo>
                      <a:pt x="1528" y="464"/>
                      <a:pt x="1326" y="453"/>
                      <a:pt x="1124" y="453"/>
                    </a:cubicBezTo>
                    <a:cubicBezTo>
                      <a:pt x="745" y="453"/>
                      <a:pt x="365" y="490"/>
                      <a:pt x="1" y="568"/>
                    </a:cubicBezTo>
                    <a:cubicBezTo>
                      <a:pt x="137" y="559"/>
                      <a:pt x="274" y="555"/>
                      <a:pt x="410" y="555"/>
                    </a:cubicBezTo>
                    <a:cubicBezTo>
                      <a:pt x="1406" y="555"/>
                      <a:pt x="2398" y="783"/>
                      <a:pt x="3299" y="1223"/>
                    </a:cubicBezTo>
                    <a:cubicBezTo>
                      <a:pt x="4311" y="1699"/>
                      <a:pt x="5168" y="2449"/>
                      <a:pt x="5799" y="3378"/>
                    </a:cubicBezTo>
                    <a:cubicBezTo>
                      <a:pt x="5811" y="3390"/>
                      <a:pt x="5835" y="3413"/>
                      <a:pt x="5859" y="3425"/>
                    </a:cubicBezTo>
                    <a:cubicBezTo>
                      <a:pt x="5889" y="3447"/>
                      <a:pt x="5925" y="3458"/>
                      <a:pt x="5960" y="3458"/>
                    </a:cubicBezTo>
                    <a:cubicBezTo>
                      <a:pt x="6021" y="3458"/>
                      <a:pt x="6083" y="3426"/>
                      <a:pt x="6121" y="3366"/>
                    </a:cubicBezTo>
                    <a:cubicBezTo>
                      <a:pt x="6633" y="2556"/>
                      <a:pt x="7145" y="1747"/>
                      <a:pt x="7823" y="1092"/>
                    </a:cubicBezTo>
                    <a:cubicBezTo>
                      <a:pt x="8168" y="770"/>
                      <a:pt x="8561" y="508"/>
                      <a:pt x="8990" y="318"/>
                    </a:cubicBezTo>
                    <a:cubicBezTo>
                      <a:pt x="9386" y="136"/>
                      <a:pt x="9811" y="40"/>
                      <a:pt x="10239" y="40"/>
                    </a:cubicBezTo>
                    <a:cubicBezTo>
                      <a:pt x="10287" y="40"/>
                      <a:pt x="10335" y="42"/>
                      <a:pt x="10383" y="44"/>
                    </a:cubicBezTo>
                    <a:cubicBezTo>
                      <a:pt x="10212" y="15"/>
                      <a:pt x="10040" y="0"/>
                      <a:pt x="9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 name="Google Shape;90;p8"/>
              <p:cNvSpPr/>
              <p:nvPr/>
            </p:nvSpPr>
            <p:spPr>
              <a:xfrm>
                <a:off x="6186650" y="1653225"/>
                <a:ext cx="349475" cy="166025"/>
              </a:xfrm>
              <a:custGeom>
                <a:avLst/>
                <a:gdLst/>
                <a:ahLst/>
                <a:cxnLst/>
                <a:rect l="l" t="t" r="r" b="b"/>
                <a:pathLst>
                  <a:path w="13979" h="6641" extrusionOk="0">
                    <a:moveTo>
                      <a:pt x="13978" y="1"/>
                    </a:moveTo>
                    <a:lnTo>
                      <a:pt x="13978" y="1"/>
                    </a:lnTo>
                    <a:cubicBezTo>
                      <a:pt x="13264" y="96"/>
                      <a:pt x="12597" y="370"/>
                      <a:pt x="12037" y="810"/>
                    </a:cubicBezTo>
                    <a:cubicBezTo>
                      <a:pt x="11466" y="1239"/>
                      <a:pt x="10990" y="1775"/>
                      <a:pt x="10609" y="2382"/>
                    </a:cubicBezTo>
                    <a:cubicBezTo>
                      <a:pt x="9916" y="3486"/>
                      <a:pt x="9538" y="4738"/>
                      <a:pt x="9215" y="5959"/>
                    </a:cubicBezTo>
                    <a:lnTo>
                      <a:pt x="9215" y="5959"/>
                    </a:lnTo>
                    <a:cubicBezTo>
                      <a:pt x="7933" y="5038"/>
                      <a:pt x="6420" y="4478"/>
                      <a:pt x="4846" y="4346"/>
                    </a:cubicBezTo>
                    <a:cubicBezTo>
                      <a:pt x="4610" y="4326"/>
                      <a:pt x="4373" y="4317"/>
                      <a:pt x="4137" y="4317"/>
                    </a:cubicBezTo>
                    <a:cubicBezTo>
                      <a:pt x="3529" y="4317"/>
                      <a:pt x="2926" y="4381"/>
                      <a:pt x="2334" y="4501"/>
                    </a:cubicBezTo>
                    <a:cubicBezTo>
                      <a:pt x="1512" y="4668"/>
                      <a:pt x="727" y="4965"/>
                      <a:pt x="0" y="5382"/>
                    </a:cubicBezTo>
                    <a:cubicBezTo>
                      <a:pt x="762" y="5061"/>
                      <a:pt x="1560" y="4858"/>
                      <a:pt x="2382" y="4751"/>
                    </a:cubicBezTo>
                    <a:cubicBezTo>
                      <a:pt x="2769" y="4705"/>
                      <a:pt x="3161" y="4681"/>
                      <a:pt x="3554" y="4681"/>
                    </a:cubicBezTo>
                    <a:cubicBezTo>
                      <a:pt x="3971" y="4681"/>
                      <a:pt x="4388" y="4708"/>
                      <a:pt x="4798" y="4763"/>
                    </a:cubicBezTo>
                    <a:cubicBezTo>
                      <a:pt x="6406" y="4965"/>
                      <a:pt x="7930" y="5597"/>
                      <a:pt x="9204" y="6585"/>
                    </a:cubicBezTo>
                    <a:cubicBezTo>
                      <a:pt x="9240" y="6609"/>
                      <a:pt x="9275" y="6620"/>
                      <a:pt x="9299" y="6632"/>
                    </a:cubicBezTo>
                    <a:cubicBezTo>
                      <a:pt x="9321" y="6638"/>
                      <a:pt x="9343" y="6641"/>
                      <a:pt x="9365" y="6641"/>
                    </a:cubicBezTo>
                    <a:cubicBezTo>
                      <a:pt x="9480" y="6641"/>
                      <a:pt x="9578" y="6562"/>
                      <a:pt x="9609" y="6442"/>
                    </a:cubicBezTo>
                    <a:cubicBezTo>
                      <a:pt x="9954" y="5108"/>
                      <a:pt x="10275" y="3763"/>
                      <a:pt x="10942" y="2572"/>
                    </a:cubicBezTo>
                    <a:cubicBezTo>
                      <a:pt x="11264" y="1989"/>
                      <a:pt x="11692" y="1441"/>
                      <a:pt x="12192" y="989"/>
                    </a:cubicBezTo>
                    <a:cubicBezTo>
                      <a:pt x="12692" y="524"/>
                      <a:pt x="13311" y="179"/>
                      <a:pt x="13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 name="Google Shape;91;p8"/>
              <p:cNvSpPr/>
              <p:nvPr/>
            </p:nvSpPr>
            <p:spPr>
              <a:xfrm>
                <a:off x="6774675" y="1212300"/>
                <a:ext cx="184275" cy="61725"/>
              </a:xfrm>
              <a:custGeom>
                <a:avLst/>
                <a:gdLst/>
                <a:ahLst/>
                <a:cxnLst/>
                <a:rect l="l" t="t" r="r" b="b"/>
                <a:pathLst>
                  <a:path w="7371" h="2469" extrusionOk="0">
                    <a:moveTo>
                      <a:pt x="745" y="1"/>
                    </a:moveTo>
                    <a:cubicBezTo>
                      <a:pt x="497" y="1"/>
                      <a:pt x="247" y="30"/>
                      <a:pt x="1" y="90"/>
                    </a:cubicBezTo>
                    <a:cubicBezTo>
                      <a:pt x="58" y="87"/>
                      <a:pt x="116" y="86"/>
                      <a:pt x="173" y="86"/>
                    </a:cubicBezTo>
                    <a:cubicBezTo>
                      <a:pt x="875" y="86"/>
                      <a:pt x="1561" y="288"/>
                      <a:pt x="2156" y="673"/>
                    </a:cubicBezTo>
                    <a:cubicBezTo>
                      <a:pt x="2775" y="1054"/>
                      <a:pt x="3239" y="1649"/>
                      <a:pt x="3489" y="2340"/>
                    </a:cubicBezTo>
                    <a:cubicBezTo>
                      <a:pt x="3501" y="2376"/>
                      <a:pt x="3525" y="2411"/>
                      <a:pt x="3561" y="2435"/>
                    </a:cubicBezTo>
                    <a:cubicBezTo>
                      <a:pt x="3597" y="2458"/>
                      <a:pt x="3636" y="2468"/>
                      <a:pt x="3674" y="2468"/>
                    </a:cubicBezTo>
                    <a:cubicBezTo>
                      <a:pt x="3738" y="2468"/>
                      <a:pt x="3798" y="2439"/>
                      <a:pt x="3835" y="2388"/>
                    </a:cubicBezTo>
                    <a:cubicBezTo>
                      <a:pt x="4251" y="1768"/>
                      <a:pt x="4752" y="1197"/>
                      <a:pt x="5430" y="935"/>
                    </a:cubicBezTo>
                    <a:cubicBezTo>
                      <a:pt x="5634" y="855"/>
                      <a:pt x="5851" y="815"/>
                      <a:pt x="6068" y="815"/>
                    </a:cubicBezTo>
                    <a:cubicBezTo>
                      <a:pt x="6206" y="815"/>
                      <a:pt x="6344" y="831"/>
                      <a:pt x="6478" y="864"/>
                    </a:cubicBezTo>
                    <a:cubicBezTo>
                      <a:pt x="6847" y="923"/>
                      <a:pt x="7169" y="1149"/>
                      <a:pt x="7371" y="1471"/>
                    </a:cubicBezTo>
                    <a:cubicBezTo>
                      <a:pt x="7216" y="1090"/>
                      <a:pt x="6907" y="804"/>
                      <a:pt x="6526" y="673"/>
                    </a:cubicBezTo>
                    <a:cubicBezTo>
                      <a:pt x="6315" y="603"/>
                      <a:pt x="6098" y="567"/>
                      <a:pt x="5881" y="567"/>
                    </a:cubicBezTo>
                    <a:cubicBezTo>
                      <a:pt x="5693" y="567"/>
                      <a:pt x="5505" y="594"/>
                      <a:pt x="5323" y="649"/>
                    </a:cubicBezTo>
                    <a:cubicBezTo>
                      <a:pt x="4930" y="768"/>
                      <a:pt x="4573" y="983"/>
                      <a:pt x="4275" y="1256"/>
                    </a:cubicBezTo>
                    <a:cubicBezTo>
                      <a:pt x="4073" y="1451"/>
                      <a:pt x="3882" y="1663"/>
                      <a:pt x="3712" y="1884"/>
                    </a:cubicBezTo>
                    <a:lnTo>
                      <a:pt x="3712" y="1884"/>
                    </a:lnTo>
                    <a:cubicBezTo>
                      <a:pt x="3412" y="1256"/>
                      <a:pt x="2921" y="737"/>
                      <a:pt x="2299" y="411"/>
                    </a:cubicBezTo>
                    <a:cubicBezTo>
                      <a:pt x="1825" y="141"/>
                      <a:pt x="1289" y="1"/>
                      <a:pt x="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92" name="Google Shape;92;p8"/>
            <p:cNvSpPr/>
            <p:nvPr/>
          </p:nvSpPr>
          <p:spPr>
            <a:xfrm flipH="1">
              <a:off x="6576100" y="4428075"/>
              <a:ext cx="2567900" cy="715438"/>
            </a:xfrm>
            <a:custGeom>
              <a:avLst/>
              <a:gdLst/>
              <a:ahLst/>
              <a:cxnLst/>
              <a:rect l="l" t="t" r="r" b="b"/>
              <a:pathLst>
                <a:path w="102716" h="33636" extrusionOk="0">
                  <a:moveTo>
                    <a:pt x="102716" y="33493"/>
                  </a:moveTo>
                  <a:cubicBezTo>
                    <a:pt x="102716" y="33493"/>
                    <a:pt x="93310" y="6549"/>
                    <a:pt x="67914" y="11645"/>
                  </a:cubicBezTo>
                  <a:cubicBezTo>
                    <a:pt x="25420" y="20158"/>
                    <a:pt x="42113" y="4763"/>
                    <a:pt x="0" y="1"/>
                  </a:cubicBezTo>
                  <a:lnTo>
                    <a:pt x="0" y="33433"/>
                  </a:lnTo>
                  <a:cubicBezTo>
                    <a:pt x="0" y="33540"/>
                    <a:pt x="84" y="33636"/>
                    <a:pt x="203" y="33636"/>
                  </a:cubicBezTo>
                  <a:lnTo>
                    <a:pt x="102513" y="33636"/>
                  </a:lnTo>
                  <a:cubicBezTo>
                    <a:pt x="102620" y="33636"/>
                    <a:pt x="102716" y="33540"/>
                    <a:pt x="102716" y="3343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93" name="Google Shape;93;p8"/>
          <p:cNvSpPr txBox="1">
            <a:spLocks noGrp="1"/>
          </p:cNvSpPr>
          <p:nvPr>
            <p:ph type="title"/>
          </p:nvPr>
        </p:nvSpPr>
        <p:spPr>
          <a:xfrm>
            <a:off x="1722400" y="1727200"/>
            <a:ext cx="8747200" cy="3594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4"/>
              </a:buClr>
              <a:buSzPts val="4800"/>
              <a:buNone/>
              <a:defRPr sz="12000">
                <a:solidFill>
                  <a:schemeClr val="accent4"/>
                </a:solidFill>
              </a:defRPr>
            </a:lvl1pPr>
            <a:lvl2pPr lvl="1">
              <a:spcBef>
                <a:spcPts val="0"/>
              </a:spcBef>
              <a:spcAft>
                <a:spcPts val="0"/>
              </a:spcAft>
              <a:buClr>
                <a:schemeClr val="accent4"/>
              </a:buClr>
              <a:buSzPts val="4800"/>
              <a:buNone/>
              <a:defRPr sz="6400">
                <a:solidFill>
                  <a:schemeClr val="accent4"/>
                </a:solidFill>
              </a:defRPr>
            </a:lvl2pPr>
            <a:lvl3pPr lvl="2">
              <a:spcBef>
                <a:spcPts val="0"/>
              </a:spcBef>
              <a:spcAft>
                <a:spcPts val="0"/>
              </a:spcAft>
              <a:buClr>
                <a:schemeClr val="accent4"/>
              </a:buClr>
              <a:buSzPts val="4800"/>
              <a:buNone/>
              <a:defRPr sz="6400">
                <a:solidFill>
                  <a:schemeClr val="accent4"/>
                </a:solidFill>
              </a:defRPr>
            </a:lvl3pPr>
            <a:lvl4pPr lvl="3">
              <a:spcBef>
                <a:spcPts val="0"/>
              </a:spcBef>
              <a:spcAft>
                <a:spcPts val="0"/>
              </a:spcAft>
              <a:buClr>
                <a:schemeClr val="accent4"/>
              </a:buClr>
              <a:buSzPts val="4800"/>
              <a:buNone/>
              <a:defRPr sz="6400">
                <a:solidFill>
                  <a:schemeClr val="accent4"/>
                </a:solidFill>
              </a:defRPr>
            </a:lvl4pPr>
            <a:lvl5pPr lvl="4">
              <a:spcBef>
                <a:spcPts val="0"/>
              </a:spcBef>
              <a:spcAft>
                <a:spcPts val="0"/>
              </a:spcAft>
              <a:buClr>
                <a:schemeClr val="accent4"/>
              </a:buClr>
              <a:buSzPts val="4800"/>
              <a:buNone/>
              <a:defRPr sz="6400">
                <a:solidFill>
                  <a:schemeClr val="accent4"/>
                </a:solidFill>
              </a:defRPr>
            </a:lvl5pPr>
            <a:lvl6pPr lvl="5">
              <a:spcBef>
                <a:spcPts val="0"/>
              </a:spcBef>
              <a:spcAft>
                <a:spcPts val="0"/>
              </a:spcAft>
              <a:buClr>
                <a:schemeClr val="accent4"/>
              </a:buClr>
              <a:buSzPts val="4800"/>
              <a:buNone/>
              <a:defRPr sz="6400">
                <a:solidFill>
                  <a:schemeClr val="accent4"/>
                </a:solidFill>
              </a:defRPr>
            </a:lvl6pPr>
            <a:lvl7pPr lvl="6">
              <a:spcBef>
                <a:spcPts val="0"/>
              </a:spcBef>
              <a:spcAft>
                <a:spcPts val="0"/>
              </a:spcAft>
              <a:buClr>
                <a:schemeClr val="accent4"/>
              </a:buClr>
              <a:buSzPts val="4800"/>
              <a:buNone/>
              <a:defRPr sz="6400">
                <a:solidFill>
                  <a:schemeClr val="accent4"/>
                </a:solidFill>
              </a:defRPr>
            </a:lvl7pPr>
            <a:lvl8pPr lvl="7">
              <a:spcBef>
                <a:spcPts val="0"/>
              </a:spcBef>
              <a:spcAft>
                <a:spcPts val="0"/>
              </a:spcAft>
              <a:buClr>
                <a:schemeClr val="accent4"/>
              </a:buClr>
              <a:buSzPts val="4800"/>
              <a:buNone/>
              <a:defRPr sz="6400">
                <a:solidFill>
                  <a:schemeClr val="accent4"/>
                </a:solidFill>
              </a:defRPr>
            </a:lvl8pPr>
            <a:lvl9pPr lvl="8">
              <a:spcBef>
                <a:spcPts val="0"/>
              </a:spcBef>
              <a:spcAft>
                <a:spcPts val="0"/>
              </a:spcAft>
              <a:buClr>
                <a:schemeClr val="accent4"/>
              </a:buClr>
              <a:buSzPts val="4800"/>
              <a:buNone/>
              <a:defRPr sz="6400">
                <a:solidFill>
                  <a:schemeClr val="accent4"/>
                </a:solidFill>
              </a:defRPr>
            </a:lvl9pPr>
          </a:lstStyle>
          <a:p>
            <a:endParaRPr/>
          </a:p>
        </p:txBody>
      </p:sp>
    </p:spTree>
    <p:extLst>
      <p:ext uri="{BB962C8B-B14F-4D97-AF65-F5344CB8AC3E}">
        <p14:creationId xmlns:p14="http://schemas.microsoft.com/office/powerpoint/2010/main" val="39251691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17"/>
        <p:cNvGrpSpPr/>
        <p:nvPr/>
      </p:nvGrpSpPr>
      <p:grpSpPr>
        <a:xfrm>
          <a:off x="0" y="0"/>
          <a:ext cx="0" cy="0"/>
          <a:chOff x="0" y="0"/>
          <a:chExt cx="0" cy="0"/>
        </a:xfrm>
      </p:grpSpPr>
      <p:sp>
        <p:nvSpPr>
          <p:cNvPr id="118" name="Google Shape;118;p11"/>
          <p:cNvSpPr/>
          <p:nvPr/>
        </p:nvSpPr>
        <p:spPr>
          <a:xfrm>
            <a:off x="2023767" y="2014768"/>
            <a:ext cx="10168424" cy="4838737"/>
          </a:xfrm>
          <a:custGeom>
            <a:avLst/>
            <a:gdLst/>
            <a:ahLst/>
            <a:cxnLst/>
            <a:rect l="l" t="t" r="r" b="b"/>
            <a:pathLst>
              <a:path w="121564" h="55067" extrusionOk="0">
                <a:moveTo>
                  <a:pt x="53638" y="33076"/>
                </a:moveTo>
                <a:cubicBezTo>
                  <a:pt x="79082" y="36052"/>
                  <a:pt x="76618" y="0"/>
                  <a:pt x="121564" y="21289"/>
                </a:cubicBezTo>
                <a:lnTo>
                  <a:pt x="121564" y="54864"/>
                </a:lnTo>
                <a:cubicBezTo>
                  <a:pt x="121564" y="54971"/>
                  <a:pt x="121468" y="55067"/>
                  <a:pt x="121349" y="55067"/>
                </a:cubicBezTo>
                <a:lnTo>
                  <a:pt x="120" y="55067"/>
                </a:lnTo>
                <a:cubicBezTo>
                  <a:pt x="1" y="55067"/>
                  <a:pt x="120" y="54971"/>
                  <a:pt x="120" y="54864"/>
                </a:cubicBezTo>
                <a:cubicBezTo>
                  <a:pt x="120" y="54864"/>
                  <a:pt x="120" y="26789"/>
                  <a:pt x="53638" y="33076"/>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19" name="Google Shape;119;p11"/>
          <p:cNvSpPr txBox="1">
            <a:spLocks noGrp="1"/>
          </p:cNvSpPr>
          <p:nvPr>
            <p:ph type="title" hasCustomPrompt="1"/>
          </p:nvPr>
        </p:nvSpPr>
        <p:spPr>
          <a:xfrm>
            <a:off x="1185400" y="1156633"/>
            <a:ext cx="9821200" cy="194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4"/>
              </a:buClr>
              <a:buSzPts val="12000"/>
              <a:buNone/>
              <a:defRPr sz="16000">
                <a:solidFill>
                  <a:schemeClr val="accent4"/>
                </a:solidFill>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t>xx%</a:t>
            </a:r>
          </a:p>
        </p:txBody>
      </p:sp>
      <p:sp>
        <p:nvSpPr>
          <p:cNvPr id="120" name="Google Shape;120;p11"/>
          <p:cNvSpPr txBox="1">
            <a:spLocks noGrp="1"/>
          </p:cNvSpPr>
          <p:nvPr>
            <p:ph type="body" idx="1"/>
          </p:nvPr>
        </p:nvSpPr>
        <p:spPr>
          <a:xfrm>
            <a:off x="1185400" y="3199033"/>
            <a:ext cx="7034000" cy="10300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2133">
                <a:solidFill>
                  <a:srgbClr val="000000"/>
                </a:solidFill>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Tree>
    <p:extLst>
      <p:ext uri="{BB962C8B-B14F-4D97-AF65-F5344CB8AC3E}">
        <p14:creationId xmlns:p14="http://schemas.microsoft.com/office/powerpoint/2010/main" val="26066013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4"/>
        <p:cNvGrpSpPr/>
        <p:nvPr/>
      </p:nvGrpSpPr>
      <p:grpSpPr>
        <a:xfrm>
          <a:off x="0" y="0"/>
          <a:ext cx="0" cy="0"/>
          <a:chOff x="0" y="0"/>
          <a:chExt cx="0" cy="0"/>
        </a:xfrm>
      </p:grpSpPr>
      <p:grpSp>
        <p:nvGrpSpPr>
          <p:cNvPr id="95" name="Google Shape;95;p9"/>
          <p:cNvGrpSpPr/>
          <p:nvPr/>
        </p:nvGrpSpPr>
        <p:grpSpPr>
          <a:xfrm>
            <a:off x="0" y="266564"/>
            <a:ext cx="12836533" cy="6591457"/>
            <a:chOff x="0" y="199922"/>
            <a:chExt cx="9627400" cy="4943593"/>
          </a:xfrm>
        </p:grpSpPr>
        <p:grpSp>
          <p:nvGrpSpPr>
            <p:cNvPr id="96" name="Google Shape;96;p9"/>
            <p:cNvGrpSpPr/>
            <p:nvPr/>
          </p:nvGrpSpPr>
          <p:grpSpPr>
            <a:xfrm>
              <a:off x="6186650" y="199922"/>
              <a:ext cx="3243130" cy="1619328"/>
              <a:chOff x="6186650" y="199922"/>
              <a:chExt cx="3243130" cy="1619328"/>
            </a:xfrm>
          </p:grpSpPr>
          <p:sp>
            <p:nvSpPr>
              <p:cNvPr id="97" name="Google Shape;97;p9"/>
              <p:cNvSpPr/>
              <p:nvPr/>
            </p:nvSpPr>
            <p:spPr>
              <a:xfrm>
                <a:off x="7960459" y="199922"/>
                <a:ext cx="1469321" cy="1013777"/>
              </a:xfrm>
              <a:custGeom>
                <a:avLst/>
                <a:gdLst/>
                <a:ahLst/>
                <a:cxnLst/>
                <a:rect l="l" t="t" r="r" b="b"/>
                <a:pathLst>
                  <a:path w="15253" h="10524" extrusionOk="0">
                    <a:moveTo>
                      <a:pt x="7012" y="1"/>
                    </a:moveTo>
                    <a:cubicBezTo>
                      <a:pt x="6601" y="1"/>
                      <a:pt x="6193" y="59"/>
                      <a:pt x="5799" y="181"/>
                    </a:cubicBezTo>
                    <a:cubicBezTo>
                      <a:pt x="4537" y="574"/>
                      <a:pt x="3477" y="1669"/>
                      <a:pt x="3287" y="2979"/>
                    </a:cubicBezTo>
                    <a:cubicBezTo>
                      <a:pt x="3200" y="2970"/>
                      <a:pt x="3112" y="2965"/>
                      <a:pt x="3025" y="2965"/>
                    </a:cubicBezTo>
                    <a:cubicBezTo>
                      <a:pt x="1898" y="2965"/>
                      <a:pt x="735" y="3729"/>
                      <a:pt x="381" y="4801"/>
                    </a:cubicBezTo>
                    <a:cubicBezTo>
                      <a:pt x="0" y="5956"/>
                      <a:pt x="560" y="7349"/>
                      <a:pt x="1643" y="7896"/>
                    </a:cubicBezTo>
                    <a:cubicBezTo>
                      <a:pt x="2244" y="8202"/>
                      <a:pt x="2930" y="8256"/>
                      <a:pt x="3608" y="8256"/>
                    </a:cubicBezTo>
                    <a:cubicBezTo>
                      <a:pt x="3695" y="8256"/>
                      <a:pt x="3783" y="8255"/>
                      <a:pt x="3870" y="8254"/>
                    </a:cubicBezTo>
                    <a:cubicBezTo>
                      <a:pt x="4239" y="9230"/>
                      <a:pt x="5239" y="9873"/>
                      <a:pt x="6227" y="10230"/>
                    </a:cubicBezTo>
                    <a:cubicBezTo>
                      <a:pt x="6525" y="10337"/>
                      <a:pt x="6835" y="10421"/>
                      <a:pt x="7156" y="10480"/>
                    </a:cubicBezTo>
                    <a:cubicBezTo>
                      <a:pt x="7353" y="10509"/>
                      <a:pt x="7551" y="10523"/>
                      <a:pt x="7746" y="10523"/>
                    </a:cubicBezTo>
                    <a:cubicBezTo>
                      <a:pt x="9085" y="10523"/>
                      <a:pt x="10352" y="9862"/>
                      <a:pt x="11121" y="8730"/>
                    </a:cubicBezTo>
                    <a:cubicBezTo>
                      <a:pt x="11516" y="8913"/>
                      <a:pt x="11945" y="9006"/>
                      <a:pt x="12373" y="9006"/>
                    </a:cubicBezTo>
                    <a:cubicBezTo>
                      <a:pt x="12835" y="9006"/>
                      <a:pt x="13296" y="8898"/>
                      <a:pt x="13716" y="8682"/>
                    </a:cubicBezTo>
                    <a:cubicBezTo>
                      <a:pt x="14526" y="8254"/>
                      <a:pt x="15074" y="7456"/>
                      <a:pt x="15169" y="6551"/>
                    </a:cubicBezTo>
                    <a:cubicBezTo>
                      <a:pt x="15252" y="5622"/>
                      <a:pt x="14824" y="4717"/>
                      <a:pt x="14062" y="4182"/>
                    </a:cubicBezTo>
                    <a:cubicBezTo>
                      <a:pt x="14490" y="3586"/>
                      <a:pt x="14526" y="2812"/>
                      <a:pt x="14181" y="2170"/>
                    </a:cubicBezTo>
                    <a:cubicBezTo>
                      <a:pt x="13812" y="1539"/>
                      <a:pt x="13169" y="1134"/>
                      <a:pt x="12442" y="1086"/>
                    </a:cubicBezTo>
                    <a:cubicBezTo>
                      <a:pt x="12397" y="1083"/>
                      <a:pt x="12351" y="1082"/>
                      <a:pt x="12306" y="1082"/>
                    </a:cubicBezTo>
                    <a:cubicBezTo>
                      <a:pt x="11635" y="1082"/>
                      <a:pt x="10957" y="1404"/>
                      <a:pt x="10478" y="1872"/>
                    </a:cubicBezTo>
                    <a:cubicBezTo>
                      <a:pt x="10418" y="1384"/>
                      <a:pt x="10014" y="1027"/>
                      <a:pt x="9597" y="765"/>
                    </a:cubicBezTo>
                    <a:cubicBezTo>
                      <a:pt x="8827" y="281"/>
                      <a:pt x="7916" y="1"/>
                      <a:pt x="701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98" name="Google Shape;98;p9"/>
              <p:cNvGrpSpPr/>
              <p:nvPr/>
            </p:nvGrpSpPr>
            <p:grpSpPr>
              <a:xfrm>
                <a:off x="6186650" y="997000"/>
                <a:ext cx="1616875" cy="822250"/>
                <a:chOff x="6186650" y="997000"/>
                <a:chExt cx="1616875" cy="822250"/>
              </a:xfrm>
            </p:grpSpPr>
            <p:sp>
              <p:nvSpPr>
                <p:cNvPr id="99" name="Google Shape;99;p9"/>
                <p:cNvSpPr/>
                <p:nvPr/>
              </p:nvSpPr>
              <p:spPr>
                <a:xfrm>
                  <a:off x="7271300" y="1156000"/>
                  <a:ext cx="265525" cy="84675"/>
                </a:xfrm>
                <a:custGeom>
                  <a:avLst/>
                  <a:gdLst/>
                  <a:ahLst/>
                  <a:cxnLst/>
                  <a:rect l="l" t="t" r="r" b="b"/>
                  <a:pathLst>
                    <a:path w="10621" h="3387" extrusionOk="0">
                      <a:moveTo>
                        <a:pt x="9008" y="1"/>
                      </a:moveTo>
                      <a:cubicBezTo>
                        <a:pt x="8495" y="1"/>
                        <a:pt x="7988" y="143"/>
                        <a:pt x="7549" y="411"/>
                      </a:cubicBezTo>
                      <a:cubicBezTo>
                        <a:pt x="7061" y="721"/>
                        <a:pt x="6656" y="1125"/>
                        <a:pt x="6359" y="1614"/>
                      </a:cubicBezTo>
                      <a:cubicBezTo>
                        <a:pt x="6125" y="1988"/>
                        <a:pt x="5920" y="2376"/>
                        <a:pt x="5757" y="2785"/>
                      </a:cubicBezTo>
                      <a:lnTo>
                        <a:pt x="5757" y="2785"/>
                      </a:lnTo>
                      <a:cubicBezTo>
                        <a:pt x="5115" y="1997"/>
                        <a:pt x="4239" y="1428"/>
                        <a:pt x="3239" y="1173"/>
                      </a:cubicBezTo>
                      <a:cubicBezTo>
                        <a:pt x="2837" y="1066"/>
                        <a:pt x="2415" y="1012"/>
                        <a:pt x="1998" y="1012"/>
                      </a:cubicBezTo>
                      <a:cubicBezTo>
                        <a:pt x="1859" y="1012"/>
                        <a:pt x="1721" y="1018"/>
                        <a:pt x="1584" y="1030"/>
                      </a:cubicBezTo>
                      <a:cubicBezTo>
                        <a:pt x="1025" y="1078"/>
                        <a:pt x="489" y="1233"/>
                        <a:pt x="1" y="1494"/>
                      </a:cubicBezTo>
                      <a:cubicBezTo>
                        <a:pt x="524" y="1304"/>
                        <a:pt x="1075" y="1208"/>
                        <a:pt x="1627" y="1208"/>
                      </a:cubicBezTo>
                      <a:cubicBezTo>
                        <a:pt x="2144" y="1208"/>
                        <a:pt x="2661" y="1292"/>
                        <a:pt x="3156" y="1459"/>
                      </a:cubicBezTo>
                      <a:cubicBezTo>
                        <a:pt x="4180" y="1768"/>
                        <a:pt x="5061" y="2411"/>
                        <a:pt x="5656" y="3292"/>
                      </a:cubicBezTo>
                      <a:cubicBezTo>
                        <a:pt x="5680" y="3328"/>
                        <a:pt x="5716" y="3352"/>
                        <a:pt x="5751" y="3376"/>
                      </a:cubicBezTo>
                      <a:cubicBezTo>
                        <a:pt x="5773" y="3383"/>
                        <a:pt x="5794" y="3386"/>
                        <a:pt x="5815" y="3386"/>
                      </a:cubicBezTo>
                      <a:cubicBezTo>
                        <a:pt x="5899" y="3386"/>
                        <a:pt x="5973" y="3333"/>
                        <a:pt x="6001" y="3257"/>
                      </a:cubicBezTo>
                      <a:cubicBezTo>
                        <a:pt x="6359" y="2256"/>
                        <a:pt x="6859" y="1268"/>
                        <a:pt x="7716" y="661"/>
                      </a:cubicBezTo>
                      <a:cubicBezTo>
                        <a:pt x="8145" y="363"/>
                        <a:pt x="8645" y="197"/>
                        <a:pt x="9168" y="197"/>
                      </a:cubicBezTo>
                      <a:cubicBezTo>
                        <a:pt x="9197" y="195"/>
                        <a:pt x="9226" y="195"/>
                        <a:pt x="9255" y="195"/>
                      </a:cubicBezTo>
                      <a:cubicBezTo>
                        <a:pt x="9771" y="195"/>
                        <a:pt x="10260" y="395"/>
                        <a:pt x="10621" y="756"/>
                      </a:cubicBezTo>
                      <a:cubicBezTo>
                        <a:pt x="10300" y="292"/>
                        <a:pt x="9740" y="54"/>
                        <a:pt x="9180" y="6"/>
                      </a:cubicBezTo>
                      <a:cubicBezTo>
                        <a:pt x="9123" y="3"/>
                        <a:pt x="9065" y="1"/>
                        <a:pt x="90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 name="Google Shape;100;p9"/>
                <p:cNvSpPr/>
                <p:nvPr/>
              </p:nvSpPr>
              <p:spPr>
                <a:xfrm>
                  <a:off x="7543950" y="997000"/>
                  <a:ext cx="259575" cy="86450"/>
                </a:xfrm>
                <a:custGeom>
                  <a:avLst/>
                  <a:gdLst/>
                  <a:ahLst/>
                  <a:cxnLst/>
                  <a:rect l="l" t="t" r="r" b="b"/>
                  <a:pathLst>
                    <a:path w="10383" h="3458" extrusionOk="0">
                      <a:moveTo>
                        <a:pt x="9868" y="0"/>
                      </a:moveTo>
                      <a:cubicBezTo>
                        <a:pt x="9549" y="0"/>
                        <a:pt x="9232" y="51"/>
                        <a:pt x="8930" y="151"/>
                      </a:cubicBezTo>
                      <a:cubicBezTo>
                        <a:pt x="8466" y="318"/>
                        <a:pt x="8026" y="568"/>
                        <a:pt x="7645" y="889"/>
                      </a:cubicBezTo>
                      <a:cubicBezTo>
                        <a:pt x="6946" y="1459"/>
                        <a:pt x="6432" y="2193"/>
                        <a:pt x="5954" y="2925"/>
                      </a:cubicBezTo>
                      <a:lnTo>
                        <a:pt x="5954" y="2925"/>
                      </a:lnTo>
                      <a:cubicBezTo>
                        <a:pt x="5302" y="2040"/>
                        <a:pt x="4436" y="1353"/>
                        <a:pt x="3418" y="937"/>
                      </a:cubicBezTo>
                      <a:cubicBezTo>
                        <a:pt x="2882" y="711"/>
                        <a:pt x="2311" y="556"/>
                        <a:pt x="1727" y="485"/>
                      </a:cubicBezTo>
                      <a:cubicBezTo>
                        <a:pt x="1528" y="464"/>
                        <a:pt x="1326" y="453"/>
                        <a:pt x="1124" y="453"/>
                      </a:cubicBezTo>
                      <a:cubicBezTo>
                        <a:pt x="745" y="453"/>
                        <a:pt x="365" y="490"/>
                        <a:pt x="1" y="568"/>
                      </a:cubicBezTo>
                      <a:cubicBezTo>
                        <a:pt x="137" y="559"/>
                        <a:pt x="274" y="555"/>
                        <a:pt x="410" y="555"/>
                      </a:cubicBezTo>
                      <a:cubicBezTo>
                        <a:pt x="1406" y="555"/>
                        <a:pt x="2398" y="783"/>
                        <a:pt x="3299" y="1223"/>
                      </a:cubicBezTo>
                      <a:cubicBezTo>
                        <a:pt x="4311" y="1699"/>
                        <a:pt x="5168" y="2449"/>
                        <a:pt x="5799" y="3378"/>
                      </a:cubicBezTo>
                      <a:cubicBezTo>
                        <a:pt x="5811" y="3390"/>
                        <a:pt x="5835" y="3413"/>
                        <a:pt x="5859" y="3425"/>
                      </a:cubicBezTo>
                      <a:cubicBezTo>
                        <a:pt x="5889" y="3447"/>
                        <a:pt x="5925" y="3458"/>
                        <a:pt x="5960" y="3458"/>
                      </a:cubicBezTo>
                      <a:cubicBezTo>
                        <a:pt x="6021" y="3458"/>
                        <a:pt x="6083" y="3426"/>
                        <a:pt x="6121" y="3366"/>
                      </a:cubicBezTo>
                      <a:cubicBezTo>
                        <a:pt x="6633" y="2556"/>
                        <a:pt x="7145" y="1747"/>
                        <a:pt x="7823" y="1092"/>
                      </a:cubicBezTo>
                      <a:cubicBezTo>
                        <a:pt x="8168" y="770"/>
                        <a:pt x="8561" y="508"/>
                        <a:pt x="8990" y="318"/>
                      </a:cubicBezTo>
                      <a:cubicBezTo>
                        <a:pt x="9386" y="136"/>
                        <a:pt x="9811" y="40"/>
                        <a:pt x="10239" y="40"/>
                      </a:cubicBezTo>
                      <a:cubicBezTo>
                        <a:pt x="10287" y="40"/>
                        <a:pt x="10335" y="42"/>
                        <a:pt x="10383" y="44"/>
                      </a:cubicBezTo>
                      <a:cubicBezTo>
                        <a:pt x="10212" y="15"/>
                        <a:pt x="10040" y="0"/>
                        <a:pt x="9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 name="Google Shape;101;p9"/>
                <p:cNvSpPr/>
                <p:nvPr/>
              </p:nvSpPr>
              <p:spPr>
                <a:xfrm>
                  <a:off x="6186650" y="1653225"/>
                  <a:ext cx="349475" cy="166025"/>
                </a:xfrm>
                <a:custGeom>
                  <a:avLst/>
                  <a:gdLst/>
                  <a:ahLst/>
                  <a:cxnLst/>
                  <a:rect l="l" t="t" r="r" b="b"/>
                  <a:pathLst>
                    <a:path w="13979" h="6641" extrusionOk="0">
                      <a:moveTo>
                        <a:pt x="13978" y="1"/>
                      </a:moveTo>
                      <a:lnTo>
                        <a:pt x="13978" y="1"/>
                      </a:lnTo>
                      <a:cubicBezTo>
                        <a:pt x="13264" y="96"/>
                        <a:pt x="12597" y="370"/>
                        <a:pt x="12037" y="810"/>
                      </a:cubicBezTo>
                      <a:cubicBezTo>
                        <a:pt x="11466" y="1239"/>
                        <a:pt x="10990" y="1775"/>
                        <a:pt x="10609" y="2382"/>
                      </a:cubicBezTo>
                      <a:cubicBezTo>
                        <a:pt x="9916" y="3486"/>
                        <a:pt x="9538" y="4738"/>
                        <a:pt x="9215" y="5959"/>
                      </a:cubicBezTo>
                      <a:lnTo>
                        <a:pt x="9215" y="5959"/>
                      </a:lnTo>
                      <a:cubicBezTo>
                        <a:pt x="7933" y="5038"/>
                        <a:pt x="6420" y="4478"/>
                        <a:pt x="4846" y="4346"/>
                      </a:cubicBezTo>
                      <a:cubicBezTo>
                        <a:pt x="4610" y="4326"/>
                        <a:pt x="4373" y="4317"/>
                        <a:pt x="4137" y="4317"/>
                      </a:cubicBezTo>
                      <a:cubicBezTo>
                        <a:pt x="3529" y="4317"/>
                        <a:pt x="2926" y="4381"/>
                        <a:pt x="2334" y="4501"/>
                      </a:cubicBezTo>
                      <a:cubicBezTo>
                        <a:pt x="1512" y="4668"/>
                        <a:pt x="727" y="4965"/>
                        <a:pt x="0" y="5382"/>
                      </a:cubicBezTo>
                      <a:cubicBezTo>
                        <a:pt x="762" y="5061"/>
                        <a:pt x="1560" y="4858"/>
                        <a:pt x="2382" y="4751"/>
                      </a:cubicBezTo>
                      <a:cubicBezTo>
                        <a:pt x="2769" y="4705"/>
                        <a:pt x="3161" y="4681"/>
                        <a:pt x="3554" y="4681"/>
                      </a:cubicBezTo>
                      <a:cubicBezTo>
                        <a:pt x="3971" y="4681"/>
                        <a:pt x="4388" y="4708"/>
                        <a:pt x="4798" y="4763"/>
                      </a:cubicBezTo>
                      <a:cubicBezTo>
                        <a:pt x="6406" y="4965"/>
                        <a:pt x="7930" y="5597"/>
                        <a:pt x="9204" y="6585"/>
                      </a:cubicBezTo>
                      <a:cubicBezTo>
                        <a:pt x="9240" y="6609"/>
                        <a:pt x="9275" y="6620"/>
                        <a:pt x="9299" y="6632"/>
                      </a:cubicBezTo>
                      <a:cubicBezTo>
                        <a:pt x="9321" y="6638"/>
                        <a:pt x="9343" y="6641"/>
                        <a:pt x="9365" y="6641"/>
                      </a:cubicBezTo>
                      <a:cubicBezTo>
                        <a:pt x="9480" y="6641"/>
                        <a:pt x="9578" y="6562"/>
                        <a:pt x="9609" y="6442"/>
                      </a:cubicBezTo>
                      <a:cubicBezTo>
                        <a:pt x="9954" y="5108"/>
                        <a:pt x="10275" y="3763"/>
                        <a:pt x="10942" y="2572"/>
                      </a:cubicBezTo>
                      <a:cubicBezTo>
                        <a:pt x="11264" y="1989"/>
                        <a:pt x="11692" y="1441"/>
                        <a:pt x="12192" y="989"/>
                      </a:cubicBezTo>
                      <a:cubicBezTo>
                        <a:pt x="12692" y="524"/>
                        <a:pt x="13311" y="179"/>
                        <a:pt x="13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 name="Google Shape;102;p9"/>
                <p:cNvSpPr/>
                <p:nvPr/>
              </p:nvSpPr>
              <p:spPr>
                <a:xfrm>
                  <a:off x="6774675" y="1212300"/>
                  <a:ext cx="184275" cy="61725"/>
                </a:xfrm>
                <a:custGeom>
                  <a:avLst/>
                  <a:gdLst/>
                  <a:ahLst/>
                  <a:cxnLst/>
                  <a:rect l="l" t="t" r="r" b="b"/>
                  <a:pathLst>
                    <a:path w="7371" h="2469" extrusionOk="0">
                      <a:moveTo>
                        <a:pt x="745" y="1"/>
                      </a:moveTo>
                      <a:cubicBezTo>
                        <a:pt x="497" y="1"/>
                        <a:pt x="247" y="30"/>
                        <a:pt x="1" y="90"/>
                      </a:cubicBezTo>
                      <a:cubicBezTo>
                        <a:pt x="58" y="87"/>
                        <a:pt x="116" y="86"/>
                        <a:pt x="173" y="86"/>
                      </a:cubicBezTo>
                      <a:cubicBezTo>
                        <a:pt x="875" y="86"/>
                        <a:pt x="1561" y="288"/>
                        <a:pt x="2156" y="673"/>
                      </a:cubicBezTo>
                      <a:cubicBezTo>
                        <a:pt x="2775" y="1054"/>
                        <a:pt x="3239" y="1649"/>
                        <a:pt x="3489" y="2340"/>
                      </a:cubicBezTo>
                      <a:cubicBezTo>
                        <a:pt x="3501" y="2376"/>
                        <a:pt x="3525" y="2411"/>
                        <a:pt x="3561" y="2435"/>
                      </a:cubicBezTo>
                      <a:cubicBezTo>
                        <a:pt x="3597" y="2458"/>
                        <a:pt x="3636" y="2468"/>
                        <a:pt x="3674" y="2468"/>
                      </a:cubicBezTo>
                      <a:cubicBezTo>
                        <a:pt x="3738" y="2468"/>
                        <a:pt x="3798" y="2439"/>
                        <a:pt x="3835" y="2388"/>
                      </a:cubicBezTo>
                      <a:cubicBezTo>
                        <a:pt x="4251" y="1768"/>
                        <a:pt x="4752" y="1197"/>
                        <a:pt x="5430" y="935"/>
                      </a:cubicBezTo>
                      <a:cubicBezTo>
                        <a:pt x="5634" y="855"/>
                        <a:pt x="5851" y="815"/>
                        <a:pt x="6068" y="815"/>
                      </a:cubicBezTo>
                      <a:cubicBezTo>
                        <a:pt x="6206" y="815"/>
                        <a:pt x="6344" y="831"/>
                        <a:pt x="6478" y="864"/>
                      </a:cubicBezTo>
                      <a:cubicBezTo>
                        <a:pt x="6847" y="923"/>
                        <a:pt x="7169" y="1149"/>
                        <a:pt x="7371" y="1471"/>
                      </a:cubicBezTo>
                      <a:cubicBezTo>
                        <a:pt x="7216" y="1090"/>
                        <a:pt x="6907" y="804"/>
                        <a:pt x="6526" y="673"/>
                      </a:cubicBezTo>
                      <a:cubicBezTo>
                        <a:pt x="6315" y="603"/>
                        <a:pt x="6098" y="567"/>
                        <a:pt x="5881" y="567"/>
                      </a:cubicBezTo>
                      <a:cubicBezTo>
                        <a:pt x="5693" y="567"/>
                        <a:pt x="5505" y="594"/>
                        <a:pt x="5323" y="649"/>
                      </a:cubicBezTo>
                      <a:cubicBezTo>
                        <a:pt x="4930" y="768"/>
                        <a:pt x="4573" y="983"/>
                        <a:pt x="4275" y="1256"/>
                      </a:cubicBezTo>
                      <a:cubicBezTo>
                        <a:pt x="4073" y="1451"/>
                        <a:pt x="3882" y="1663"/>
                        <a:pt x="3712" y="1884"/>
                      </a:cubicBezTo>
                      <a:lnTo>
                        <a:pt x="3712" y="1884"/>
                      </a:lnTo>
                      <a:cubicBezTo>
                        <a:pt x="3412" y="1256"/>
                        <a:pt x="2921" y="737"/>
                        <a:pt x="2299" y="411"/>
                      </a:cubicBezTo>
                      <a:cubicBezTo>
                        <a:pt x="1825" y="141"/>
                        <a:pt x="1289" y="1"/>
                        <a:pt x="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103" name="Google Shape;103;p9"/>
            <p:cNvSpPr/>
            <p:nvPr/>
          </p:nvSpPr>
          <p:spPr>
            <a:xfrm flipH="1">
              <a:off x="3088499" y="2738625"/>
              <a:ext cx="6538901" cy="2404890"/>
            </a:xfrm>
            <a:custGeom>
              <a:avLst/>
              <a:gdLst/>
              <a:ahLst/>
              <a:cxnLst/>
              <a:rect l="l" t="t" r="r" b="b"/>
              <a:pathLst>
                <a:path w="102716" h="33636" extrusionOk="0">
                  <a:moveTo>
                    <a:pt x="102716" y="33493"/>
                  </a:moveTo>
                  <a:cubicBezTo>
                    <a:pt x="102716" y="33493"/>
                    <a:pt x="93310" y="6549"/>
                    <a:pt x="67914" y="11645"/>
                  </a:cubicBezTo>
                  <a:cubicBezTo>
                    <a:pt x="25420" y="20158"/>
                    <a:pt x="42113" y="4763"/>
                    <a:pt x="0" y="1"/>
                  </a:cubicBezTo>
                  <a:lnTo>
                    <a:pt x="0" y="33433"/>
                  </a:lnTo>
                  <a:cubicBezTo>
                    <a:pt x="0" y="33540"/>
                    <a:pt x="84" y="33636"/>
                    <a:pt x="203" y="33636"/>
                  </a:cubicBezTo>
                  <a:lnTo>
                    <a:pt x="102513" y="33636"/>
                  </a:lnTo>
                  <a:cubicBezTo>
                    <a:pt x="102620" y="33636"/>
                    <a:pt x="102716" y="33540"/>
                    <a:pt x="102716" y="3343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 name="Google Shape;104;p9"/>
            <p:cNvSpPr/>
            <p:nvPr/>
          </p:nvSpPr>
          <p:spPr>
            <a:xfrm>
              <a:off x="0" y="3225500"/>
              <a:ext cx="2141443" cy="1918013"/>
            </a:xfrm>
            <a:custGeom>
              <a:avLst/>
              <a:gdLst/>
              <a:ahLst/>
              <a:cxnLst/>
              <a:rect l="l" t="t" r="r" b="b"/>
              <a:pathLst>
                <a:path w="92453" h="35422" extrusionOk="0">
                  <a:moveTo>
                    <a:pt x="92452" y="35267"/>
                  </a:moveTo>
                  <a:cubicBezTo>
                    <a:pt x="92452" y="35267"/>
                    <a:pt x="73069" y="1"/>
                    <a:pt x="0" y="1787"/>
                  </a:cubicBezTo>
                  <a:lnTo>
                    <a:pt x="0" y="35208"/>
                  </a:lnTo>
                  <a:cubicBezTo>
                    <a:pt x="0" y="35327"/>
                    <a:pt x="84" y="35422"/>
                    <a:pt x="203" y="35422"/>
                  </a:cubicBezTo>
                  <a:lnTo>
                    <a:pt x="92238" y="35422"/>
                  </a:lnTo>
                  <a:cubicBezTo>
                    <a:pt x="92357" y="35422"/>
                    <a:pt x="92452" y="35327"/>
                    <a:pt x="92452" y="3520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05" name="Google Shape;105;p9"/>
          <p:cNvSpPr txBox="1">
            <a:spLocks noGrp="1"/>
          </p:cNvSpPr>
          <p:nvPr>
            <p:ph type="title"/>
          </p:nvPr>
        </p:nvSpPr>
        <p:spPr>
          <a:xfrm>
            <a:off x="1284233" y="1855613"/>
            <a:ext cx="5393600" cy="932800"/>
          </a:xfrm>
          <a:prstGeom prst="rect">
            <a:avLst/>
          </a:prstGeom>
        </p:spPr>
        <p:txBody>
          <a:bodyPr spcFirstLastPara="1" wrap="square" lIns="91425" tIns="91425" rIns="91425" bIns="91425" anchor="b" anchorCtr="0">
            <a:noAutofit/>
          </a:bodyPr>
          <a:lstStyle>
            <a:lvl1pPr lvl="0" algn="l">
              <a:spcBef>
                <a:spcPts val="0"/>
              </a:spcBef>
              <a:spcAft>
                <a:spcPts val="0"/>
              </a:spcAft>
              <a:buSzPts val="4200"/>
              <a:buNone/>
              <a:defRPr>
                <a:solidFill>
                  <a:schemeClr val="accent4"/>
                </a:solidFill>
              </a:defRPr>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106" name="Google Shape;106;p9"/>
          <p:cNvSpPr txBox="1">
            <a:spLocks noGrp="1"/>
          </p:cNvSpPr>
          <p:nvPr>
            <p:ph type="subTitle" idx="1"/>
          </p:nvPr>
        </p:nvSpPr>
        <p:spPr>
          <a:xfrm>
            <a:off x="1284233" y="2803733"/>
            <a:ext cx="5153600" cy="2214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a:lvl1pPr>
            <a:lvl2pPr lvl="1" algn="ctr">
              <a:lnSpc>
                <a:spcPct val="100000"/>
              </a:lnSpc>
              <a:spcBef>
                <a:spcPts val="1333"/>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5300745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8"/>
        <p:cNvGrpSpPr/>
        <p:nvPr/>
      </p:nvGrpSpPr>
      <p:grpSpPr>
        <a:xfrm>
          <a:off x="0" y="0"/>
          <a:ext cx="0" cy="0"/>
          <a:chOff x="0" y="0"/>
          <a:chExt cx="0" cy="0"/>
        </a:xfrm>
      </p:grpSpPr>
      <p:grpSp>
        <p:nvGrpSpPr>
          <p:cNvPr id="39" name="Google Shape;39;p4"/>
          <p:cNvGrpSpPr/>
          <p:nvPr/>
        </p:nvGrpSpPr>
        <p:grpSpPr>
          <a:xfrm>
            <a:off x="0" y="-1818332"/>
            <a:ext cx="13574179" cy="8676343"/>
            <a:chOff x="0" y="-1363749"/>
            <a:chExt cx="10180634" cy="6507257"/>
          </a:xfrm>
        </p:grpSpPr>
        <p:sp>
          <p:nvSpPr>
            <p:cNvPr id="40" name="Google Shape;40;p4"/>
            <p:cNvSpPr/>
            <p:nvPr/>
          </p:nvSpPr>
          <p:spPr>
            <a:xfrm>
              <a:off x="0" y="3239625"/>
              <a:ext cx="7574791" cy="1903882"/>
            </a:xfrm>
            <a:custGeom>
              <a:avLst/>
              <a:gdLst/>
              <a:ahLst/>
              <a:cxnLst/>
              <a:rect l="l" t="t" r="r" b="b"/>
              <a:pathLst>
                <a:path w="102716" h="33636" extrusionOk="0">
                  <a:moveTo>
                    <a:pt x="102716" y="33493"/>
                  </a:moveTo>
                  <a:cubicBezTo>
                    <a:pt x="102716" y="33493"/>
                    <a:pt x="93310" y="6549"/>
                    <a:pt x="67914" y="11645"/>
                  </a:cubicBezTo>
                  <a:cubicBezTo>
                    <a:pt x="25420" y="20158"/>
                    <a:pt x="42113" y="4763"/>
                    <a:pt x="0" y="1"/>
                  </a:cubicBezTo>
                  <a:lnTo>
                    <a:pt x="0" y="33433"/>
                  </a:lnTo>
                  <a:cubicBezTo>
                    <a:pt x="0" y="33540"/>
                    <a:pt x="84" y="33636"/>
                    <a:pt x="203" y="33636"/>
                  </a:cubicBezTo>
                  <a:lnTo>
                    <a:pt x="102513" y="33636"/>
                  </a:lnTo>
                  <a:cubicBezTo>
                    <a:pt x="102620" y="33636"/>
                    <a:pt x="102716" y="33540"/>
                    <a:pt x="102716" y="3343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 name="Google Shape;41;p4"/>
            <p:cNvSpPr/>
            <p:nvPr/>
          </p:nvSpPr>
          <p:spPr>
            <a:xfrm>
              <a:off x="6910474" y="-1363749"/>
              <a:ext cx="3270161" cy="2254882"/>
            </a:xfrm>
            <a:custGeom>
              <a:avLst/>
              <a:gdLst/>
              <a:ahLst/>
              <a:cxnLst/>
              <a:rect l="l" t="t" r="r" b="b"/>
              <a:pathLst>
                <a:path w="19289" h="13300" extrusionOk="0">
                  <a:moveTo>
                    <a:pt x="8878" y="1"/>
                  </a:moveTo>
                  <a:cubicBezTo>
                    <a:pt x="8356" y="1"/>
                    <a:pt x="7835" y="75"/>
                    <a:pt x="7335" y="231"/>
                  </a:cubicBezTo>
                  <a:cubicBezTo>
                    <a:pt x="5739" y="720"/>
                    <a:pt x="4406" y="2113"/>
                    <a:pt x="4168" y="3768"/>
                  </a:cubicBezTo>
                  <a:cubicBezTo>
                    <a:pt x="4055" y="3755"/>
                    <a:pt x="3942" y="3749"/>
                    <a:pt x="3828" y="3749"/>
                  </a:cubicBezTo>
                  <a:cubicBezTo>
                    <a:pt x="2402" y="3749"/>
                    <a:pt x="930" y="4697"/>
                    <a:pt x="488" y="6054"/>
                  </a:cubicBezTo>
                  <a:cubicBezTo>
                    <a:pt x="0" y="7518"/>
                    <a:pt x="715" y="9280"/>
                    <a:pt x="2084" y="9983"/>
                  </a:cubicBezTo>
                  <a:cubicBezTo>
                    <a:pt x="2819" y="10350"/>
                    <a:pt x="3658" y="10429"/>
                    <a:pt x="4491" y="10429"/>
                  </a:cubicBezTo>
                  <a:cubicBezTo>
                    <a:pt x="4629" y="10429"/>
                    <a:pt x="4768" y="10427"/>
                    <a:pt x="4906" y="10423"/>
                  </a:cubicBezTo>
                  <a:cubicBezTo>
                    <a:pt x="5370" y="11673"/>
                    <a:pt x="6632" y="12483"/>
                    <a:pt x="7882" y="12923"/>
                  </a:cubicBezTo>
                  <a:cubicBezTo>
                    <a:pt x="8263" y="13054"/>
                    <a:pt x="8656" y="13162"/>
                    <a:pt x="9061" y="13245"/>
                  </a:cubicBezTo>
                  <a:cubicBezTo>
                    <a:pt x="9310" y="13281"/>
                    <a:pt x="9559" y="13299"/>
                    <a:pt x="9806" y="13299"/>
                  </a:cubicBezTo>
                  <a:cubicBezTo>
                    <a:pt x="11495" y="13299"/>
                    <a:pt x="13096" y="12465"/>
                    <a:pt x="14062" y="11042"/>
                  </a:cubicBezTo>
                  <a:cubicBezTo>
                    <a:pt x="14561" y="11269"/>
                    <a:pt x="15095" y="11382"/>
                    <a:pt x="15629" y="11382"/>
                  </a:cubicBezTo>
                  <a:cubicBezTo>
                    <a:pt x="16217" y="11382"/>
                    <a:pt x="16805" y="11245"/>
                    <a:pt x="17348" y="10971"/>
                  </a:cubicBezTo>
                  <a:cubicBezTo>
                    <a:pt x="18372" y="10435"/>
                    <a:pt x="19062" y="9423"/>
                    <a:pt x="19193" y="8268"/>
                  </a:cubicBezTo>
                  <a:cubicBezTo>
                    <a:pt x="19288" y="7137"/>
                    <a:pt x="18729" y="5911"/>
                    <a:pt x="17776" y="5280"/>
                  </a:cubicBezTo>
                  <a:cubicBezTo>
                    <a:pt x="18312" y="4530"/>
                    <a:pt x="18372" y="3541"/>
                    <a:pt x="17931" y="2732"/>
                  </a:cubicBezTo>
                  <a:cubicBezTo>
                    <a:pt x="17467" y="1946"/>
                    <a:pt x="16645" y="1434"/>
                    <a:pt x="15728" y="1363"/>
                  </a:cubicBezTo>
                  <a:cubicBezTo>
                    <a:pt x="15673" y="1359"/>
                    <a:pt x="15617" y="1357"/>
                    <a:pt x="15561" y="1357"/>
                  </a:cubicBezTo>
                  <a:cubicBezTo>
                    <a:pt x="14720" y="1357"/>
                    <a:pt x="13854" y="1770"/>
                    <a:pt x="13240" y="2351"/>
                  </a:cubicBezTo>
                  <a:cubicBezTo>
                    <a:pt x="13169" y="1744"/>
                    <a:pt x="12657" y="1291"/>
                    <a:pt x="12145" y="958"/>
                  </a:cubicBezTo>
                  <a:cubicBezTo>
                    <a:pt x="11172" y="353"/>
                    <a:pt x="10021" y="1"/>
                    <a:pt x="88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42" name="Google Shape;42;p4"/>
          <p:cNvSpPr txBox="1">
            <a:spLocks noGrp="1"/>
          </p:cNvSpPr>
          <p:nvPr>
            <p:ph type="title"/>
          </p:nvPr>
        </p:nvSpPr>
        <p:spPr>
          <a:xfrm>
            <a:off x="828787" y="547745"/>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4"/>
              </a:buClr>
              <a:buSzPts val="3500"/>
              <a:buNone/>
              <a:defRPr>
                <a:solidFill>
                  <a:schemeClr val="accent4"/>
                </a:solidFill>
              </a:defRPr>
            </a:lvl1pPr>
            <a:lvl2pPr lvl="1">
              <a:spcBef>
                <a:spcPts val="0"/>
              </a:spcBef>
              <a:spcAft>
                <a:spcPts val="0"/>
              </a:spcAft>
              <a:buClr>
                <a:schemeClr val="accent4"/>
              </a:buClr>
              <a:buSzPts val="3500"/>
              <a:buNone/>
              <a:defRPr>
                <a:solidFill>
                  <a:schemeClr val="accent4"/>
                </a:solidFill>
              </a:defRPr>
            </a:lvl2pPr>
            <a:lvl3pPr lvl="2">
              <a:spcBef>
                <a:spcPts val="0"/>
              </a:spcBef>
              <a:spcAft>
                <a:spcPts val="0"/>
              </a:spcAft>
              <a:buClr>
                <a:schemeClr val="accent4"/>
              </a:buClr>
              <a:buSzPts val="3500"/>
              <a:buNone/>
              <a:defRPr>
                <a:solidFill>
                  <a:schemeClr val="accent4"/>
                </a:solidFill>
              </a:defRPr>
            </a:lvl3pPr>
            <a:lvl4pPr lvl="3">
              <a:spcBef>
                <a:spcPts val="0"/>
              </a:spcBef>
              <a:spcAft>
                <a:spcPts val="0"/>
              </a:spcAft>
              <a:buClr>
                <a:schemeClr val="accent4"/>
              </a:buClr>
              <a:buSzPts val="3500"/>
              <a:buNone/>
              <a:defRPr>
                <a:solidFill>
                  <a:schemeClr val="accent4"/>
                </a:solidFill>
              </a:defRPr>
            </a:lvl4pPr>
            <a:lvl5pPr lvl="4">
              <a:spcBef>
                <a:spcPts val="0"/>
              </a:spcBef>
              <a:spcAft>
                <a:spcPts val="0"/>
              </a:spcAft>
              <a:buClr>
                <a:schemeClr val="accent4"/>
              </a:buClr>
              <a:buSzPts val="3500"/>
              <a:buNone/>
              <a:defRPr>
                <a:solidFill>
                  <a:schemeClr val="accent4"/>
                </a:solidFill>
              </a:defRPr>
            </a:lvl5pPr>
            <a:lvl6pPr lvl="5">
              <a:spcBef>
                <a:spcPts val="0"/>
              </a:spcBef>
              <a:spcAft>
                <a:spcPts val="0"/>
              </a:spcAft>
              <a:buClr>
                <a:schemeClr val="accent4"/>
              </a:buClr>
              <a:buSzPts val="3500"/>
              <a:buNone/>
              <a:defRPr>
                <a:solidFill>
                  <a:schemeClr val="accent4"/>
                </a:solidFill>
              </a:defRPr>
            </a:lvl6pPr>
            <a:lvl7pPr lvl="6">
              <a:spcBef>
                <a:spcPts val="0"/>
              </a:spcBef>
              <a:spcAft>
                <a:spcPts val="0"/>
              </a:spcAft>
              <a:buClr>
                <a:schemeClr val="accent4"/>
              </a:buClr>
              <a:buSzPts val="3500"/>
              <a:buNone/>
              <a:defRPr>
                <a:solidFill>
                  <a:schemeClr val="accent4"/>
                </a:solidFill>
              </a:defRPr>
            </a:lvl7pPr>
            <a:lvl8pPr lvl="7">
              <a:spcBef>
                <a:spcPts val="0"/>
              </a:spcBef>
              <a:spcAft>
                <a:spcPts val="0"/>
              </a:spcAft>
              <a:buClr>
                <a:schemeClr val="accent4"/>
              </a:buClr>
              <a:buSzPts val="3500"/>
              <a:buNone/>
              <a:defRPr>
                <a:solidFill>
                  <a:schemeClr val="accent4"/>
                </a:solidFill>
              </a:defRPr>
            </a:lvl8pPr>
            <a:lvl9pPr lvl="8">
              <a:spcBef>
                <a:spcPts val="0"/>
              </a:spcBef>
              <a:spcAft>
                <a:spcPts val="0"/>
              </a:spcAft>
              <a:buClr>
                <a:schemeClr val="accent4"/>
              </a:buClr>
              <a:buSzPts val="3500"/>
              <a:buNone/>
              <a:defRPr>
                <a:solidFill>
                  <a:schemeClr val="accent4"/>
                </a:solidFill>
              </a:defRPr>
            </a:lvl9pPr>
          </a:lstStyle>
          <a:p>
            <a:endParaRPr/>
          </a:p>
        </p:txBody>
      </p:sp>
      <p:sp>
        <p:nvSpPr>
          <p:cNvPr id="43" name="Google Shape;43;p4"/>
          <p:cNvSpPr txBox="1">
            <a:spLocks noGrp="1"/>
          </p:cNvSpPr>
          <p:nvPr>
            <p:ph type="body" idx="1"/>
          </p:nvPr>
        </p:nvSpPr>
        <p:spPr>
          <a:xfrm>
            <a:off x="1011700" y="1404600"/>
            <a:ext cx="9936000" cy="47996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Clr>
                <a:srgbClr val="434343"/>
              </a:buClr>
              <a:buSzPts val="1200"/>
              <a:buAutoNum type="arabicPeriod"/>
              <a:defRPr sz="1600"/>
            </a:lvl1pPr>
            <a:lvl2pPr marL="1219170" lvl="1" indent="-406390">
              <a:spcBef>
                <a:spcPts val="0"/>
              </a:spcBef>
              <a:spcAft>
                <a:spcPts val="0"/>
              </a:spcAft>
              <a:buClr>
                <a:srgbClr val="434343"/>
              </a:buClr>
              <a:buSzPts val="1200"/>
              <a:buFont typeface="Roboto Condensed Light"/>
              <a:buAutoNum type="alphaLcPeriod"/>
              <a:defRPr/>
            </a:lvl2pPr>
            <a:lvl3pPr marL="1828754" lvl="2" indent="-406390">
              <a:spcBef>
                <a:spcPts val="0"/>
              </a:spcBef>
              <a:spcAft>
                <a:spcPts val="0"/>
              </a:spcAft>
              <a:buClr>
                <a:srgbClr val="434343"/>
              </a:buClr>
              <a:buSzPts val="1200"/>
              <a:buFont typeface="Roboto Condensed Light"/>
              <a:buAutoNum type="romanLcPeriod"/>
              <a:defRPr/>
            </a:lvl3pPr>
            <a:lvl4pPr marL="2438339" lvl="3" indent="-406390">
              <a:spcBef>
                <a:spcPts val="0"/>
              </a:spcBef>
              <a:spcAft>
                <a:spcPts val="0"/>
              </a:spcAft>
              <a:buClr>
                <a:srgbClr val="434343"/>
              </a:buClr>
              <a:buSzPts val="1200"/>
              <a:buFont typeface="Roboto Condensed Light"/>
              <a:buAutoNum type="arabicPeriod"/>
              <a:defRPr/>
            </a:lvl4pPr>
            <a:lvl5pPr marL="3047924" lvl="4" indent="-406390">
              <a:spcBef>
                <a:spcPts val="0"/>
              </a:spcBef>
              <a:spcAft>
                <a:spcPts val="0"/>
              </a:spcAft>
              <a:buClr>
                <a:srgbClr val="434343"/>
              </a:buClr>
              <a:buSzPts val="1200"/>
              <a:buFont typeface="Roboto Condensed Light"/>
              <a:buAutoNum type="alphaLcPeriod"/>
              <a:defRPr/>
            </a:lvl5pPr>
            <a:lvl6pPr marL="3657509" lvl="5" indent="-406390">
              <a:spcBef>
                <a:spcPts val="0"/>
              </a:spcBef>
              <a:spcAft>
                <a:spcPts val="0"/>
              </a:spcAft>
              <a:buClr>
                <a:srgbClr val="434343"/>
              </a:buClr>
              <a:buSzPts val="1200"/>
              <a:buFont typeface="Roboto Condensed Light"/>
              <a:buAutoNum type="romanLcPeriod"/>
              <a:defRPr/>
            </a:lvl6pPr>
            <a:lvl7pPr marL="4267093" lvl="6" indent="-406390">
              <a:spcBef>
                <a:spcPts val="0"/>
              </a:spcBef>
              <a:spcAft>
                <a:spcPts val="0"/>
              </a:spcAft>
              <a:buClr>
                <a:srgbClr val="434343"/>
              </a:buClr>
              <a:buSzPts val="1200"/>
              <a:buFont typeface="Roboto Condensed Light"/>
              <a:buAutoNum type="arabicPeriod"/>
              <a:defRPr/>
            </a:lvl7pPr>
            <a:lvl8pPr marL="4876678" lvl="7" indent="-406390">
              <a:spcBef>
                <a:spcPts val="0"/>
              </a:spcBef>
              <a:spcAft>
                <a:spcPts val="0"/>
              </a:spcAft>
              <a:buClr>
                <a:srgbClr val="434343"/>
              </a:buClr>
              <a:buSzPts val="1200"/>
              <a:buFont typeface="Roboto Condensed Light"/>
              <a:buAutoNum type="alphaLcPeriod"/>
              <a:defRPr/>
            </a:lvl8pPr>
            <a:lvl9pPr marL="5486263" lvl="8" indent="-406390">
              <a:spcBef>
                <a:spcPts val="0"/>
              </a:spcBef>
              <a:spcAft>
                <a:spcPts val="0"/>
              </a:spcAft>
              <a:buClr>
                <a:srgbClr val="434343"/>
              </a:buClr>
              <a:buSzPts val="1200"/>
              <a:buFont typeface="Roboto Condensed Light"/>
              <a:buAutoNum type="romanLcPeriod"/>
              <a:defRPr/>
            </a:lvl9pPr>
          </a:lstStyle>
          <a:p>
            <a:endParaRPr/>
          </a:p>
        </p:txBody>
      </p:sp>
    </p:spTree>
    <p:extLst>
      <p:ext uri="{BB962C8B-B14F-4D97-AF65-F5344CB8AC3E}">
        <p14:creationId xmlns:p14="http://schemas.microsoft.com/office/powerpoint/2010/main" val="7202754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22"/>
        <p:cNvGrpSpPr/>
        <p:nvPr/>
      </p:nvGrpSpPr>
      <p:grpSpPr>
        <a:xfrm>
          <a:off x="0" y="0"/>
          <a:ext cx="0" cy="0"/>
          <a:chOff x="0" y="0"/>
          <a:chExt cx="0" cy="0"/>
        </a:xfrm>
      </p:grpSpPr>
      <p:grpSp>
        <p:nvGrpSpPr>
          <p:cNvPr id="123" name="Google Shape;123;p13"/>
          <p:cNvGrpSpPr/>
          <p:nvPr/>
        </p:nvGrpSpPr>
        <p:grpSpPr>
          <a:xfrm>
            <a:off x="-3284935" y="-1818332"/>
            <a:ext cx="15477125" cy="8671797"/>
            <a:chOff x="-2463701" y="-1363749"/>
            <a:chExt cx="11607844" cy="6503848"/>
          </a:xfrm>
        </p:grpSpPr>
        <p:sp>
          <p:nvSpPr>
            <p:cNvPr id="124" name="Google Shape;124;p13"/>
            <p:cNvSpPr/>
            <p:nvPr/>
          </p:nvSpPr>
          <p:spPr>
            <a:xfrm>
              <a:off x="1517825" y="1853149"/>
              <a:ext cx="7626318" cy="3286949"/>
            </a:xfrm>
            <a:custGeom>
              <a:avLst/>
              <a:gdLst/>
              <a:ahLst/>
              <a:cxnLst/>
              <a:rect l="l" t="t" r="r" b="b"/>
              <a:pathLst>
                <a:path w="121564" h="55067" extrusionOk="0">
                  <a:moveTo>
                    <a:pt x="53638" y="33076"/>
                  </a:moveTo>
                  <a:cubicBezTo>
                    <a:pt x="79082" y="36052"/>
                    <a:pt x="76618" y="0"/>
                    <a:pt x="121564" y="21289"/>
                  </a:cubicBezTo>
                  <a:lnTo>
                    <a:pt x="121564" y="54864"/>
                  </a:lnTo>
                  <a:cubicBezTo>
                    <a:pt x="121564" y="54971"/>
                    <a:pt x="121468" y="55067"/>
                    <a:pt x="121349" y="55067"/>
                  </a:cubicBezTo>
                  <a:lnTo>
                    <a:pt x="120" y="55067"/>
                  </a:lnTo>
                  <a:cubicBezTo>
                    <a:pt x="1" y="55067"/>
                    <a:pt x="120" y="54971"/>
                    <a:pt x="120" y="54864"/>
                  </a:cubicBezTo>
                  <a:cubicBezTo>
                    <a:pt x="120" y="54864"/>
                    <a:pt x="120" y="26789"/>
                    <a:pt x="53638" y="3307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5" name="Google Shape;125;p13"/>
            <p:cNvSpPr/>
            <p:nvPr/>
          </p:nvSpPr>
          <p:spPr>
            <a:xfrm>
              <a:off x="-2463701" y="-1363749"/>
              <a:ext cx="3270161" cy="2254882"/>
            </a:xfrm>
            <a:custGeom>
              <a:avLst/>
              <a:gdLst/>
              <a:ahLst/>
              <a:cxnLst/>
              <a:rect l="l" t="t" r="r" b="b"/>
              <a:pathLst>
                <a:path w="19289" h="13300" extrusionOk="0">
                  <a:moveTo>
                    <a:pt x="8878" y="1"/>
                  </a:moveTo>
                  <a:cubicBezTo>
                    <a:pt x="8356" y="1"/>
                    <a:pt x="7835" y="75"/>
                    <a:pt x="7335" y="231"/>
                  </a:cubicBezTo>
                  <a:cubicBezTo>
                    <a:pt x="5739" y="720"/>
                    <a:pt x="4406" y="2113"/>
                    <a:pt x="4168" y="3768"/>
                  </a:cubicBezTo>
                  <a:cubicBezTo>
                    <a:pt x="4055" y="3755"/>
                    <a:pt x="3942" y="3749"/>
                    <a:pt x="3828" y="3749"/>
                  </a:cubicBezTo>
                  <a:cubicBezTo>
                    <a:pt x="2402" y="3749"/>
                    <a:pt x="930" y="4697"/>
                    <a:pt x="488" y="6054"/>
                  </a:cubicBezTo>
                  <a:cubicBezTo>
                    <a:pt x="0" y="7518"/>
                    <a:pt x="715" y="9280"/>
                    <a:pt x="2084" y="9983"/>
                  </a:cubicBezTo>
                  <a:cubicBezTo>
                    <a:pt x="2819" y="10350"/>
                    <a:pt x="3658" y="10429"/>
                    <a:pt x="4491" y="10429"/>
                  </a:cubicBezTo>
                  <a:cubicBezTo>
                    <a:pt x="4629" y="10429"/>
                    <a:pt x="4768" y="10427"/>
                    <a:pt x="4906" y="10423"/>
                  </a:cubicBezTo>
                  <a:cubicBezTo>
                    <a:pt x="5370" y="11673"/>
                    <a:pt x="6632" y="12483"/>
                    <a:pt x="7882" y="12923"/>
                  </a:cubicBezTo>
                  <a:cubicBezTo>
                    <a:pt x="8263" y="13054"/>
                    <a:pt x="8656" y="13162"/>
                    <a:pt x="9061" y="13245"/>
                  </a:cubicBezTo>
                  <a:cubicBezTo>
                    <a:pt x="9310" y="13281"/>
                    <a:pt x="9559" y="13299"/>
                    <a:pt x="9806" y="13299"/>
                  </a:cubicBezTo>
                  <a:cubicBezTo>
                    <a:pt x="11495" y="13299"/>
                    <a:pt x="13096" y="12465"/>
                    <a:pt x="14062" y="11042"/>
                  </a:cubicBezTo>
                  <a:cubicBezTo>
                    <a:pt x="14561" y="11269"/>
                    <a:pt x="15095" y="11382"/>
                    <a:pt x="15629" y="11382"/>
                  </a:cubicBezTo>
                  <a:cubicBezTo>
                    <a:pt x="16217" y="11382"/>
                    <a:pt x="16805" y="11245"/>
                    <a:pt x="17348" y="10971"/>
                  </a:cubicBezTo>
                  <a:cubicBezTo>
                    <a:pt x="18372" y="10435"/>
                    <a:pt x="19062" y="9423"/>
                    <a:pt x="19193" y="8268"/>
                  </a:cubicBezTo>
                  <a:cubicBezTo>
                    <a:pt x="19288" y="7137"/>
                    <a:pt x="18729" y="5911"/>
                    <a:pt x="17776" y="5280"/>
                  </a:cubicBezTo>
                  <a:cubicBezTo>
                    <a:pt x="18312" y="4530"/>
                    <a:pt x="18372" y="3541"/>
                    <a:pt x="17931" y="2732"/>
                  </a:cubicBezTo>
                  <a:cubicBezTo>
                    <a:pt x="17467" y="1946"/>
                    <a:pt x="16645" y="1434"/>
                    <a:pt x="15728" y="1363"/>
                  </a:cubicBezTo>
                  <a:cubicBezTo>
                    <a:pt x="15673" y="1359"/>
                    <a:pt x="15617" y="1357"/>
                    <a:pt x="15561" y="1357"/>
                  </a:cubicBezTo>
                  <a:cubicBezTo>
                    <a:pt x="14720" y="1357"/>
                    <a:pt x="13854" y="1770"/>
                    <a:pt x="13240" y="2351"/>
                  </a:cubicBezTo>
                  <a:cubicBezTo>
                    <a:pt x="13169" y="1744"/>
                    <a:pt x="12657" y="1291"/>
                    <a:pt x="12145" y="958"/>
                  </a:cubicBezTo>
                  <a:cubicBezTo>
                    <a:pt x="11172" y="353"/>
                    <a:pt x="10021" y="1"/>
                    <a:pt x="88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126" name="Google Shape;126;p13"/>
            <p:cNvGrpSpPr/>
            <p:nvPr/>
          </p:nvGrpSpPr>
          <p:grpSpPr>
            <a:xfrm flipH="1">
              <a:off x="6332858" y="455715"/>
              <a:ext cx="2097734" cy="1066787"/>
              <a:chOff x="6186650" y="997000"/>
              <a:chExt cx="1616875" cy="822250"/>
            </a:xfrm>
          </p:grpSpPr>
          <p:sp>
            <p:nvSpPr>
              <p:cNvPr id="127" name="Google Shape;127;p13"/>
              <p:cNvSpPr/>
              <p:nvPr/>
            </p:nvSpPr>
            <p:spPr>
              <a:xfrm>
                <a:off x="7271300" y="1156000"/>
                <a:ext cx="265525" cy="84675"/>
              </a:xfrm>
              <a:custGeom>
                <a:avLst/>
                <a:gdLst/>
                <a:ahLst/>
                <a:cxnLst/>
                <a:rect l="l" t="t" r="r" b="b"/>
                <a:pathLst>
                  <a:path w="10621" h="3387" extrusionOk="0">
                    <a:moveTo>
                      <a:pt x="9008" y="1"/>
                    </a:moveTo>
                    <a:cubicBezTo>
                      <a:pt x="8495" y="1"/>
                      <a:pt x="7988" y="143"/>
                      <a:pt x="7549" y="411"/>
                    </a:cubicBezTo>
                    <a:cubicBezTo>
                      <a:pt x="7061" y="721"/>
                      <a:pt x="6656" y="1125"/>
                      <a:pt x="6359" y="1614"/>
                    </a:cubicBezTo>
                    <a:cubicBezTo>
                      <a:pt x="6125" y="1988"/>
                      <a:pt x="5920" y="2376"/>
                      <a:pt x="5757" y="2785"/>
                    </a:cubicBezTo>
                    <a:lnTo>
                      <a:pt x="5757" y="2785"/>
                    </a:lnTo>
                    <a:cubicBezTo>
                      <a:pt x="5115" y="1997"/>
                      <a:pt x="4239" y="1428"/>
                      <a:pt x="3239" y="1173"/>
                    </a:cubicBezTo>
                    <a:cubicBezTo>
                      <a:pt x="2837" y="1066"/>
                      <a:pt x="2415" y="1012"/>
                      <a:pt x="1998" y="1012"/>
                    </a:cubicBezTo>
                    <a:cubicBezTo>
                      <a:pt x="1859" y="1012"/>
                      <a:pt x="1721" y="1018"/>
                      <a:pt x="1584" y="1030"/>
                    </a:cubicBezTo>
                    <a:cubicBezTo>
                      <a:pt x="1025" y="1078"/>
                      <a:pt x="489" y="1233"/>
                      <a:pt x="1" y="1494"/>
                    </a:cubicBezTo>
                    <a:cubicBezTo>
                      <a:pt x="524" y="1304"/>
                      <a:pt x="1075" y="1208"/>
                      <a:pt x="1627" y="1208"/>
                    </a:cubicBezTo>
                    <a:cubicBezTo>
                      <a:pt x="2144" y="1208"/>
                      <a:pt x="2661" y="1292"/>
                      <a:pt x="3156" y="1459"/>
                    </a:cubicBezTo>
                    <a:cubicBezTo>
                      <a:pt x="4180" y="1768"/>
                      <a:pt x="5061" y="2411"/>
                      <a:pt x="5656" y="3292"/>
                    </a:cubicBezTo>
                    <a:cubicBezTo>
                      <a:pt x="5680" y="3328"/>
                      <a:pt x="5716" y="3352"/>
                      <a:pt x="5751" y="3376"/>
                    </a:cubicBezTo>
                    <a:cubicBezTo>
                      <a:pt x="5773" y="3383"/>
                      <a:pt x="5794" y="3386"/>
                      <a:pt x="5815" y="3386"/>
                    </a:cubicBezTo>
                    <a:cubicBezTo>
                      <a:pt x="5899" y="3386"/>
                      <a:pt x="5973" y="3333"/>
                      <a:pt x="6001" y="3257"/>
                    </a:cubicBezTo>
                    <a:cubicBezTo>
                      <a:pt x="6359" y="2256"/>
                      <a:pt x="6859" y="1268"/>
                      <a:pt x="7716" y="661"/>
                    </a:cubicBezTo>
                    <a:cubicBezTo>
                      <a:pt x="8145" y="363"/>
                      <a:pt x="8645" y="197"/>
                      <a:pt x="9168" y="197"/>
                    </a:cubicBezTo>
                    <a:cubicBezTo>
                      <a:pt x="9197" y="195"/>
                      <a:pt x="9226" y="195"/>
                      <a:pt x="9255" y="195"/>
                    </a:cubicBezTo>
                    <a:cubicBezTo>
                      <a:pt x="9771" y="195"/>
                      <a:pt x="10260" y="395"/>
                      <a:pt x="10621" y="756"/>
                    </a:cubicBezTo>
                    <a:cubicBezTo>
                      <a:pt x="10300" y="292"/>
                      <a:pt x="9740" y="54"/>
                      <a:pt x="9180" y="6"/>
                    </a:cubicBezTo>
                    <a:cubicBezTo>
                      <a:pt x="9123" y="3"/>
                      <a:pt x="9065" y="1"/>
                      <a:pt x="90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8" name="Google Shape;128;p13"/>
              <p:cNvSpPr/>
              <p:nvPr/>
            </p:nvSpPr>
            <p:spPr>
              <a:xfrm>
                <a:off x="7543950" y="997000"/>
                <a:ext cx="259575" cy="86450"/>
              </a:xfrm>
              <a:custGeom>
                <a:avLst/>
                <a:gdLst/>
                <a:ahLst/>
                <a:cxnLst/>
                <a:rect l="l" t="t" r="r" b="b"/>
                <a:pathLst>
                  <a:path w="10383" h="3458" extrusionOk="0">
                    <a:moveTo>
                      <a:pt x="9868" y="0"/>
                    </a:moveTo>
                    <a:cubicBezTo>
                      <a:pt x="9549" y="0"/>
                      <a:pt x="9232" y="51"/>
                      <a:pt x="8930" y="151"/>
                    </a:cubicBezTo>
                    <a:cubicBezTo>
                      <a:pt x="8466" y="318"/>
                      <a:pt x="8026" y="568"/>
                      <a:pt x="7645" y="889"/>
                    </a:cubicBezTo>
                    <a:cubicBezTo>
                      <a:pt x="6946" y="1459"/>
                      <a:pt x="6432" y="2193"/>
                      <a:pt x="5954" y="2925"/>
                    </a:cubicBezTo>
                    <a:lnTo>
                      <a:pt x="5954" y="2925"/>
                    </a:lnTo>
                    <a:cubicBezTo>
                      <a:pt x="5302" y="2040"/>
                      <a:pt x="4436" y="1353"/>
                      <a:pt x="3418" y="937"/>
                    </a:cubicBezTo>
                    <a:cubicBezTo>
                      <a:pt x="2882" y="711"/>
                      <a:pt x="2311" y="556"/>
                      <a:pt x="1727" y="485"/>
                    </a:cubicBezTo>
                    <a:cubicBezTo>
                      <a:pt x="1528" y="464"/>
                      <a:pt x="1326" y="453"/>
                      <a:pt x="1124" y="453"/>
                    </a:cubicBezTo>
                    <a:cubicBezTo>
                      <a:pt x="745" y="453"/>
                      <a:pt x="365" y="490"/>
                      <a:pt x="1" y="568"/>
                    </a:cubicBezTo>
                    <a:cubicBezTo>
                      <a:pt x="137" y="559"/>
                      <a:pt x="274" y="555"/>
                      <a:pt x="410" y="555"/>
                    </a:cubicBezTo>
                    <a:cubicBezTo>
                      <a:pt x="1406" y="555"/>
                      <a:pt x="2398" y="783"/>
                      <a:pt x="3299" y="1223"/>
                    </a:cubicBezTo>
                    <a:cubicBezTo>
                      <a:pt x="4311" y="1699"/>
                      <a:pt x="5168" y="2449"/>
                      <a:pt x="5799" y="3378"/>
                    </a:cubicBezTo>
                    <a:cubicBezTo>
                      <a:pt x="5811" y="3390"/>
                      <a:pt x="5835" y="3413"/>
                      <a:pt x="5859" y="3425"/>
                    </a:cubicBezTo>
                    <a:cubicBezTo>
                      <a:pt x="5889" y="3447"/>
                      <a:pt x="5925" y="3458"/>
                      <a:pt x="5960" y="3458"/>
                    </a:cubicBezTo>
                    <a:cubicBezTo>
                      <a:pt x="6021" y="3458"/>
                      <a:pt x="6083" y="3426"/>
                      <a:pt x="6121" y="3366"/>
                    </a:cubicBezTo>
                    <a:cubicBezTo>
                      <a:pt x="6633" y="2556"/>
                      <a:pt x="7145" y="1747"/>
                      <a:pt x="7823" y="1092"/>
                    </a:cubicBezTo>
                    <a:cubicBezTo>
                      <a:pt x="8168" y="770"/>
                      <a:pt x="8561" y="508"/>
                      <a:pt x="8990" y="318"/>
                    </a:cubicBezTo>
                    <a:cubicBezTo>
                      <a:pt x="9386" y="136"/>
                      <a:pt x="9811" y="40"/>
                      <a:pt x="10239" y="40"/>
                    </a:cubicBezTo>
                    <a:cubicBezTo>
                      <a:pt x="10287" y="40"/>
                      <a:pt x="10335" y="42"/>
                      <a:pt x="10383" y="44"/>
                    </a:cubicBezTo>
                    <a:cubicBezTo>
                      <a:pt x="10212" y="15"/>
                      <a:pt x="10040" y="0"/>
                      <a:pt x="9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9" name="Google Shape;129;p13"/>
              <p:cNvSpPr/>
              <p:nvPr/>
            </p:nvSpPr>
            <p:spPr>
              <a:xfrm>
                <a:off x="6186650" y="1653225"/>
                <a:ext cx="349475" cy="166025"/>
              </a:xfrm>
              <a:custGeom>
                <a:avLst/>
                <a:gdLst/>
                <a:ahLst/>
                <a:cxnLst/>
                <a:rect l="l" t="t" r="r" b="b"/>
                <a:pathLst>
                  <a:path w="13979" h="6641" extrusionOk="0">
                    <a:moveTo>
                      <a:pt x="13978" y="1"/>
                    </a:moveTo>
                    <a:lnTo>
                      <a:pt x="13978" y="1"/>
                    </a:lnTo>
                    <a:cubicBezTo>
                      <a:pt x="13264" y="96"/>
                      <a:pt x="12597" y="370"/>
                      <a:pt x="12037" y="810"/>
                    </a:cubicBezTo>
                    <a:cubicBezTo>
                      <a:pt x="11466" y="1239"/>
                      <a:pt x="10990" y="1775"/>
                      <a:pt x="10609" y="2382"/>
                    </a:cubicBezTo>
                    <a:cubicBezTo>
                      <a:pt x="9916" y="3486"/>
                      <a:pt x="9538" y="4738"/>
                      <a:pt x="9215" y="5959"/>
                    </a:cubicBezTo>
                    <a:lnTo>
                      <a:pt x="9215" y="5959"/>
                    </a:lnTo>
                    <a:cubicBezTo>
                      <a:pt x="7933" y="5038"/>
                      <a:pt x="6420" y="4478"/>
                      <a:pt x="4846" y="4346"/>
                    </a:cubicBezTo>
                    <a:cubicBezTo>
                      <a:pt x="4610" y="4326"/>
                      <a:pt x="4373" y="4317"/>
                      <a:pt x="4137" y="4317"/>
                    </a:cubicBezTo>
                    <a:cubicBezTo>
                      <a:pt x="3529" y="4317"/>
                      <a:pt x="2926" y="4381"/>
                      <a:pt x="2334" y="4501"/>
                    </a:cubicBezTo>
                    <a:cubicBezTo>
                      <a:pt x="1512" y="4668"/>
                      <a:pt x="727" y="4965"/>
                      <a:pt x="0" y="5382"/>
                    </a:cubicBezTo>
                    <a:cubicBezTo>
                      <a:pt x="762" y="5061"/>
                      <a:pt x="1560" y="4858"/>
                      <a:pt x="2382" y="4751"/>
                    </a:cubicBezTo>
                    <a:cubicBezTo>
                      <a:pt x="2769" y="4705"/>
                      <a:pt x="3161" y="4681"/>
                      <a:pt x="3554" y="4681"/>
                    </a:cubicBezTo>
                    <a:cubicBezTo>
                      <a:pt x="3971" y="4681"/>
                      <a:pt x="4388" y="4708"/>
                      <a:pt x="4798" y="4763"/>
                    </a:cubicBezTo>
                    <a:cubicBezTo>
                      <a:pt x="6406" y="4965"/>
                      <a:pt x="7930" y="5597"/>
                      <a:pt x="9204" y="6585"/>
                    </a:cubicBezTo>
                    <a:cubicBezTo>
                      <a:pt x="9240" y="6609"/>
                      <a:pt x="9275" y="6620"/>
                      <a:pt x="9299" y="6632"/>
                    </a:cubicBezTo>
                    <a:cubicBezTo>
                      <a:pt x="9321" y="6638"/>
                      <a:pt x="9343" y="6641"/>
                      <a:pt x="9365" y="6641"/>
                    </a:cubicBezTo>
                    <a:cubicBezTo>
                      <a:pt x="9480" y="6641"/>
                      <a:pt x="9578" y="6562"/>
                      <a:pt x="9609" y="6442"/>
                    </a:cubicBezTo>
                    <a:cubicBezTo>
                      <a:pt x="9954" y="5108"/>
                      <a:pt x="10275" y="3763"/>
                      <a:pt x="10942" y="2572"/>
                    </a:cubicBezTo>
                    <a:cubicBezTo>
                      <a:pt x="11264" y="1989"/>
                      <a:pt x="11692" y="1441"/>
                      <a:pt x="12192" y="989"/>
                    </a:cubicBezTo>
                    <a:cubicBezTo>
                      <a:pt x="12692" y="524"/>
                      <a:pt x="13311" y="179"/>
                      <a:pt x="13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0" name="Google Shape;130;p13"/>
              <p:cNvSpPr/>
              <p:nvPr/>
            </p:nvSpPr>
            <p:spPr>
              <a:xfrm>
                <a:off x="6774675" y="1212300"/>
                <a:ext cx="184275" cy="61725"/>
              </a:xfrm>
              <a:custGeom>
                <a:avLst/>
                <a:gdLst/>
                <a:ahLst/>
                <a:cxnLst/>
                <a:rect l="l" t="t" r="r" b="b"/>
                <a:pathLst>
                  <a:path w="7371" h="2469" extrusionOk="0">
                    <a:moveTo>
                      <a:pt x="745" y="1"/>
                    </a:moveTo>
                    <a:cubicBezTo>
                      <a:pt x="497" y="1"/>
                      <a:pt x="247" y="30"/>
                      <a:pt x="1" y="90"/>
                    </a:cubicBezTo>
                    <a:cubicBezTo>
                      <a:pt x="58" y="87"/>
                      <a:pt x="116" y="86"/>
                      <a:pt x="173" y="86"/>
                    </a:cubicBezTo>
                    <a:cubicBezTo>
                      <a:pt x="875" y="86"/>
                      <a:pt x="1561" y="288"/>
                      <a:pt x="2156" y="673"/>
                    </a:cubicBezTo>
                    <a:cubicBezTo>
                      <a:pt x="2775" y="1054"/>
                      <a:pt x="3239" y="1649"/>
                      <a:pt x="3489" y="2340"/>
                    </a:cubicBezTo>
                    <a:cubicBezTo>
                      <a:pt x="3501" y="2376"/>
                      <a:pt x="3525" y="2411"/>
                      <a:pt x="3561" y="2435"/>
                    </a:cubicBezTo>
                    <a:cubicBezTo>
                      <a:pt x="3597" y="2458"/>
                      <a:pt x="3636" y="2468"/>
                      <a:pt x="3674" y="2468"/>
                    </a:cubicBezTo>
                    <a:cubicBezTo>
                      <a:pt x="3738" y="2468"/>
                      <a:pt x="3798" y="2439"/>
                      <a:pt x="3835" y="2388"/>
                    </a:cubicBezTo>
                    <a:cubicBezTo>
                      <a:pt x="4251" y="1768"/>
                      <a:pt x="4752" y="1197"/>
                      <a:pt x="5430" y="935"/>
                    </a:cubicBezTo>
                    <a:cubicBezTo>
                      <a:pt x="5634" y="855"/>
                      <a:pt x="5851" y="815"/>
                      <a:pt x="6068" y="815"/>
                    </a:cubicBezTo>
                    <a:cubicBezTo>
                      <a:pt x="6206" y="815"/>
                      <a:pt x="6344" y="831"/>
                      <a:pt x="6478" y="864"/>
                    </a:cubicBezTo>
                    <a:cubicBezTo>
                      <a:pt x="6847" y="923"/>
                      <a:pt x="7169" y="1149"/>
                      <a:pt x="7371" y="1471"/>
                    </a:cubicBezTo>
                    <a:cubicBezTo>
                      <a:pt x="7216" y="1090"/>
                      <a:pt x="6907" y="804"/>
                      <a:pt x="6526" y="673"/>
                    </a:cubicBezTo>
                    <a:cubicBezTo>
                      <a:pt x="6315" y="603"/>
                      <a:pt x="6098" y="567"/>
                      <a:pt x="5881" y="567"/>
                    </a:cubicBezTo>
                    <a:cubicBezTo>
                      <a:pt x="5693" y="567"/>
                      <a:pt x="5505" y="594"/>
                      <a:pt x="5323" y="649"/>
                    </a:cubicBezTo>
                    <a:cubicBezTo>
                      <a:pt x="4930" y="768"/>
                      <a:pt x="4573" y="983"/>
                      <a:pt x="4275" y="1256"/>
                    </a:cubicBezTo>
                    <a:cubicBezTo>
                      <a:pt x="4073" y="1451"/>
                      <a:pt x="3882" y="1663"/>
                      <a:pt x="3712" y="1884"/>
                    </a:cubicBezTo>
                    <a:lnTo>
                      <a:pt x="3712" y="1884"/>
                    </a:lnTo>
                    <a:cubicBezTo>
                      <a:pt x="3412" y="1256"/>
                      <a:pt x="2921" y="737"/>
                      <a:pt x="2299" y="411"/>
                    </a:cubicBezTo>
                    <a:cubicBezTo>
                      <a:pt x="1825" y="141"/>
                      <a:pt x="1289" y="1"/>
                      <a:pt x="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131" name="Google Shape;131;p13"/>
          <p:cNvSpPr txBox="1">
            <a:spLocks noGrp="1"/>
          </p:cNvSpPr>
          <p:nvPr>
            <p:ph type="title"/>
          </p:nvPr>
        </p:nvSpPr>
        <p:spPr>
          <a:xfrm>
            <a:off x="828787" y="547745"/>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3500"/>
              <a:buNone/>
              <a:defRPr>
                <a:solidFill>
                  <a:schemeClr val="accent4"/>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32" name="Google Shape;132;p13"/>
          <p:cNvSpPr txBox="1">
            <a:spLocks noGrp="1"/>
          </p:cNvSpPr>
          <p:nvPr>
            <p:ph type="title" idx="2" hasCustomPrompt="1"/>
          </p:nvPr>
        </p:nvSpPr>
        <p:spPr>
          <a:xfrm>
            <a:off x="1387500" y="2082309"/>
            <a:ext cx="1102800" cy="708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4933" b="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t>xx%</a:t>
            </a:r>
          </a:p>
        </p:txBody>
      </p:sp>
      <p:sp>
        <p:nvSpPr>
          <p:cNvPr id="133" name="Google Shape;133;p13"/>
          <p:cNvSpPr txBox="1">
            <a:spLocks noGrp="1"/>
          </p:cNvSpPr>
          <p:nvPr>
            <p:ph type="title" idx="3"/>
          </p:nvPr>
        </p:nvSpPr>
        <p:spPr>
          <a:xfrm>
            <a:off x="2490400" y="2082300"/>
            <a:ext cx="3453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3333" b="1">
                <a:solidFill>
                  <a:schemeClr val="accent4"/>
                </a:solidFill>
              </a:defRPr>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endParaRPr/>
          </a:p>
        </p:txBody>
      </p:sp>
      <p:sp>
        <p:nvSpPr>
          <p:cNvPr id="134" name="Google Shape;134;p13"/>
          <p:cNvSpPr txBox="1">
            <a:spLocks noGrp="1"/>
          </p:cNvSpPr>
          <p:nvPr>
            <p:ph type="title" idx="4"/>
          </p:nvPr>
        </p:nvSpPr>
        <p:spPr>
          <a:xfrm>
            <a:off x="2490400" y="2662447"/>
            <a:ext cx="3453200" cy="10044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867" b="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endParaRPr/>
          </a:p>
        </p:txBody>
      </p:sp>
      <p:sp>
        <p:nvSpPr>
          <p:cNvPr id="135" name="Google Shape;135;p13"/>
          <p:cNvSpPr txBox="1">
            <a:spLocks noGrp="1"/>
          </p:cNvSpPr>
          <p:nvPr>
            <p:ph type="title" idx="5" hasCustomPrompt="1"/>
          </p:nvPr>
        </p:nvSpPr>
        <p:spPr>
          <a:xfrm>
            <a:off x="6248400" y="2082309"/>
            <a:ext cx="1102800" cy="708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4933" b="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t>xx%</a:t>
            </a:r>
          </a:p>
        </p:txBody>
      </p:sp>
      <p:sp>
        <p:nvSpPr>
          <p:cNvPr id="136" name="Google Shape;136;p13"/>
          <p:cNvSpPr txBox="1">
            <a:spLocks noGrp="1"/>
          </p:cNvSpPr>
          <p:nvPr>
            <p:ph type="title" idx="6"/>
          </p:nvPr>
        </p:nvSpPr>
        <p:spPr>
          <a:xfrm>
            <a:off x="7351300" y="2082300"/>
            <a:ext cx="3453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3333" b="1">
                <a:solidFill>
                  <a:schemeClr val="accent4"/>
                </a:solidFill>
              </a:defRPr>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endParaRPr/>
          </a:p>
        </p:txBody>
      </p:sp>
      <p:sp>
        <p:nvSpPr>
          <p:cNvPr id="137" name="Google Shape;137;p13"/>
          <p:cNvSpPr txBox="1">
            <a:spLocks noGrp="1"/>
          </p:cNvSpPr>
          <p:nvPr>
            <p:ph type="title" idx="7"/>
          </p:nvPr>
        </p:nvSpPr>
        <p:spPr>
          <a:xfrm>
            <a:off x="7351300" y="2662447"/>
            <a:ext cx="3453200" cy="10044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867" b="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endParaRPr/>
          </a:p>
        </p:txBody>
      </p:sp>
      <p:sp>
        <p:nvSpPr>
          <p:cNvPr id="138" name="Google Shape;138;p13"/>
          <p:cNvSpPr txBox="1">
            <a:spLocks noGrp="1"/>
          </p:cNvSpPr>
          <p:nvPr>
            <p:ph type="title" idx="8" hasCustomPrompt="1"/>
          </p:nvPr>
        </p:nvSpPr>
        <p:spPr>
          <a:xfrm>
            <a:off x="1387500" y="4100309"/>
            <a:ext cx="1102800" cy="708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4933" b="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t>xx%</a:t>
            </a:r>
          </a:p>
        </p:txBody>
      </p:sp>
      <p:sp>
        <p:nvSpPr>
          <p:cNvPr id="139" name="Google Shape;139;p13"/>
          <p:cNvSpPr txBox="1">
            <a:spLocks noGrp="1"/>
          </p:cNvSpPr>
          <p:nvPr>
            <p:ph type="title" idx="9"/>
          </p:nvPr>
        </p:nvSpPr>
        <p:spPr>
          <a:xfrm>
            <a:off x="2490400" y="4100300"/>
            <a:ext cx="3453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3333" b="1">
                <a:solidFill>
                  <a:schemeClr val="accent4"/>
                </a:solidFill>
              </a:defRPr>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endParaRPr/>
          </a:p>
        </p:txBody>
      </p:sp>
      <p:sp>
        <p:nvSpPr>
          <p:cNvPr id="140" name="Google Shape;140;p13"/>
          <p:cNvSpPr txBox="1">
            <a:spLocks noGrp="1"/>
          </p:cNvSpPr>
          <p:nvPr>
            <p:ph type="title" idx="13"/>
          </p:nvPr>
        </p:nvSpPr>
        <p:spPr>
          <a:xfrm>
            <a:off x="2490400" y="4680447"/>
            <a:ext cx="3453200" cy="10044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867" b="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endParaRPr/>
          </a:p>
        </p:txBody>
      </p:sp>
      <p:sp>
        <p:nvSpPr>
          <p:cNvPr id="141" name="Google Shape;141;p13"/>
          <p:cNvSpPr txBox="1">
            <a:spLocks noGrp="1"/>
          </p:cNvSpPr>
          <p:nvPr>
            <p:ph type="title" idx="14" hasCustomPrompt="1"/>
          </p:nvPr>
        </p:nvSpPr>
        <p:spPr>
          <a:xfrm>
            <a:off x="6248400" y="4100309"/>
            <a:ext cx="1102800" cy="708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4933" b="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t>xx%</a:t>
            </a:r>
          </a:p>
        </p:txBody>
      </p:sp>
      <p:sp>
        <p:nvSpPr>
          <p:cNvPr id="142" name="Google Shape;142;p13"/>
          <p:cNvSpPr txBox="1">
            <a:spLocks noGrp="1"/>
          </p:cNvSpPr>
          <p:nvPr>
            <p:ph type="title" idx="15"/>
          </p:nvPr>
        </p:nvSpPr>
        <p:spPr>
          <a:xfrm>
            <a:off x="7351300" y="4100300"/>
            <a:ext cx="3453200" cy="70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3333" b="1">
                <a:solidFill>
                  <a:schemeClr val="accent4"/>
                </a:solidFill>
              </a:defRPr>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endParaRPr/>
          </a:p>
        </p:txBody>
      </p:sp>
      <p:sp>
        <p:nvSpPr>
          <p:cNvPr id="143" name="Google Shape;143;p13"/>
          <p:cNvSpPr txBox="1">
            <a:spLocks noGrp="1"/>
          </p:cNvSpPr>
          <p:nvPr>
            <p:ph type="title" idx="16"/>
          </p:nvPr>
        </p:nvSpPr>
        <p:spPr>
          <a:xfrm>
            <a:off x="7351300" y="4680447"/>
            <a:ext cx="3453200" cy="10044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867" b="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endParaRPr/>
          </a:p>
        </p:txBody>
      </p:sp>
    </p:spTree>
    <p:extLst>
      <p:ext uri="{BB962C8B-B14F-4D97-AF65-F5344CB8AC3E}">
        <p14:creationId xmlns:p14="http://schemas.microsoft.com/office/powerpoint/2010/main" val="35117994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44"/>
        <p:cNvGrpSpPr/>
        <p:nvPr/>
      </p:nvGrpSpPr>
      <p:grpSpPr>
        <a:xfrm>
          <a:off x="0" y="0"/>
          <a:ext cx="0" cy="0"/>
          <a:chOff x="0" y="0"/>
          <a:chExt cx="0" cy="0"/>
        </a:xfrm>
      </p:grpSpPr>
      <p:grpSp>
        <p:nvGrpSpPr>
          <p:cNvPr id="145" name="Google Shape;145;p14"/>
          <p:cNvGrpSpPr/>
          <p:nvPr/>
        </p:nvGrpSpPr>
        <p:grpSpPr>
          <a:xfrm>
            <a:off x="-1424788" y="381848"/>
            <a:ext cx="9874288" cy="6466797"/>
            <a:chOff x="-1068591" y="286386"/>
            <a:chExt cx="7405716" cy="4850098"/>
          </a:xfrm>
        </p:grpSpPr>
        <p:sp>
          <p:nvSpPr>
            <p:cNvPr id="146" name="Google Shape;146;p14"/>
            <p:cNvSpPr/>
            <p:nvPr/>
          </p:nvSpPr>
          <p:spPr>
            <a:xfrm>
              <a:off x="0" y="2996150"/>
              <a:ext cx="6337125" cy="2140333"/>
            </a:xfrm>
            <a:custGeom>
              <a:avLst/>
              <a:gdLst/>
              <a:ahLst/>
              <a:cxnLst/>
              <a:rect l="l" t="t" r="r" b="b"/>
              <a:pathLst>
                <a:path w="102717" h="45697" extrusionOk="0">
                  <a:moveTo>
                    <a:pt x="67914" y="23694"/>
                  </a:moveTo>
                  <a:cubicBezTo>
                    <a:pt x="42982" y="17836"/>
                    <a:pt x="43268" y="1"/>
                    <a:pt x="1" y="1"/>
                  </a:cubicBezTo>
                  <a:lnTo>
                    <a:pt x="1" y="45483"/>
                  </a:lnTo>
                  <a:cubicBezTo>
                    <a:pt x="1" y="45602"/>
                    <a:pt x="84" y="45697"/>
                    <a:pt x="203" y="45697"/>
                  </a:cubicBezTo>
                  <a:lnTo>
                    <a:pt x="102514" y="45697"/>
                  </a:lnTo>
                  <a:cubicBezTo>
                    <a:pt x="102621" y="45697"/>
                    <a:pt x="102716" y="45602"/>
                    <a:pt x="102716" y="45483"/>
                  </a:cubicBezTo>
                  <a:cubicBezTo>
                    <a:pt x="102716" y="45483"/>
                    <a:pt x="86452" y="28052"/>
                    <a:pt x="67914" y="2369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147" name="Google Shape;147;p14"/>
            <p:cNvGrpSpPr/>
            <p:nvPr/>
          </p:nvGrpSpPr>
          <p:grpSpPr>
            <a:xfrm>
              <a:off x="1736600" y="1023311"/>
              <a:ext cx="1143519" cy="799674"/>
              <a:chOff x="1330800" y="1140849"/>
              <a:chExt cx="1143519" cy="799674"/>
            </a:xfrm>
          </p:grpSpPr>
          <p:sp>
            <p:nvSpPr>
              <p:cNvPr id="148" name="Google Shape;148;p14"/>
              <p:cNvSpPr/>
              <p:nvPr/>
            </p:nvSpPr>
            <p:spPr>
              <a:xfrm>
                <a:off x="2186368" y="1312440"/>
                <a:ext cx="287951" cy="93651"/>
              </a:xfrm>
              <a:custGeom>
                <a:avLst/>
                <a:gdLst/>
                <a:ahLst/>
                <a:cxnLst/>
                <a:rect l="l" t="t" r="r" b="b"/>
                <a:pathLst>
                  <a:path w="10371" h="3373" extrusionOk="0">
                    <a:moveTo>
                      <a:pt x="954" y="0"/>
                    </a:moveTo>
                    <a:cubicBezTo>
                      <a:pt x="634" y="0"/>
                      <a:pt x="313" y="36"/>
                      <a:pt x="0" y="113"/>
                    </a:cubicBezTo>
                    <a:cubicBezTo>
                      <a:pt x="143" y="100"/>
                      <a:pt x="285" y="94"/>
                      <a:pt x="427" y="94"/>
                    </a:cubicBezTo>
                    <a:cubicBezTo>
                      <a:pt x="1345" y="94"/>
                      <a:pt x="2253" y="358"/>
                      <a:pt x="3036" y="863"/>
                    </a:cubicBezTo>
                    <a:cubicBezTo>
                      <a:pt x="3929" y="1411"/>
                      <a:pt x="4620" y="2244"/>
                      <a:pt x="4977" y="3244"/>
                    </a:cubicBezTo>
                    <a:cubicBezTo>
                      <a:pt x="4989" y="3280"/>
                      <a:pt x="5013" y="3316"/>
                      <a:pt x="5049" y="3339"/>
                    </a:cubicBezTo>
                    <a:cubicBezTo>
                      <a:pt x="5080" y="3362"/>
                      <a:pt x="5117" y="3372"/>
                      <a:pt x="5153" y="3372"/>
                    </a:cubicBezTo>
                    <a:cubicBezTo>
                      <a:pt x="5213" y="3372"/>
                      <a:pt x="5273" y="3344"/>
                      <a:pt x="5310" y="3292"/>
                    </a:cubicBezTo>
                    <a:cubicBezTo>
                      <a:pt x="5906" y="2423"/>
                      <a:pt x="6632" y="1601"/>
                      <a:pt x="7596" y="1232"/>
                    </a:cubicBezTo>
                    <a:cubicBezTo>
                      <a:pt x="7881" y="1121"/>
                      <a:pt x="8182" y="1066"/>
                      <a:pt x="8483" y="1066"/>
                    </a:cubicBezTo>
                    <a:cubicBezTo>
                      <a:pt x="8698" y="1066"/>
                      <a:pt x="8912" y="1094"/>
                      <a:pt x="9120" y="1149"/>
                    </a:cubicBezTo>
                    <a:cubicBezTo>
                      <a:pt x="9644" y="1256"/>
                      <a:pt x="10097" y="1577"/>
                      <a:pt x="10371" y="2042"/>
                    </a:cubicBezTo>
                    <a:cubicBezTo>
                      <a:pt x="10180" y="1530"/>
                      <a:pt x="9692" y="1149"/>
                      <a:pt x="9168" y="970"/>
                    </a:cubicBezTo>
                    <a:cubicBezTo>
                      <a:pt x="8886" y="876"/>
                      <a:pt x="8591" y="828"/>
                      <a:pt x="8295" y="828"/>
                    </a:cubicBezTo>
                    <a:cubicBezTo>
                      <a:pt x="8029" y="828"/>
                      <a:pt x="7761" y="867"/>
                      <a:pt x="7501" y="946"/>
                    </a:cubicBezTo>
                    <a:cubicBezTo>
                      <a:pt x="6965" y="1125"/>
                      <a:pt x="6477" y="1423"/>
                      <a:pt x="6061" y="1804"/>
                    </a:cubicBezTo>
                    <a:cubicBezTo>
                      <a:pt x="5750" y="2104"/>
                      <a:pt x="5462" y="2435"/>
                      <a:pt x="5203" y="2783"/>
                    </a:cubicBezTo>
                    <a:lnTo>
                      <a:pt x="5203" y="2783"/>
                    </a:lnTo>
                    <a:cubicBezTo>
                      <a:pt x="4791" y="1859"/>
                      <a:pt x="4087" y="1093"/>
                      <a:pt x="3191" y="613"/>
                    </a:cubicBezTo>
                    <a:cubicBezTo>
                      <a:pt x="2715" y="339"/>
                      <a:pt x="2179" y="149"/>
                      <a:pt x="1631" y="53"/>
                    </a:cubicBezTo>
                    <a:cubicBezTo>
                      <a:pt x="1409" y="19"/>
                      <a:pt x="1182" y="0"/>
                      <a:pt x="9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9" name="Google Shape;149;p14"/>
              <p:cNvSpPr/>
              <p:nvPr/>
            </p:nvSpPr>
            <p:spPr>
              <a:xfrm>
                <a:off x="2053454" y="1140849"/>
                <a:ext cx="204656" cy="68552"/>
              </a:xfrm>
              <a:custGeom>
                <a:avLst/>
                <a:gdLst/>
                <a:ahLst/>
                <a:cxnLst/>
                <a:rect l="l" t="t" r="r" b="b"/>
                <a:pathLst>
                  <a:path w="7371" h="2469" extrusionOk="0">
                    <a:moveTo>
                      <a:pt x="745" y="1"/>
                    </a:moveTo>
                    <a:cubicBezTo>
                      <a:pt x="497" y="1"/>
                      <a:pt x="247" y="30"/>
                      <a:pt x="1" y="90"/>
                    </a:cubicBezTo>
                    <a:cubicBezTo>
                      <a:pt x="58" y="87"/>
                      <a:pt x="116" y="86"/>
                      <a:pt x="173" y="86"/>
                    </a:cubicBezTo>
                    <a:cubicBezTo>
                      <a:pt x="875" y="86"/>
                      <a:pt x="1561" y="288"/>
                      <a:pt x="2156" y="673"/>
                    </a:cubicBezTo>
                    <a:cubicBezTo>
                      <a:pt x="2775" y="1054"/>
                      <a:pt x="3239" y="1649"/>
                      <a:pt x="3489" y="2340"/>
                    </a:cubicBezTo>
                    <a:cubicBezTo>
                      <a:pt x="3501" y="2376"/>
                      <a:pt x="3525" y="2411"/>
                      <a:pt x="3561" y="2435"/>
                    </a:cubicBezTo>
                    <a:cubicBezTo>
                      <a:pt x="3597" y="2458"/>
                      <a:pt x="3636" y="2468"/>
                      <a:pt x="3674" y="2468"/>
                    </a:cubicBezTo>
                    <a:cubicBezTo>
                      <a:pt x="3738" y="2468"/>
                      <a:pt x="3798" y="2439"/>
                      <a:pt x="3835" y="2388"/>
                    </a:cubicBezTo>
                    <a:cubicBezTo>
                      <a:pt x="4251" y="1768"/>
                      <a:pt x="4752" y="1197"/>
                      <a:pt x="5430" y="935"/>
                    </a:cubicBezTo>
                    <a:cubicBezTo>
                      <a:pt x="5634" y="855"/>
                      <a:pt x="5851" y="815"/>
                      <a:pt x="6068" y="815"/>
                    </a:cubicBezTo>
                    <a:cubicBezTo>
                      <a:pt x="6206" y="815"/>
                      <a:pt x="6344" y="831"/>
                      <a:pt x="6478" y="864"/>
                    </a:cubicBezTo>
                    <a:cubicBezTo>
                      <a:pt x="6847" y="923"/>
                      <a:pt x="7169" y="1149"/>
                      <a:pt x="7371" y="1471"/>
                    </a:cubicBezTo>
                    <a:cubicBezTo>
                      <a:pt x="7216" y="1090"/>
                      <a:pt x="6907" y="804"/>
                      <a:pt x="6526" y="673"/>
                    </a:cubicBezTo>
                    <a:cubicBezTo>
                      <a:pt x="6315" y="603"/>
                      <a:pt x="6098" y="567"/>
                      <a:pt x="5881" y="567"/>
                    </a:cubicBezTo>
                    <a:cubicBezTo>
                      <a:pt x="5693" y="567"/>
                      <a:pt x="5505" y="594"/>
                      <a:pt x="5323" y="649"/>
                    </a:cubicBezTo>
                    <a:cubicBezTo>
                      <a:pt x="4930" y="768"/>
                      <a:pt x="4573" y="983"/>
                      <a:pt x="4275" y="1256"/>
                    </a:cubicBezTo>
                    <a:cubicBezTo>
                      <a:pt x="4073" y="1451"/>
                      <a:pt x="3882" y="1663"/>
                      <a:pt x="3712" y="1884"/>
                    </a:cubicBezTo>
                    <a:lnTo>
                      <a:pt x="3712" y="1884"/>
                    </a:lnTo>
                    <a:cubicBezTo>
                      <a:pt x="3412" y="1256"/>
                      <a:pt x="2921" y="737"/>
                      <a:pt x="2299" y="411"/>
                    </a:cubicBezTo>
                    <a:cubicBezTo>
                      <a:pt x="1825" y="141"/>
                      <a:pt x="1289" y="1"/>
                      <a:pt x="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0" name="Google Shape;150;p14"/>
              <p:cNvSpPr/>
              <p:nvPr/>
            </p:nvSpPr>
            <p:spPr>
              <a:xfrm>
                <a:off x="1901410" y="1508632"/>
                <a:ext cx="280010" cy="118445"/>
              </a:xfrm>
              <a:custGeom>
                <a:avLst/>
                <a:gdLst/>
                <a:ahLst/>
                <a:cxnLst/>
                <a:rect l="l" t="t" r="r" b="b"/>
                <a:pathLst>
                  <a:path w="10085" h="4266" extrusionOk="0">
                    <a:moveTo>
                      <a:pt x="0" y="0"/>
                    </a:moveTo>
                    <a:cubicBezTo>
                      <a:pt x="1107" y="214"/>
                      <a:pt x="2143" y="714"/>
                      <a:pt x="3000" y="1465"/>
                    </a:cubicBezTo>
                    <a:cubicBezTo>
                      <a:pt x="3846" y="2167"/>
                      <a:pt x="4489" y="3096"/>
                      <a:pt x="4870" y="4143"/>
                    </a:cubicBezTo>
                    <a:cubicBezTo>
                      <a:pt x="4892" y="4219"/>
                      <a:pt x="4967" y="4266"/>
                      <a:pt x="5047" y="4266"/>
                    </a:cubicBezTo>
                    <a:cubicBezTo>
                      <a:pt x="5093" y="4266"/>
                      <a:pt x="5140" y="4250"/>
                      <a:pt x="5179" y="4215"/>
                    </a:cubicBezTo>
                    <a:cubicBezTo>
                      <a:pt x="5870" y="3560"/>
                      <a:pt x="6560" y="2905"/>
                      <a:pt x="7382" y="2465"/>
                    </a:cubicBezTo>
                    <a:cubicBezTo>
                      <a:pt x="7787" y="2238"/>
                      <a:pt x="8227" y="2084"/>
                      <a:pt x="8692" y="2000"/>
                    </a:cubicBezTo>
                    <a:cubicBezTo>
                      <a:pt x="8857" y="1971"/>
                      <a:pt x="9024" y="1956"/>
                      <a:pt x="9191" y="1956"/>
                    </a:cubicBezTo>
                    <a:cubicBezTo>
                      <a:pt x="9492" y="1956"/>
                      <a:pt x="9793" y="2004"/>
                      <a:pt x="10085" y="2096"/>
                    </a:cubicBezTo>
                    <a:cubicBezTo>
                      <a:pt x="9719" y="1917"/>
                      <a:pt x="9320" y="1822"/>
                      <a:pt x="8915" y="1822"/>
                    </a:cubicBezTo>
                    <a:cubicBezTo>
                      <a:pt x="8833" y="1822"/>
                      <a:pt x="8750" y="1826"/>
                      <a:pt x="8668" y="1834"/>
                    </a:cubicBezTo>
                    <a:cubicBezTo>
                      <a:pt x="8180" y="1869"/>
                      <a:pt x="7703" y="2000"/>
                      <a:pt x="7251" y="2215"/>
                    </a:cubicBezTo>
                    <a:cubicBezTo>
                      <a:pt x="6446" y="2580"/>
                      <a:pt x="5767" y="3157"/>
                      <a:pt x="5126" y="3739"/>
                    </a:cubicBezTo>
                    <a:lnTo>
                      <a:pt x="5126" y="3739"/>
                    </a:lnTo>
                    <a:cubicBezTo>
                      <a:pt x="4728" y="2734"/>
                      <a:pt x="4066" y="1858"/>
                      <a:pt x="3203" y="1203"/>
                    </a:cubicBezTo>
                    <a:cubicBezTo>
                      <a:pt x="2739" y="845"/>
                      <a:pt x="2227" y="560"/>
                      <a:pt x="1679" y="345"/>
                    </a:cubicBezTo>
                    <a:cubicBezTo>
                      <a:pt x="1143" y="143"/>
                      <a:pt x="583" y="24"/>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1" name="Google Shape;151;p14"/>
              <p:cNvSpPr/>
              <p:nvPr/>
            </p:nvSpPr>
            <p:spPr>
              <a:xfrm>
                <a:off x="1330800" y="1812248"/>
                <a:ext cx="401676" cy="128274"/>
              </a:xfrm>
              <a:custGeom>
                <a:avLst/>
                <a:gdLst/>
                <a:ahLst/>
                <a:cxnLst/>
                <a:rect l="l" t="t" r="r" b="b"/>
                <a:pathLst>
                  <a:path w="14467" h="4620" extrusionOk="0">
                    <a:moveTo>
                      <a:pt x="13626" y="0"/>
                    </a:moveTo>
                    <a:cubicBezTo>
                      <a:pt x="13232" y="0"/>
                      <a:pt x="12837" y="60"/>
                      <a:pt x="12455" y="185"/>
                    </a:cubicBezTo>
                    <a:cubicBezTo>
                      <a:pt x="11788" y="388"/>
                      <a:pt x="11169" y="709"/>
                      <a:pt x="10621" y="1138"/>
                    </a:cubicBezTo>
                    <a:cubicBezTo>
                      <a:pt x="9630" y="1903"/>
                      <a:pt x="8872" y="2903"/>
                      <a:pt x="8172" y="3907"/>
                    </a:cubicBezTo>
                    <a:lnTo>
                      <a:pt x="8172" y="3907"/>
                    </a:lnTo>
                    <a:cubicBezTo>
                      <a:pt x="7315" y="2644"/>
                      <a:pt x="6134" y="1644"/>
                      <a:pt x="4751" y="1007"/>
                    </a:cubicBezTo>
                    <a:cubicBezTo>
                      <a:pt x="4001" y="662"/>
                      <a:pt x="3216" y="424"/>
                      <a:pt x="2418" y="305"/>
                    </a:cubicBezTo>
                    <a:cubicBezTo>
                      <a:pt x="2031" y="248"/>
                      <a:pt x="1645" y="218"/>
                      <a:pt x="1260" y="218"/>
                    </a:cubicBezTo>
                    <a:cubicBezTo>
                      <a:pt x="838" y="218"/>
                      <a:pt x="418" y="254"/>
                      <a:pt x="1" y="328"/>
                    </a:cubicBezTo>
                    <a:cubicBezTo>
                      <a:pt x="121" y="323"/>
                      <a:pt x="242" y="320"/>
                      <a:pt x="362" y="320"/>
                    </a:cubicBezTo>
                    <a:cubicBezTo>
                      <a:pt x="1036" y="320"/>
                      <a:pt x="1701" y="405"/>
                      <a:pt x="2358" y="566"/>
                    </a:cubicBezTo>
                    <a:cubicBezTo>
                      <a:pt x="3132" y="745"/>
                      <a:pt x="3870" y="1019"/>
                      <a:pt x="4561" y="1388"/>
                    </a:cubicBezTo>
                    <a:cubicBezTo>
                      <a:pt x="5942" y="2102"/>
                      <a:pt x="7121" y="3174"/>
                      <a:pt x="7954" y="4496"/>
                    </a:cubicBezTo>
                    <a:cubicBezTo>
                      <a:pt x="7966" y="4531"/>
                      <a:pt x="7990" y="4555"/>
                      <a:pt x="8026" y="4579"/>
                    </a:cubicBezTo>
                    <a:cubicBezTo>
                      <a:pt x="8066" y="4606"/>
                      <a:pt x="8114" y="4619"/>
                      <a:pt x="8163" y="4619"/>
                    </a:cubicBezTo>
                    <a:cubicBezTo>
                      <a:pt x="8244" y="4619"/>
                      <a:pt x="8326" y="4582"/>
                      <a:pt x="8371" y="4507"/>
                    </a:cubicBezTo>
                    <a:cubicBezTo>
                      <a:pt x="9133" y="3400"/>
                      <a:pt x="9871" y="2293"/>
                      <a:pt x="10859" y="1436"/>
                    </a:cubicBezTo>
                    <a:cubicBezTo>
                      <a:pt x="11359" y="995"/>
                      <a:pt x="11919" y="650"/>
                      <a:pt x="12526" y="400"/>
                    </a:cubicBezTo>
                    <a:cubicBezTo>
                      <a:pt x="13050" y="188"/>
                      <a:pt x="13607" y="79"/>
                      <a:pt x="14162" y="79"/>
                    </a:cubicBezTo>
                    <a:cubicBezTo>
                      <a:pt x="14264" y="79"/>
                      <a:pt x="14366" y="83"/>
                      <a:pt x="14467" y="90"/>
                    </a:cubicBezTo>
                    <a:cubicBezTo>
                      <a:pt x="14189" y="31"/>
                      <a:pt x="13908" y="0"/>
                      <a:pt x="136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52" name="Google Shape;152;p14"/>
            <p:cNvSpPr/>
            <p:nvPr/>
          </p:nvSpPr>
          <p:spPr>
            <a:xfrm>
              <a:off x="-1068591" y="286386"/>
              <a:ext cx="1469321" cy="1013777"/>
            </a:xfrm>
            <a:custGeom>
              <a:avLst/>
              <a:gdLst/>
              <a:ahLst/>
              <a:cxnLst/>
              <a:rect l="l" t="t" r="r" b="b"/>
              <a:pathLst>
                <a:path w="15253" h="10524" extrusionOk="0">
                  <a:moveTo>
                    <a:pt x="7012" y="1"/>
                  </a:moveTo>
                  <a:cubicBezTo>
                    <a:pt x="6601" y="1"/>
                    <a:pt x="6193" y="59"/>
                    <a:pt x="5799" y="181"/>
                  </a:cubicBezTo>
                  <a:cubicBezTo>
                    <a:pt x="4537" y="574"/>
                    <a:pt x="3477" y="1669"/>
                    <a:pt x="3287" y="2979"/>
                  </a:cubicBezTo>
                  <a:cubicBezTo>
                    <a:pt x="3200" y="2970"/>
                    <a:pt x="3112" y="2965"/>
                    <a:pt x="3025" y="2965"/>
                  </a:cubicBezTo>
                  <a:cubicBezTo>
                    <a:pt x="1898" y="2965"/>
                    <a:pt x="735" y="3729"/>
                    <a:pt x="381" y="4801"/>
                  </a:cubicBezTo>
                  <a:cubicBezTo>
                    <a:pt x="0" y="5956"/>
                    <a:pt x="560" y="7349"/>
                    <a:pt x="1643" y="7896"/>
                  </a:cubicBezTo>
                  <a:cubicBezTo>
                    <a:pt x="2244" y="8202"/>
                    <a:pt x="2930" y="8256"/>
                    <a:pt x="3608" y="8256"/>
                  </a:cubicBezTo>
                  <a:cubicBezTo>
                    <a:pt x="3695" y="8256"/>
                    <a:pt x="3783" y="8255"/>
                    <a:pt x="3870" y="8254"/>
                  </a:cubicBezTo>
                  <a:cubicBezTo>
                    <a:pt x="4239" y="9230"/>
                    <a:pt x="5239" y="9873"/>
                    <a:pt x="6227" y="10230"/>
                  </a:cubicBezTo>
                  <a:cubicBezTo>
                    <a:pt x="6525" y="10337"/>
                    <a:pt x="6835" y="10421"/>
                    <a:pt x="7156" y="10480"/>
                  </a:cubicBezTo>
                  <a:cubicBezTo>
                    <a:pt x="7353" y="10509"/>
                    <a:pt x="7551" y="10523"/>
                    <a:pt x="7746" y="10523"/>
                  </a:cubicBezTo>
                  <a:cubicBezTo>
                    <a:pt x="9085" y="10523"/>
                    <a:pt x="10352" y="9862"/>
                    <a:pt x="11121" y="8730"/>
                  </a:cubicBezTo>
                  <a:cubicBezTo>
                    <a:pt x="11516" y="8913"/>
                    <a:pt x="11945" y="9006"/>
                    <a:pt x="12373" y="9006"/>
                  </a:cubicBezTo>
                  <a:cubicBezTo>
                    <a:pt x="12835" y="9006"/>
                    <a:pt x="13296" y="8898"/>
                    <a:pt x="13716" y="8682"/>
                  </a:cubicBezTo>
                  <a:cubicBezTo>
                    <a:pt x="14526" y="8254"/>
                    <a:pt x="15074" y="7456"/>
                    <a:pt x="15169" y="6551"/>
                  </a:cubicBezTo>
                  <a:cubicBezTo>
                    <a:pt x="15252" y="5622"/>
                    <a:pt x="14824" y="4717"/>
                    <a:pt x="14062" y="4182"/>
                  </a:cubicBezTo>
                  <a:cubicBezTo>
                    <a:pt x="14490" y="3586"/>
                    <a:pt x="14526" y="2812"/>
                    <a:pt x="14181" y="2170"/>
                  </a:cubicBezTo>
                  <a:cubicBezTo>
                    <a:pt x="13812" y="1539"/>
                    <a:pt x="13169" y="1134"/>
                    <a:pt x="12442" y="1086"/>
                  </a:cubicBezTo>
                  <a:cubicBezTo>
                    <a:pt x="12397" y="1083"/>
                    <a:pt x="12351" y="1082"/>
                    <a:pt x="12306" y="1082"/>
                  </a:cubicBezTo>
                  <a:cubicBezTo>
                    <a:pt x="11635" y="1082"/>
                    <a:pt x="10957" y="1404"/>
                    <a:pt x="10478" y="1872"/>
                  </a:cubicBezTo>
                  <a:cubicBezTo>
                    <a:pt x="10418" y="1384"/>
                    <a:pt x="10014" y="1027"/>
                    <a:pt x="9597" y="765"/>
                  </a:cubicBezTo>
                  <a:cubicBezTo>
                    <a:pt x="8827" y="281"/>
                    <a:pt x="7916" y="1"/>
                    <a:pt x="701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3" name="Google Shape;153;p14"/>
            <p:cNvSpPr/>
            <p:nvPr/>
          </p:nvSpPr>
          <p:spPr>
            <a:xfrm>
              <a:off x="652272" y="318707"/>
              <a:ext cx="641022" cy="441992"/>
            </a:xfrm>
            <a:custGeom>
              <a:avLst/>
              <a:gdLst/>
              <a:ahLst/>
              <a:cxnLst/>
              <a:rect l="l" t="t" r="r" b="b"/>
              <a:pathLst>
                <a:path w="19289" h="13300" extrusionOk="0">
                  <a:moveTo>
                    <a:pt x="8878" y="1"/>
                  </a:moveTo>
                  <a:cubicBezTo>
                    <a:pt x="8356" y="1"/>
                    <a:pt x="7835" y="75"/>
                    <a:pt x="7335" y="231"/>
                  </a:cubicBezTo>
                  <a:cubicBezTo>
                    <a:pt x="5739" y="720"/>
                    <a:pt x="4406" y="2113"/>
                    <a:pt x="4168" y="3768"/>
                  </a:cubicBezTo>
                  <a:cubicBezTo>
                    <a:pt x="4055" y="3755"/>
                    <a:pt x="3942" y="3749"/>
                    <a:pt x="3828" y="3749"/>
                  </a:cubicBezTo>
                  <a:cubicBezTo>
                    <a:pt x="2402" y="3749"/>
                    <a:pt x="930" y="4697"/>
                    <a:pt x="488" y="6054"/>
                  </a:cubicBezTo>
                  <a:cubicBezTo>
                    <a:pt x="0" y="7518"/>
                    <a:pt x="715" y="9280"/>
                    <a:pt x="2084" y="9983"/>
                  </a:cubicBezTo>
                  <a:cubicBezTo>
                    <a:pt x="2819" y="10350"/>
                    <a:pt x="3658" y="10429"/>
                    <a:pt x="4491" y="10429"/>
                  </a:cubicBezTo>
                  <a:cubicBezTo>
                    <a:pt x="4629" y="10429"/>
                    <a:pt x="4768" y="10427"/>
                    <a:pt x="4906" y="10423"/>
                  </a:cubicBezTo>
                  <a:cubicBezTo>
                    <a:pt x="5370" y="11673"/>
                    <a:pt x="6632" y="12483"/>
                    <a:pt x="7882" y="12923"/>
                  </a:cubicBezTo>
                  <a:cubicBezTo>
                    <a:pt x="8263" y="13054"/>
                    <a:pt x="8656" y="13162"/>
                    <a:pt x="9061" y="13245"/>
                  </a:cubicBezTo>
                  <a:cubicBezTo>
                    <a:pt x="9310" y="13281"/>
                    <a:pt x="9559" y="13299"/>
                    <a:pt x="9806" y="13299"/>
                  </a:cubicBezTo>
                  <a:cubicBezTo>
                    <a:pt x="11495" y="13299"/>
                    <a:pt x="13096" y="12465"/>
                    <a:pt x="14062" y="11042"/>
                  </a:cubicBezTo>
                  <a:cubicBezTo>
                    <a:pt x="14561" y="11269"/>
                    <a:pt x="15095" y="11382"/>
                    <a:pt x="15629" y="11382"/>
                  </a:cubicBezTo>
                  <a:cubicBezTo>
                    <a:pt x="16217" y="11382"/>
                    <a:pt x="16805" y="11245"/>
                    <a:pt x="17348" y="10971"/>
                  </a:cubicBezTo>
                  <a:cubicBezTo>
                    <a:pt x="18372" y="10435"/>
                    <a:pt x="19062" y="9423"/>
                    <a:pt x="19193" y="8268"/>
                  </a:cubicBezTo>
                  <a:cubicBezTo>
                    <a:pt x="19288" y="7137"/>
                    <a:pt x="18729" y="5911"/>
                    <a:pt x="17776" y="5280"/>
                  </a:cubicBezTo>
                  <a:cubicBezTo>
                    <a:pt x="18312" y="4530"/>
                    <a:pt x="18372" y="3541"/>
                    <a:pt x="17931" y="2732"/>
                  </a:cubicBezTo>
                  <a:cubicBezTo>
                    <a:pt x="17467" y="1946"/>
                    <a:pt x="16645" y="1434"/>
                    <a:pt x="15728" y="1363"/>
                  </a:cubicBezTo>
                  <a:cubicBezTo>
                    <a:pt x="15673" y="1359"/>
                    <a:pt x="15617" y="1357"/>
                    <a:pt x="15561" y="1357"/>
                  </a:cubicBezTo>
                  <a:cubicBezTo>
                    <a:pt x="14720" y="1357"/>
                    <a:pt x="13854" y="1770"/>
                    <a:pt x="13240" y="2351"/>
                  </a:cubicBezTo>
                  <a:cubicBezTo>
                    <a:pt x="13169" y="1744"/>
                    <a:pt x="12657" y="1291"/>
                    <a:pt x="12145" y="958"/>
                  </a:cubicBezTo>
                  <a:cubicBezTo>
                    <a:pt x="11172" y="353"/>
                    <a:pt x="10021" y="1"/>
                    <a:pt x="88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54" name="Google Shape;154;p14"/>
          <p:cNvSpPr txBox="1">
            <a:spLocks noGrp="1"/>
          </p:cNvSpPr>
          <p:nvPr>
            <p:ph type="title"/>
          </p:nvPr>
        </p:nvSpPr>
        <p:spPr>
          <a:xfrm>
            <a:off x="5691967" y="4382833"/>
            <a:ext cx="5558000" cy="7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500"/>
              <a:buNone/>
              <a:defRPr sz="3333">
                <a:solidFill>
                  <a:schemeClr val="accent4"/>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5" name="Google Shape;155;p14"/>
          <p:cNvSpPr txBox="1">
            <a:spLocks noGrp="1"/>
          </p:cNvSpPr>
          <p:nvPr>
            <p:ph type="title" idx="2"/>
          </p:nvPr>
        </p:nvSpPr>
        <p:spPr>
          <a:xfrm>
            <a:off x="4923700" y="1859800"/>
            <a:ext cx="6326000" cy="2538400"/>
          </a:xfrm>
          <a:prstGeom prst="rect">
            <a:avLst/>
          </a:prstGeom>
        </p:spPr>
        <p:txBody>
          <a:bodyPr spcFirstLastPara="1" wrap="square" lIns="91425" tIns="91425" rIns="91425" bIns="91425" anchor="ctr" anchorCtr="0">
            <a:noAutofit/>
          </a:bodyPr>
          <a:lstStyle>
            <a:lvl1pPr lvl="0" algn="r" rtl="0">
              <a:lnSpc>
                <a:spcPct val="115000"/>
              </a:lnSpc>
              <a:spcBef>
                <a:spcPts val="0"/>
              </a:spcBef>
              <a:spcAft>
                <a:spcPts val="0"/>
              </a:spcAft>
              <a:buSzPts val="3500"/>
              <a:buNone/>
              <a:defRPr sz="4000" b="0">
                <a:solidFill>
                  <a:schemeClr val="dk2"/>
                </a:solidFill>
                <a:latin typeface="Bitter"/>
                <a:ea typeface="Bitter"/>
                <a:cs typeface="Bitter"/>
                <a:sym typeface="Bitter"/>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9936941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26"/>
        <p:cNvGrpSpPr/>
        <p:nvPr/>
      </p:nvGrpSpPr>
      <p:grpSpPr>
        <a:xfrm>
          <a:off x="0" y="0"/>
          <a:ext cx="0" cy="0"/>
          <a:chOff x="0" y="0"/>
          <a:chExt cx="0" cy="0"/>
        </a:xfrm>
      </p:grpSpPr>
      <p:grpSp>
        <p:nvGrpSpPr>
          <p:cNvPr id="27" name="Google Shape;27;p3"/>
          <p:cNvGrpSpPr/>
          <p:nvPr/>
        </p:nvGrpSpPr>
        <p:grpSpPr>
          <a:xfrm>
            <a:off x="2176401" y="1221552"/>
            <a:ext cx="10015657" cy="5636447"/>
            <a:chOff x="1632300" y="916164"/>
            <a:chExt cx="7511743" cy="4227335"/>
          </a:xfrm>
        </p:grpSpPr>
        <p:sp>
          <p:nvSpPr>
            <p:cNvPr id="28" name="Google Shape;28;p3"/>
            <p:cNvSpPr/>
            <p:nvPr/>
          </p:nvSpPr>
          <p:spPr>
            <a:xfrm>
              <a:off x="6677626" y="916164"/>
              <a:ext cx="2139391" cy="1475170"/>
            </a:xfrm>
            <a:custGeom>
              <a:avLst/>
              <a:gdLst/>
              <a:ahLst/>
              <a:cxnLst/>
              <a:rect l="l" t="t" r="r" b="b"/>
              <a:pathLst>
                <a:path w="19289" h="13300" extrusionOk="0">
                  <a:moveTo>
                    <a:pt x="8878" y="1"/>
                  </a:moveTo>
                  <a:cubicBezTo>
                    <a:pt x="8356" y="1"/>
                    <a:pt x="7835" y="75"/>
                    <a:pt x="7335" y="231"/>
                  </a:cubicBezTo>
                  <a:cubicBezTo>
                    <a:pt x="5739" y="720"/>
                    <a:pt x="4406" y="2113"/>
                    <a:pt x="4168" y="3768"/>
                  </a:cubicBezTo>
                  <a:cubicBezTo>
                    <a:pt x="4055" y="3755"/>
                    <a:pt x="3942" y="3749"/>
                    <a:pt x="3828" y="3749"/>
                  </a:cubicBezTo>
                  <a:cubicBezTo>
                    <a:pt x="2402" y="3749"/>
                    <a:pt x="930" y="4697"/>
                    <a:pt x="488" y="6054"/>
                  </a:cubicBezTo>
                  <a:cubicBezTo>
                    <a:pt x="0" y="7518"/>
                    <a:pt x="715" y="9280"/>
                    <a:pt x="2084" y="9983"/>
                  </a:cubicBezTo>
                  <a:cubicBezTo>
                    <a:pt x="2819" y="10350"/>
                    <a:pt x="3658" y="10429"/>
                    <a:pt x="4491" y="10429"/>
                  </a:cubicBezTo>
                  <a:cubicBezTo>
                    <a:pt x="4629" y="10429"/>
                    <a:pt x="4768" y="10427"/>
                    <a:pt x="4906" y="10423"/>
                  </a:cubicBezTo>
                  <a:cubicBezTo>
                    <a:pt x="5370" y="11673"/>
                    <a:pt x="6632" y="12483"/>
                    <a:pt x="7882" y="12923"/>
                  </a:cubicBezTo>
                  <a:cubicBezTo>
                    <a:pt x="8263" y="13054"/>
                    <a:pt x="8656" y="13162"/>
                    <a:pt x="9061" y="13245"/>
                  </a:cubicBezTo>
                  <a:cubicBezTo>
                    <a:pt x="9310" y="13281"/>
                    <a:pt x="9559" y="13299"/>
                    <a:pt x="9806" y="13299"/>
                  </a:cubicBezTo>
                  <a:cubicBezTo>
                    <a:pt x="11495" y="13299"/>
                    <a:pt x="13096" y="12465"/>
                    <a:pt x="14062" y="11042"/>
                  </a:cubicBezTo>
                  <a:cubicBezTo>
                    <a:pt x="14561" y="11269"/>
                    <a:pt x="15095" y="11382"/>
                    <a:pt x="15629" y="11382"/>
                  </a:cubicBezTo>
                  <a:cubicBezTo>
                    <a:pt x="16217" y="11382"/>
                    <a:pt x="16805" y="11245"/>
                    <a:pt x="17348" y="10971"/>
                  </a:cubicBezTo>
                  <a:cubicBezTo>
                    <a:pt x="18372" y="10435"/>
                    <a:pt x="19062" y="9423"/>
                    <a:pt x="19193" y="8268"/>
                  </a:cubicBezTo>
                  <a:cubicBezTo>
                    <a:pt x="19288" y="7137"/>
                    <a:pt x="18729" y="5911"/>
                    <a:pt x="17776" y="5280"/>
                  </a:cubicBezTo>
                  <a:cubicBezTo>
                    <a:pt x="18312" y="4530"/>
                    <a:pt x="18372" y="3541"/>
                    <a:pt x="17931" y="2732"/>
                  </a:cubicBezTo>
                  <a:cubicBezTo>
                    <a:pt x="17467" y="1946"/>
                    <a:pt x="16645" y="1434"/>
                    <a:pt x="15728" y="1363"/>
                  </a:cubicBezTo>
                  <a:cubicBezTo>
                    <a:pt x="15673" y="1359"/>
                    <a:pt x="15617" y="1357"/>
                    <a:pt x="15561" y="1357"/>
                  </a:cubicBezTo>
                  <a:cubicBezTo>
                    <a:pt x="14720" y="1357"/>
                    <a:pt x="13854" y="1770"/>
                    <a:pt x="13240" y="2351"/>
                  </a:cubicBezTo>
                  <a:cubicBezTo>
                    <a:pt x="13169" y="1744"/>
                    <a:pt x="12657" y="1291"/>
                    <a:pt x="12145" y="958"/>
                  </a:cubicBezTo>
                  <a:cubicBezTo>
                    <a:pt x="11172" y="353"/>
                    <a:pt x="10021" y="1"/>
                    <a:pt x="88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 name="Google Shape;29;p3"/>
            <p:cNvSpPr/>
            <p:nvPr/>
          </p:nvSpPr>
          <p:spPr>
            <a:xfrm>
              <a:off x="1632300" y="2764675"/>
              <a:ext cx="7511743" cy="2378824"/>
            </a:xfrm>
            <a:custGeom>
              <a:avLst/>
              <a:gdLst/>
              <a:ahLst/>
              <a:cxnLst/>
              <a:rect l="l" t="t" r="r" b="b"/>
              <a:pathLst>
                <a:path w="121564" h="40482" extrusionOk="0">
                  <a:moveTo>
                    <a:pt x="31374" y="20087"/>
                  </a:moveTo>
                  <a:cubicBezTo>
                    <a:pt x="56948" y="21408"/>
                    <a:pt x="70664" y="1"/>
                    <a:pt x="121564" y="6692"/>
                  </a:cubicBezTo>
                  <a:lnTo>
                    <a:pt x="121564" y="40268"/>
                  </a:lnTo>
                  <a:cubicBezTo>
                    <a:pt x="121552" y="40387"/>
                    <a:pt x="121468" y="40482"/>
                    <a:pt x="121349" y="40482"/>
                  </a:cubicBezTo>
                  <a:lnTo>
                    <a:pt x="120" y="40482"/>
                  </a:lnTo>
                  <a:cubicBezTo>
                    <a:pt x="1" y="40482"/>
                    <a:pt x="120" y="40387"/>
                    <a:pt x="120" y="40268"/>
                  </a:cubicBezTo>
                  <a:cubicBezTo>
                    <a:pt x="120" y="40268"/>
                    <a:pt x="5478" y="18753"/>
                    <a:pt x="31374" y="2008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30" name="Google Shape;30;p3"/>
            <p:cNvGrpSpPr/>
            <p:nvPr/>
          </p:nvGrpSpPr>
          <p:grpSpPr>
            <a:xfrm>
              <a:off x="6651259" y="1568769"/>
              <a:ext cx="1893037" cy="962690"/>
              <a:chOff x="6186650" y="997000"/>
              <a:chExt cx="1616875" cy="822250"/>
            </a:xfrm>
          </p:grpSpPr>
          <p:sp>
            <p:nvSpPr>
              <p:cNvPr id="31" name="Google Shape;31;p3"/>
              <p:cNvSpPr/>
              <p:nvPr/>
            </p:nvSpPr>
            <p:spPr>
              <a:xfrm>
                <a:off x="7271300" y="1156000"/>
                <a:ext cx="265525" cy="84675"/>
              </a:xfrm>
              <a:custGeom>
                <a:avLst/>
                <a:gdLst/>
                <a:ahLst/>
                <a:cxnLst/>
                <a:rect l="l" t="t" r="r" b="b"/>
                <a:pathLst>
                  <a:path w="10621" h="3387" extrusionOk="0">
                    <a:moveTo>
                      <a:pt x="9008" y="1"/>
                    </a:moveTo>
                    <a:cubicBezTo>
                      <a:pt x="8495" y="1"/>
                      <a:pt x="7988" y="143"/>
                      <a:pt x="7549" y="411"/>
                    </a:cubicBezTo>
                    <a:cubicBezTo>
                      <a:pt x="7061" y="721"/>
                      <a:pt x="6656" y="1125"/>
                      <a:pt x="6359" y="1614"/>
                    </a:cubicBezTo>
                    <a:cubicBezTo>
                      <a:pt x="6125" y="1988"/>
                      <a:pt x="5920" y="2376"/>
                      <a:pt x="5757" y="2785"/>
                    </a:cubicBezTo>
                    <a:lnTo>
                      <a:pt x="5757" y="2785"/>
                    </a:lnTo>
                    <a:cubicBezTo>
                      <a:pt x="5115" y="1997"/>
                      <a:pt x="4239" y="1428"/>
                      <a:pt x="3239" y="1173"/>
                    </a:cubicBezTo>
                    <a:cubicBezTo>
                      <a:pt x="2837" y="1066"/>
                      <a:pt x="2415" y="1012"/>
                      <a:pt x="1998" y="1012"/>
                    </a:cubicBezTo>
                    <a:cubicBezTo>
                      <a:pt x="1859" y="1012"/>
                      <a:pt x="1721" y="1018"/>
                      <a:pt x="1584" y="1030"/>
                    </a:cubicBezTo>
                    <a:cubicBezTo>
                      <a:pt x="1025" y="1078"/>
                      <a:pt x="489" y="1233"/>
                      <a:pt x="1" y="1494"/>
                    </a:cubicBezTo>
                    <a:cubicBezTo>
                      <a:pt x="524" y="1304"/>
                      <a:pt x="1075" y="1208"/>
                      <a:pt x="1627" y="1208"/>
                    </a:cubicBezTo>
                    <a:cubicBezTo>
                      <a:pt x="2144" y="1208"/>
                      <a:pt x="2661" y="1292"/>
                      <a:pt x="3156" y="1459"/>
                    </a:cubicBezTo>
                    <a:cubicBezTo>
                      <a:pt x="4180" y="1768"/>
                      <a:pt x="5061" y="2411"/>
                      <a:pt x="5656" y="3292"/>
                    </a:cubicBezTo>
                    <a:cubicBezTo>
                      <a:pt x="5680" y="3328"/>
                      <a:pt x="5716" y="3352"/>
                      <a:pt x="5751" y="3376"/>
                    </a:cubicBezTo>
                    <a:cubicBezTo>
                      <a:pt x="5773" y="3383"/>
                      <a:pt x="5794" y="3386"/>
                      <a:pt x="5815" y="3386"/>
                    </a:cubicBezTo>
                    <a:cubicBezTo>
                      <a:pt x="5899" y="3386"/>
                      <a:pt x="5973" y="3333"/>
                      <a:pt x="6001" y="3257"/>
                    </a:cubicBezTo>
                    <a:cubicBezTo>
                      <a:pt x="6359" y="2256"/>
                      <a:pt x="6859" y="1268"/>
                      <a:pt x="7716" y="661"/>
                    </a:cubicBezTo>
                    <a:cubicBezTo>
                      <a:pt x="8145" y="363"/>
                      <a:pt x="8645" y="197"/>
                      <a:pt x="9168" y="197"/>
                    </a:cubicBezTo>
                    <a:cubicBezTo>
                      <a:pt x="9197" y="195"/>
                      <a:pt x="9226" y="195"/>
                      <a:pt x="9255" y="195"/>
                    </a:cubicBezTo>
                    <a:cubicBezTo>
                      <a:pt x="9771" y="195"/>
                      <a:pt x="10260" y="395"/>
                      <a:pt x="10621" y="756"/>
                    </a:cubicBezTo>
                    <a:cubicBezTo>
                      <a:pt x="10300" y="292"/>
                      <a:pt x="9740" y="54"/>
                      <a:pt x="9180" y="6"/>
                    </a:cubicBezTo>
                    <a:cubicBezTo>
                      <a:pt x="9123" y="3"/>
                      <a:pt x="9065" y="1"/>
                      <a:pt x="90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 name="Google Shape;32;p3"/>
              <p:cNvSpPr/>
              <p:nvPr/>
            </p:nvSpPr>
            <p:spPr>
              <a:xfrm>
                <a:off x="7543950" y="997000"/>
                <a:ext cx="259575" cy="86450"/>
              </a:xfrm>
              <a:custGeom>
                <a:avLst/>
                <a:gdLst/>
                <a:ahLst/>
                <a:cxnLst/>
                <a:rect l="l" t="t" r="r" b="b"/>
                <a:pathLst>
                  <a:path w="10383" h="3458" extrusionOk="0">
                    <a:moveTo>
                      <a:pt x="9868" y="0"/>
                    </a:moveTo>
                    <a:cubicBezTo>
                      <a:pt x="9549" y="0"/>
                      <a:pt x="9232" y="51"/>
                      <a:pt x="8930" y="151"/>
                    </a:cubicBezTo>
                    <a:cubicBezTo>
                      <a:pt x="8466" y="318"/>
                      <a:pt x="8026" y="568"/>
                      <a:pt x="7645" y="889"/>
                    </a:cubicBezTo>
                    <a:cubicBezTo>
                      <a:pt x="6946" y="1459"/>
                      <a:pt x="6432" y="2193"/>
                      <a:pt x="5954" y="2925"/>
                    </a:cubicBezTo>
                    <a:lnTo>
                      <a:pt x="5954" y="2925"/>
                    </a:lnTo>
                    <a:cubicBezTo>
                      <a:pt x="5302" y="2040"/>
                      <a:pt x="4436" y="1353"/>
                      <a:pt x="3418" y="937"/>
                    </a:cubicBezTo>
                    <a:cubicBezTo>
                      <a:pt x="2882" y="711"/>
                      <a:pt x="2311" y="556"/>
                      <a:pt x="1727" y="485"/>
                    </a:cubicBezTo>
                    <a:cubicBezTo>
                      <a:pt x="1528" y="464"/>
                      <a:pt x="1326" y="453"/>
                      <a:pt x="1124" y="453"/>
                    </a:cubicBezTo>
                    <a:cubicBezTo>
                      <a:pt x="745" y="453"/>
                      <a:pt x="365" y="490"/>
                      <a:pt x="1" y="568"/>
                    </a:cubicBezTo>
                    <a:cubicBezTo>
                      <a:pt x="137" y="559"/>
                      <a:pt x="274" y="555"/>
                      <a:pt x="410" y="555"/>
                    </a:cubicBezTo>
                    <a:cubicBezTo>
                      <a:pt x="1406" y="555"/>
                      <a:pt x="2398" y="783"/>
                      <a:pt x="3299" y="1223"/>
                    </a:cubicBezTo>
                    <a:cubicBezTo>
                      <a:pt x="4311" y="1699"/>
                      <a:pt x="5168" y="2449"/>
                      <a:pt x="5799" y="3378"/>
                    </a:cubicBezTo>
                    <a:cubicBezTo>
                      <a:pt x="5811" y="3390"/>
                      <a:pt x="5835" y="3413"/>
                      <a:pt x="5859" y="3425"/>
                    </a:cubicBezTo>
                    <a:cubicBezTo>
                      <a:pt x="5889" y="3447"/>
                      <a:pt x="5925" y="3458"/>
                      <a:pt x="5960" y="3458"/>
                    </a:cubicBezTo>
                    <a:cubicBezTo>
                      <a:pt x="6021" y="3458"/>
                      <a:pt x="6083" y="3426"/>
                      <a:pt x="6121" y="3366"/>
                    </a:cubicBezTo>
                    <a:cubicBezTo>
                      <a:pt x="6633" y="2556"/>
                      <a:pt x="7145" y="1747"/>
                      <a:pt x="7823" y="1092"/>
                    </a:cubicBezTo>
                    <a:cubicBezTo>
                      <a:pt x="8168" y="770"/>
                      <a:pt x="8561" y="508"/>
                      <a:pt x="8990" y="318"/>
                    </a:cubicBezTo>
                    <a:cubicBezTo>
                      <a:pt x="9386" y="136"/>
                      <a:pt x="9811" y="40"/>
                      <a:pt x="10239" y="40"/>
                    </a:cubicBezTo>
                    <a:cubicBezTo>
                      <a:pt x="10287" y="40"/>
                      <a:pt x="10335" y="42"/>
                      <a:pt x="10383" y="44"/>
                    </a:cubicBezTo>
                    <a:cubicBezTo>
                      <a:pt x="10212" y="15"/>
                      <a:pt x="10040" y="0"/>
                      <a:pt x="9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 name="Google Shape;33;p3"/>
              <p:cNvSpPr/>
              <p:nvPr/>
            </p:nvSpPr>
            <p:spPr>
              <a:xfrm>
                <a:off x="6186650" y="1653225"/>
                <a:ext cx="349475" cy="166025"/>
              </a:xfrm>
              <a:custGeom>
                <a:avLst/>
                <a:gdLst/>
                <a:ahLst/>
                <a:cxnLst/>
                <a:rect l="l" t="t" r="r" b="b"/>
                <a:pathLst>
                  <a:path w="13979" h="6641" extrusionOk="0">
                    <a:moveTo>
                      <a:pt x="13978" y="1"/>
                    </a:moveTo>
                    <a:lnTo>
                      <a:pt x="13978" y="1"/>
                    </a:lnTo>
                    <a:cubicBezTo>
                      <a:pt x="13264" y="96"/>
                      <a:pt x="12597" y="370"/>
                      <a:pt x="12037" y="810"/>
                    </a:cubicBezTo>
                    <a:cubicBezTo>
                      <a:pt x="11466" y="1239"/>
                      <a:pt x="10990" y="1775"/>
                      <a:pt x="10609" y="2382"/>
                    </a:cubicBezTo>
                    <a:cubicBezTo>
                      <a:pt x="9916" y="3486"/>
                      <a:pt x="9538" y="4738"/>
                      <a:pt x="9215" y="5959"/>
                    </a:cubicBezTo>
                    <a:lnTo>
                      <a:pt x="9215" y="5959"/>
                    </a:lnTo>
                    <a:cubicBezTo>
                      <a:pt x="7933" y="5038"/>
                      <a:pt x="6420" y="4478"/>
                      <a:pt x="4846" y="4346"/>
                    </a:cubicBezTo>
                    <a:cubicBezTo>
                      <a:pt x="4610" y="4326"/>
                      <a:pt x="4373" y="4317"/>
                      <a:pt x="4137" y="4317"/>
                    </a:cubicBezTo>
                    <a:cubicBezTo>
                      <a:pt x="3529" y="4317"/>
                      <a:pt x="2926" y="4381"/>
                      <a:pt x="2334" y="4501"/>
                    </a:cubicBezTo>
                    <a:cubicBezTo>
                      <a:pt x="1512" y="4668"/>
                      <a:pt x="727" y="4965"/>
                      <a:pt x="0" y="5382"/>
                    </a:cubicBezTo>
                    <a:cubicBezTo>
                      <a:pt x="762" y="5061"/>
                      <a:pt x="1560" y="4858"/>
                      <a:pt x="2382" y="4751"/>
                    </a:cubicBezTo>
                    <a:cubicBezTo>
                      <a:pt x="2769" y="4705"/>
                      <a:pt x="3161" y="4681"/>
                      <a:pt x="3554" y="4681"/>
                    </a:cubicBezTo>
                    <a:cubicBezTo>
                      <a:pt x="3971" y="4681"/>
                      <a:pt x="4388" y="4708"/>
                      <a:pt x="4798" y="4763"/>
                    </a:cubicBezTo>
                    <a:cubicBezTo>
                      <a:pt x="6406" y="4965"/>
                      <a:pt x="7930" y="5597"/>
                      <a:pt x="9204" y="6585"/>
                    </a:cubicBezTo>
                    <a:cubicBezTo>
                      <a:pt x="9240" y="6609"/>
                      <a:pt x="9275" y="6620"/>
                      <a:pt x="9299" y="6632"/>
                    </a:cubicBezTo>
                    <a:cubicBezTo>
                      <a:pt x="9321" y="6638"/>
                      <a:pt x="9343" y="6641"/>
                      <a:pt x="9365" y="6641"/>
                    </a:cubicBezTo>
                    <a:cubicBezTo>
                      <a:pt x="9480" y="6641"/>
                      <a:pt x="9578" y="6562"/>
                      <a:pt x="9609" y="6442"/>
                    </a:cubicBezTo>
                    <a:cubicBezTo>
                      <a:pt x="9954" y="5108"/>
                      <a:pt x="10275" y="3763"/>
                      <a:pt x="10942" y="2572"/>
                    </a:cubicBezTo>
                    <a:cubicBezTo>
                      <a:pt x="11264" y="1989"/>
                      <a:pt x="11692" y="1441"/>
                      <a:pt x="12192" y="989"/>
                    </a:cubicBezTo>
                    <a:cubicBezTo>
                      <a:pt x="12692" y="524"/>
                      <a:pt x="13311" y="179"/>
                      <a:pt x="13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 name="Google Shape;34;p3"/>
              <p:cNvSpPr/>
              <p:nvPr/>
            </p:nvSpPr>
            <p:spPr>
              <a:xfrm>
                <a:off x="6774675" y="1212300"/>
                <a:ext cx="184275" cy="61725"/>
              </a:xfrm>
              <a:custGeom>
                <a:avLst/>
                <a:gdLst/>
                <a:ahLst/>
                <a:cxnLst/>
                <a:rect l="l" t="t" r="r" b="b"/>
                <a:pathLst>
                  <a:path w="7371" h="2469" extrusionOk="0">
                    <a:moveTo>
                      <a:pt x="745" y="1"/>
                    </a:moveTo>
                    <a:cubicBezTo>
                      <a:pt x="497" y="1"/>
                      <a:pt x="247" y="30"/>
                      <a:pt x="1" y="90"/>
                    </a:cubicBezTo>
                    <a:cubicBezTo>
                      <a:pt x="58" y="87"/>
                      <a:pt x="116" y="86"/>
                      <a:pt x="173" y="86"/>
                    </a:cubicBezTo>
                    <a:cubicBezTo>
                      <a:pt x="875" y="86"/>
                      <a:pt x="1561" y="288"/>
                      <a:pt x="2156" y="673"/>
                    </a:cubicBezTo>
                    <a:cubicBezTo>
                      <a:pt x="2775" y="1054"/>
                      <a:pt x="3239" y="1649"/>
                      <a:pt x="3489" y="2340"/>
                    </a:cubicBezTo>
                    <a:cubicBezTo>
                      <a:pt x="3501" y="2376"/>
                      <a:pt x="3525" y="2411"/>
                      <a:pt x="3561" y="2435"/>
                    </a:cubicBezTo>
                    <a:cubicBezTo>
                      <a:pt x="3597" y="2458"/>
                      <a:pt x="3636" y="2468"/>
                      <a:pt x="3674" y="2468"/>
                    </a:cubicBezTo>
                    <a:cubicBezTo>
                      <a:pt x="3738" y="2468"/>
                      <a:pt x="3798" y="2439"/>
                      <a:pt x="3835" y="2388"/>
                    </a:cubicBezTo>
                    <a:cubicBezTo>
                      <a:pt x="4251" y="1768"/>
                      <a:pt x="4752" y="1197"/>
                      <a:pt x="5430" y="935"/>
                    </a:cubicBezTo>
                    <a:cubicBezTo>
                      <a:pt x="5634" y="855"/>
                      <a:pt x="5851" y="815"/>
                      <a:pt x="6068" y="815"/>
                    </a:cubicBezTo>
                    <a:cubicBezTo>
                      <a:pt x="6206" y="815"/>
                      <a:pt x="6344" y="831"/>
                      <a:pt x="6478" y="864"/>
                    </a:cubicBezTo>
                    <a:cubicBezTo>
                      <a:pt x="6847" y="923"/>
                      <a:pt x="7169" y="1149"/>
                      <a:pt x="7371" y="1471"/>
                    </a:cubicBezTo>
                    <a:cubicBezTo>
                      <a:pt x="7216" y="1090"/>
                      <a:pt x="6907" y="804"/>
                      <a:pt x="6526" y="673"/>
                    </a:cubicBezTo>
                    <a:cubicBezTo>
                      <a:pt x="6315" y="603"/>
                      <a:pt x="6098" y="567"/>
                      <a:pt x="5881" y="567"/>
                    </a:cubicBezTo>
                    <a:cubicBezTo>
                      <a:pt x="5693" y="567"/>
                      <a:pt x="5505" y="594"/>
                      <a:pt x="5323" y="649"/>
                    </a:cubicBezTo>
                    <a:cubicBezTo>
                      <a:pt x="4930" y="768"/>
                      <a:pt x="4573" y="983"/>
                      <a:pt x="4275" y="1256"/>
                    </a:cubicBezTo>
                    <a:cubicBezTo>
                      <a:pt x="4073" y="1451"/>
                      <a:pt x="3882" y="1663"/>
                      <a:pt x="3712" y="1884"/>
                    </a:cubicBezTo>
                    <a:lnTo>
                      <a:pt x="3712" y="1884"/>
                    </a:lnTo>
                    <a:cubicBezTo>
                      <a:pt x="3412" y="1256"/>
                      <a:pt x="2921" y="737"/>
                      <a:pt x="2299" y="411"/>
                    </a:cubicBezTo>
                    <a:cubicBezTo>
                      <a:pt x="1825" y="141"/>
                      <a:pt x="1289" y="1"/>
                      <a:pt x="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35" name="Google Shape;35;p3"/>
          <p:cNvSpPr txBox="1">
            <a:spLocks noGrp="1"/>
          </p:cNvSpPr>
          <p:nvPr>
            <p:ph type="title"/>
          </p:nvPr>
        </p:nvSpPr>
        <p:spPr>
          <a:xfrm>
            <a:off x="1073833" y="2334067"/>
            <a:ext cx="6071600" cy="1772400"/>
          </a:xfrm>
          <a:prstGeom prst="rect">
            <a:avLst/>
          </a:prstGeom>
        </p:spPr>
        <p:txBody>
          <a:bodyPr spcFirstLastPara="1" wrap="square" lIns="91425" tIns="91425" rIns="91425" bIns="91425" anchor="ctr" anchorCtr="0">
            <a:noAutofit/>
          </a:bodyPr>
          <a:lstStyle>
            <a:lvl1pPr lvl="0" algn="l">
              <a:spcBef>
                <a:spcPts val="0"/>
              </a:spcBef>
              <a:spcAft>
                <a:spcPts val="0"/>
              </a:spcAft>
              <a:buSzPts val="3600"/>
              <a:buNone/>
              <a:defRPr sz="8666" b="1">
                <a:solidFill>
                  <a:schemeClr val="accent4"/>
                </a:solidFill>
              </a:defRPr>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36" name="Google Shape;36;p3"/>
          <p:cNvSpPr txBox="1">
            <a:spLocks noGrp="1"/>
          </p:cNvSpPr>
          <p:nvPr>
            <p:ph type="subTitle" idx="1"/>
          </p:nvPr>
        </p:nvSpPr>
        <p:spPr>
          <a:xfrm>
            <a:off x="1073833" y="3991600"/>
            <a:ext cx="3272800" cy="924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3"/>
          <p:cNvSpPr txBox="1">
            <a:spLocks noGrp="1"/>
          </p:cNvSpPr>
          <p:nvPr>
            <p:ph type="title" idx="2" hasCustomPrompt="1"/>
          </p:nvPr>
        </p:nvSpPr>
        <p:spPr>
          <a:xfrm>
            <a:off x="1039967" y="926400"/>
            <a:ext cx="2639200" cy="15412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13333" b="0">
                <a:solidFill>
                  <a:schemeClr val="dk2"/>
                </a:solidFill>
                <a:latin typeface="Inika"/>
                <a:ea typeface="Inika"/>
                <a:cs typeface="Inika"/>
                <a:sym typeface="Inika"/>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t>xx%</a:t>
            </a:r>
          </a:p>
        </p:txBody>
      </p:sp>
    </p:spTree>
    <p:extLst>
      <p:ext uri="{BB962C8B-B14F-4D97-AF65-F5344CB8AC3E}">
        <p14:creationId xmlns:p14="http://schemas.microsoft.com/office/powerpoint/2010/main" val="24475611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44"/>
        <p:cNvGrpSpPr/>
        <p:nvPr/>
      </p:nvGrpSpPr>
      <p:grpSpPr>
        <a:xfrm>
          <a:off x="0" y="0"/>
          <a:ext cx="0" cy="0"/>
          <a:chOff x="0" y="0"/>
          <a:chExt cx="0" cy="0"/>
        </a:xfrm>
      </p:grpSpPr>
      <p:grpSp>
        <p:nvGrpSpPr>
          <p:cNvPr id="45" name="Google Shape;45;p5"/>
          <p:cNvGrpSpPr/>
          <p:nvPr/>
        </p:nvGrpSpPr>
        <p:grpSpPr>
          <a:xfrm>
            <a:off x="1" y="-1381665"/>
            <a:ext cx="13076145" cy="8239665"/>
            <a:chOff x="0" y="-1036249"/>
            <a:chExt cx="9807109" cy="6179749"/>
          </a:xfrm>
        </p:grpSpPr>
        <p:sp>
          <p:nvSpPr>
            <p:cNvPr id="46" name="Google Shape;46;p5"/>
            <p:cNvSpPr/>
            <p:nvPr/>
          </p:nvSpPr>
          <p:spPr>
            <a:xfrm>
              <a:off x="0" y="3403675"/>
              <a:ext cx="5312985" cy="1739822"/>
            </a:xfrm>
            <a:custGeom>
              <a:avLst/>
              <a:gdLst/>
              <a:ahLst/>
              <a:cxnLst/>
              <a:rect l="l" t="t" r="r" b="b"/>
              <a:pathLst>
                <a:path w="102716" h="33636" extrusionOk="0">
                  <a:moveTo>
                    <a:pt x="102716" y="33493"/>
                  </a:moveTo>
                  <a:cubicBezTo>
                    <a:pt x="102716" y="33493"/>
                    <a:pt x="93310" y="6549"/>
                    <a:pt x="67914" y="11645"/>
                  </a:cubicBezTo>
                  <a:cubicBezTo>
                    <a:pt x="25420" y="20158"/>
                    <a:pt x="42113" y="4763"/>
                    <a:pt x="0" y="1"/>
                  </a:cubicBezTo>
                  <a:lnTo>
                    <a:pt x="0" y="33433"/>
                  </a:lnTo>
                  <a:cubicBezTo>
                    <a:pt x="0" y="33540"/>
                    <a:pt x="84" y="33636"/>
                    <a:pt x="203" y="33636"/>
                  </a:cubicBezTo>
                  <a:lnTo>
                    <a:pt x="102513" y="33636"/>
                  </a:lnTo>
                  <a:cubicBezTo>
                    <a:pt x="102620" y="33636"/>
                    <a:pt x="102716" y="33540"/>
                    <a:pt x="102716" y="3343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 name="Google Shape;47;p5"/>
            <p:cNvSpPr/>
            <p:nvPr/>
          </p:nvSpPr>
          <p:spPr>
            <a:xfrm>
              <a:off x="6536949" y="-1036249"/>
              <a:ext cx="3270161" cy="2254882"/>
            </a:xfrm>
            <a:custGeom>
              <a:avLst/>
              <a:gdLst/>
              <a:ahLst/>
              <a:cxnLst/>
              <a:rect l="l" t="t" r="r" b="b"/>
              <a:pathLst>
                <a:path w="19289" h="13300" extrusionOk="0">
                  <a:moveTo>
                    <a:pt x="8878" y="1"/>
                  </a:moveTo>
                  <a:cubicBezTo>
                    <a:pt x="8356" y="1"/>
                    <a:pt x="7835" y="75"/>
                    <a:pt x="7335" y="231"/>
                  </a:cubicBezTo>
                  <a:cubicBezTo>
                    <a:pt x="5739" y="720"/>
                    <a:pt x="4406" y="2113"/>
                    <a:pt x="4168" y="3768"/>
                  </a:cubicBezTo>
                  <a:cubicBezTo>
                    <a:pt x="4055" y="3755"/>
                    <a:pt x="3942" y="3749"/>
                    <a:pt x="3828" y="3749"/>
                  </a:cubicBezTo>
                  <a:cubicBezTo>
                    <a:pt x="2402" y="3749"/>
                    <a:pt x="930" y="4697"/>
                    <a:pt x="488" y="6054"/>
                  </a:cubicBezTo>
                  <a:cubicBezTo>
                    <a:pt x="0" y="7518"/>
                    <a:pt x="715" y="9280"/>
                    <a:pt x="2084" y="9983"/>
                  </a:cubicBezTo>
                  <a:cubicBezTo>
                    <a:pt x="2819" y="10350"/>
                    <a:pt x="3658" y="10429"/>
                    <a:pt x="4491" y="10429"/>
                  </a:cubicBezTo>
                  <a:cubicBezTo>
                    <a:pt x="4629" y="10429"/>
                    <a:pt x="4768" y="10427"/>
                    <a:pt x="4906" y="10423"/>
                  </a:cubicBezTo>
                  <a:cubicBezTo>
                    <a:pt x="5370" y="11673"/>
                    <a:pt x="6632" y="12483"/>
                    <a:pt x="7882" y="12923"/>
                  </a:cubicBezTo>
                  <a:cubicBezTo>
                    <a:pt x="8263" y="13054"/>
                    <a:pt x="8656" y="13162"/>
                    <a:pt x="9061" y="13245"/>
                  </a:cubicBezTo>
                  <a:cubicBezTo>
                    <a:pt x="9310" y="13281"/>
                    <a:pt x="9559" y="13299"/>
                    <a:pt x="9806" y="13299"/>
                  </a:cubicBezTo>
                  <a:cubicBezTo>
                    <a:pt x="11495" y="13299"/>
                    <a:pt x="13096" y="12465"/>
                    <a:pt x="14062" y="11042"/>
                  </a:cubicBezTo>
                  <a:cubicBezTo>
                    <a:pt x="14561" y="11269"/>
                    <a:pt x="15095" y="11382"/>
                    <a:pt x="15629" y="11382"/>
                  </a:cubicBezTo>
                  <a:cubicBezTo>
                    <a:pt x="16217" y="11382"/>
                    <a:pt x="16805" y="11245"/>
                    <a:pt x="17348" y="10971"/>
                  </a:cubicBezTo>
                  <a:cubicBezTo>
                    <a:pt x="18372" y="10435"/>
                    <a:pt x="19062" y="9423"/>
                    <a:pt x="19193" y="8268"/>
                  </a:cubicBezTo>
                  <a:cubicBezTo>
                    <a:pt x="19288" y="7137"/>
                    <a:pt x="18729" y="5911"/>
                    <a:pt x="17776" y="5280"/>
                  </a:cubicBezTo>
                  <a:cubicBezTo>
                    <a:pt x="18312" y="4530"/>
                    <a:pt x="18372" y="3541"/>
                    <a:pt x="17931" y="2732"/>
                  </a:cubicBezTo>
                  <a:cubicBezTo>
                    <a:pt x="17467" y="1946"/>
                    <a:pt x="16645" y="1434"/>
                    <a:pt x="15728" y="1363"/>
                  </a:cubicBezTo>
                  <a:cubicBezTo>
                    <a:pt x="15673" y="1359"/>
                    <a:pt x="15617" y="1357"/>
                    <a:pt x="15561" y="1357"/>
                  </a:cubicBezTo>
                  <a:cubicBezTo>
                    <a:pt x="14720" y="1357"/>
                    <a:pt x="13854" y="1770"/>
                    <a:pt x="13240" y="2351"/>
                  </a:cubicBezTo>
                  <a:cubicBezTo>
                    <a:pt x="13169" y="1744"/>
                    <a:pt x="12657" y="1291"/>
                    <a:pt x="12145" y="958"/>
                  </a:cubicBezTo>
                  <a:cubicBezTo>
                    <a:pt x="11172" y="353"/>
                    <a:pt x="10021" y="1"/>
                    <a:pt x="88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 name="Google Shape;48;p5"/>
            <p:cNvSpPr/>
            <p:nvPr/>
          </p:nvSpPr>
          <p:spPr>
            <a:xfrm>
              <a:off x="6148250" y="4131450"/>
              <a:ext cx="3039100" cy="1012050"/>
            </a:xfrm>
            <a:custGeom>
              <a:avLst/>
              <a:gdLst/>
              <a:ahLst/>
              <a:cxnLst/>
              <a:rect l="l" t="t" r="r" b="b"/>
              <a:pathLst>
                <a:path w="121564" h="40482" extrusionOk="0">
                  <a:moveTo>
                    <a:pt x="31374" y="20087"/>
                  </a:moveTo>
                  <a:cubicBezTo>
                    <a:pt x="56948" y="21408"/>
                    <a:pt x="70664" y="1"/>
                    <a:pt x="121564" y="6692"/>
                  </a:cubicBezTo>
                  <a:lnTo>
                    <a:pt x="121564" y="40268"/>
                  </a:lnTo>
                  <a:cubicBezTo>
                    <a:pt x="121552" y="40387"/>
                    <a:pt x="121468" y="40482"/>
                    <a:pt x="121349" y="40482"/>
                  </a:cubicBezTo>
                  <a:lnTo>
                    <a:pt x="120" y="40482"/>
                  </a:lnTo>
                  <a:cubicBezTo>
                    <a:pt x="1" y="40482"/>
                    <a:pt x="120" y="40387"/>
                    <a:pt x="120" y="40268"/>
                  </a:cubicBezTo>
                  <a:cubicBezTo>
                    <a:pt x="120" y="40268"/>
                    <a:pt x="5478" y="18753"/>
                    <a:pt x="31374" y="2008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49" name="Google Shape;49;p5"/>
            <p:cNvGrpSpPr/>
            <p:nvPr/>
          </p:nvGrpSpPr>
          <p:grpSpPr>
            <a:xfrm>
              <a:off x="6739275" y="244825"/>
              <a:ext cx="1616875" cy="822250"/>
              <a:chOff x="6186650" y="997000"/>
              <a:chExt cx="1616875" cy="822250"/>
            </a:xfrm>
          </p:grpSpPr>
          <p:sp>
            <p:nvSpPr>
              <p:cNvPr id="50" name="Google Shape;50;p5"/>
              <p:cNvSpPr/>
              <p:nvPr/>
            </p:nvSpPr>
            <p:spPr>
              <a:xfrm>
                <a:off x="7271300" y="1156000"/>
                <a:ext cx="265525" cy="84675"/>
              </a:xfrm>
              <a:custGeom>
                <a:avLst/>
                <a:gdLst/>
                <a:ahLst/>
                <a:cxnLst/>
                <a:rect l="l" t="t" r="r" b="b"/>
                <a:pathLst>
                  <a:path w="10621" h="3387" extrusionOk="0">
                    <a:moveTo>
                      <a:pt x="9008" y="1"/>
                    </a:moveTo>
                    <a:cubicBezTo>
                      <a:pt x="8495" y="1"/>
                      <a:pt x="7988" y="143"/>
                      <a:pt x="7549" y="411"/>
                    </a:cubicBezTo>
                    <a:cubicBezTo>
                      <a:pt x="7061" y="721"/>
                      <a:pt x="6656" y="1125"/>
                      <a:pt x="6359" y="1614"/>
                    </a:cubicBezTo>
                    <a:cubicBezTo>
                      <a:pt x="6125" y="1988"/>
                      <a:pt x="5920" y="2376"/>
                      <a:pt x="5757" y="2785"/>
                    </a:cubicBezTo>
                    <a:lnTo>
                      <a:pt x="5757" y="2785"/>
                    </a:lnTo>
                    <a:cubicBezTo>
                      <a:pt x="5115" y="1997"/>
                      <a:pt x="4239" y="1428"/>
                      <a:pt x="3239" y="1173"/>
                    </a:cubicBezTo>
                    <a:cubicBezTo>
                      <a:pt x="2837" y="1066"/>
                      <a:pt x="2415" y="1012"/>
                      <a:pt x="1998" y="1012"/>
                    </a:cubicBezTo>
                    <a:cubicBezTo>
                      <a:pt x="1859" y="1012"/>
                      <a:pt x="1721" y="1018"/>
                      <a:pt x="1584" y="1030"/>
                    </a:cubicBezTo>
                    <a:cubicBezTo>
                      <a:pt x="1025" y="1078"/>
                      <a:pt x="489" y="1233"/>
                      <a:pt x="1" y="1494"/>
                    </a:cubicBezTo>
                    <a:cubicBezTo>
                      <a:pt x="524" y="1304"/>
                      <a:pt x="1075" y="1208"/>
                      <a:pt x="1627" y="1208"/>
                    </a:cubicBezTo>
                    <a:cubicBezTo>
                      <a:pt x="2144" y="1208"/>
                      <a:pt x="2661" y="1292"/>
                      <a:pt x="3156" y="1459"/>
                    </a:cubicBezTo>
                    <a:cubicBezTo>
                      <a:pt x="4180" y="1768"/>
                      <a:pt x="5061" y="2411"/>
                      <a:pt x="5656" y="3292"/>
                    </a:cubicBezTo>
                    <a:cubicBezTo>
                      <a:pt x="5680" y="3328"/>
                      <a:pt x="5716" y="3352"/>
                      <a:pt x="5751" y="3376"/>
                    </a:cubicBezTo>
                    <a:cubicBezTo>
                      <a:pt x="5773" y="3383"/>
                      <a:pt x="5794" y="3386"/>
                      <a:pt x="5815" y="3386"/>
                    </a:cubicBezTo>
                    <a:cubicBezTo>
                      <a:pt x="5899" y="3386"/>
                      <a:pt x="5973" y="3333"/>
                      <a:pt x="6001" y="3257"/>
                    </a:cubicBezTo>
                    <a:cubicBezTo>
                      <a:pt x="6359" y="2256"/>
                      <a:pt x="6859" y="1268"/>
                      <a:pt x="7716" y="661"/>
                    </a:cubicBezTo>
                    <a:cubicBezTo>
                      <a:pt x="8145" y="363"/>
                      <a:pt x="8645" y="197"/>
                      <a:pt x="9168" y="197"/>
                    </a:cubicBezTo>
                    <a:cubicBezTo>
                      <a:pt x="9197" y="195"/>
                      <a:pt x="9226" y="195"/>
                      <a:pt x="9255" y="195"/>
                    </a:cubicBezTo>
                    <a:cubicBezTo>
                      <a:pt x="9771" y="195"/>
                      <a:pt x="10260" y="395"/>
                      <a:pt x="10621" y="756"/>
                    </a:cubicBezTo>
                    <a:cubicBezTo>
                      <a:pt x="10300" y="292"/>
                      <a:pt x="9740" y="54"/>
                      <a:pt x="9180" y="6"/>
                    </a:cubicBezTo>
                    <a:cubicBezTo>
                      <a:pt x="9123" y="3"/>
                      <a:pt x="9065" y="1"/>
                      <a:pt x="90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 name="Google Shape;51;p5"/>
              <p:cNvSpPr/>
              <p:nvPr/>
            </p:nvSpPr>
            <p:spPr>
              <a:xfrm>
                <a:off x="7543950" y="997000"/>
                <a:ext cx="259575" cy="86450"/>
              </a:xfrm>
              <a:custGeom>
                <a:avLst/>
                <a:gdLst/>
                <a:ahLst/>
                <a:cxnLst/>
                <a:rect l="l" t="t" r="r" b="b"/>
                <a:pathLst>
                  <a:path w="10383" h="3458" extrusionOk="0">
                    <a:moveTo>
                      <a:pt x="9868" y="0"/>
                    </a:moveTo>
                    <a:cubicBezTo>
                      <a:pt x="9549" y="0"/>
                      <a:pt x="9232" y="51"/>
                      <a:pt x="8930" y="151"/>
                    </a:cubicBezTo>
                    <a:cubicBezTo>
                      <a:pt x="8466" y="318"/>
                      <a:pt x="8026" y="568"/>
                      <a:pt x="7645" y="889"/>
                    </a:cubicBezTo>
                    <a:cubicBezTo>
                      <a:pt x="6946" y="1459"/>
                      <a:pt x="6432" y="2193"/>
                      <a:pt x="5954" y="2925"/>
                    </a:cubicBezTo>
                    <a:lnTo>
                      <a:pt x="5954" y="2925"/>
                    </a:lnTo>
                    <a:cubicBezTo>
                      <a:pt x="5302" y="2040"/>
                      <a:pt x="4436" y="1353"/>
                      <a:pt x="3418" y="937"/>
                    </a:cubicBezTo>
                    <a:cubicBezTo>
                      <a:pt x="2882" y="711"/>
                      <a:pt x="2311" y="556"/>
                      <a:pt x="1727" y="485"/>
                    </a:cubicBezTo>
                    <a:cubicBezTo>
                      <a:pt x="1528" y="464"/>
                      <a:pt x="1326" y="453"/>
                      <a:pt x="1124" y="453"/>
                    </a:cubicBezTo>
                    <a:cubicBezTo>
                      <a:pt x="745" y="453"/>
                      <a:pt x="365" y="490"/>
                      <a:pt x="1" y="568"/>
                    </a:cubicBezTo>
                    <a:cubicBezTo>
                      <a:pt x="137" y="559"/>
                      <a:pt x="274" y="555"/>
                      <a:pt x="410" y="555"/>
                    </a:cubicBezTo>
                    <a:cubicBezTo>
                      <a:pt x="1406" y="555"/>
                      <a:pt x="2398" y="783"/>
                      <a:pt x="3299" y="1223"/>
                    </a:cubicBezTo>
                    <a:cubicBezTo>
                      <a:pt x="4311" y="1699"/>
                      <a:pt x="5168" y="2449"/>
                      <a:pt x="5799" y="3378"/>
                    </a:cubicBezTo>
                    <a:cubicBezTo>
                      <a:pt x="5811" y="3390"/>
                      <a:pt x="5835" y="3413"/>
                      <a:pt x="5859" y="3425"/>
                    </a:cubicBezTo>
                    <a:cubicBezTo>
                      <a:pt x="5889" y="3447"/>
                      <a:pt x="5925" y="3458"/>
                      <a:pt x="5960" y="3458"/>
                    </a:cubicBezTo>
                    <a:cubicBezTo>
                      <a:pt x="6021" y="3458"/>
                      <a:pt x="6083" y="3426"/>
                      <a:pt x="6121" y="3366"/>
                    </a:cubicBezTo>
                    <a:cubicBezTo>
                      <a:pt x="6633" y="2556"/>
                      <a:pt x="7145" y="1747"/>
                      <a:pt x="7823" y="1092"/>
                    </a:cubicBezTo>
                    <a:cubicBezTo>
                      <a:pt x="8168" y="770"/>
                      <a:pt x="8561" y="508"/>
                      <a:pt x="8990" y="318"/>
                    </a:cubicBezTo>
                    <a:cubicBezTo>
                      <a:pt x="9386" y="136"/>
                      <a:pt x="9811" y="40"/>
                      <a:pt x="10239" y="40"/>
                    </a:cubicBezTo>
                    <a:cubicBezTo>
                      <a:pt x="10287" y="40"/>
                      <a:pt x="10335" y="42"/>
                      <a:pt x="10383" y="44"/>
                    </a:cubicBezTo>
                    <a:cubicBezTo>
                      <a:pt x="10212" y="15"/>
                      <a:pt x="10040" y="0"/>
                      <a:pt x="9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 name="Google Shape;52;p5"/>
              <p:cNvSpPr/>
              <p:nvPr/>
            </p:nvSpPr>
            <p:spPr>
              <a:xfrm>
                <a:off x="6186650" y="1653225"/>
                <a:ext cx="349475" cy="166025"/>
              </a:xfrm>
              <a:custGeom>
                <a:avLst/>
                <a:gdLst/>
                <a:ahLst/>
                <a:cxnLst/>
                <a:rect l="l" t="t" r="r" b="b"/>
                <a:pathLst>
                  <a:path w="13979" h="6641" extrusionOk="0">
                    <a:moveTo>
                      <a:pt x="13978" y="1"/>
                    </a:moveTo>
                    <a:lnTo>
                      <a:pt x="13978" y="1"/>
                    </a:lnTo>
                    <a:cubicBezTo>
                      <a:pt x="13264" y="96"/>
                      <a:pt x="12597" y="370"/>
                      <a:pt x="12037" y="810"/>
                    </a:cubicBezTo>
                    <a:cubicBezTo>
                      <a:pt x="11466" y="1239"/>
                      <a:pt x="10990" y="1775"/>
                      <a:pt x="10609" y="2382"/>
                    </a:cubicBezTo>
                    <a:cubicBezTo>
                      <a:pt x="9916" y="3486"/>
                      <a:pt x="9538" y="4738"/>
                      <a:pt x="9215" y="5959"/>
                    </a:cubicBezTo>
                    <a:lnTo>
                      <a:pt x="9215" y="5959"/>
                    </a:lnTo>
                    <a:cubicBezTo>
                      <a:pt x="7933" y="5038"/>
                      <a:pt x="6420" y="4478"/>
                      <a:pt x="4846" y="4346"/>
                    </a:cubicBezTo>
                    <a:cubicBezTo>
                      <a:pt x="4610" y="4326"/>
                      <a:pt x="4373" y="4317"/>
                      <a:pt x="4137" y="4317"/>
                    </a:cubicBezTo>
                    <a:cubicBezTo>
                      <a:pt x="3529" y="4317"/>
                      <a:pt x="2926" y="4381"/>
                      <a:pt x="2334" y="4501"/>
                    </a:cubicBezTo>
                    <a:cubicBezTo>
                      <a:pt x="1512" y="4668"/>
                      <a:pt x="727" y="4965"/>
                      <a:pt x="0" y="5382"/>
                    </a:cubicBezTo>
                    <a:cubicBezTo>
                      <a:pt x="762" y="5061"/>
                      <a:pt x="1560" y="4858"/>
                      <a:pt x="2382" y="4751"/>
                    </a:cubicBezTo>
                    <a:cubicBezTo>
                      <a:pt x="2769" y="4705"/>
                      <a:pt x="3161" y="4681"/>
                      <a:pt x="3554" y="4681"/>
                    </a:cubicBezTo>
                    <a:cubicBezTo>
                      <a:pt x="3971" y="4681"/>
                      <a:pt x="4388" y="4708"/>
                      <a:pt x="4798" y="4763"/>
                    </a:cubicBezTo>
                    <a:cubicBezTo>
                      <a:pt x="6406" y="4965"/>
                      <a:pt x="7930" y="5597"/>
                      <a:pt x="9204" y="6585"/>
                    </a:cubicBezTo>
                    <a:cubicBezTo>
                      <a:pt x="9240" y="6609"/>
                      <a:pt x="9275" y="6620"/>
                      <a:pt x="9299" y="6632"/>
                    </a:cubicBezTo>
                    <a:cubicBezTo>
                      <a:pt x="9321" y="6638"/>
                      <a:pt x="9343" y="6641"/>
                      <a:pt x="9365" y="6641"/>
                    </a:cubicBezTo>
                    <a:cubicBezTo>
                      <a:pt x="9480" y="6641"/>
                      <a:pt x="9578" y="6562"/>
                      <a:pt x="9609" y="6442"/>
                    </a:cubicBezTo>
                    <a:cubicBezTo>
                      <a:pt x="9954" y="5108"/>
                      <a:pt x="10275" y="3763"/>
                      <a:pt x="10942" y="2572"/>
                    </a:cubicBezTo>
                    <a:cubicBezTo>
                      <a:pt x="11264" y="1989"/>
                      <a:pt x="11692" y="1441"/>
                      <a:pt x="12192" y="989"/>
                    </a:cubicBezTo>
                    <a:cubicBezTo>
                      <a:pt x="12692" y="524"/>
                      <a:pt x="13311" y="179"/>
                      <a:pt x="13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 name="Google Shape;53;p5"/>
              <p:cNvSpPr/>
              <p:nvPr/>
            </p:nvSpPr>
            <p:spPr>
              <a:xfrm>
                <a:off x="6774675" y="1212300"/>
                <a:ext cx="184275" cy="61725"/>
              </a:xfrm>
              <a:custGeom>
                <a:avLst/>
                <a:gdLst/>
                <a:ahLst/>
                <a:cxnLst/>
                <a:rect l="l" t="t" r="r" b="b"/>
                <a:pathLst>
                  <a:path w="7371" h="2469" extrusionOk="0">
                    <a:moveTo>
                      <a:pt x="745" y="1"/>
                    </a:moveTo>
                    <a:cubicBezTo>
                      <a:pt x="497" y="1"/>
                      <a:pt x="247" y="30"/>
                      <a:pt x="1" y="90"/>
                    </a:cubicBezTo>
                    <a:cubicBezTo>
                      <a:pt x="58" y="87"/>
                      <a:pt x="116" y="86"/>
                      <a:pt x="173" y="86"/>
                    </a:cubicBezTo>
                    <a:cubicBezTo>
                      <a:pt x="875" y="86"/>
                      <a:pt x="1561" y="288"/>
                      <a:pt x="2156" y="673"/>
                    </a:cubicBezTo>
                    <a:cubicBezTo>
                      <a:pt x="2775" y="1054"/>
                      <a:pt x="3239" y="1649"/>
                      <a:pt x="3489" y="2340"/>
                    </a:cubicBezTo>
                    <a:cubicBezTo>
                      <a:pt x="3501" y="2376"/>
                      <a:pt x="3525" y="2411"/>
                      <a:pt x="3561" y="2435"/>
                    </a:cubicBezTo>
                    <a:cubicBezTo>
                      <a:pt x="3597" y="2458"/>
                      <a:pt x="3636" y="2468"/>
                      <a:pt x="3674" y="2468"/>
                    </a:cubicBezTo>
                    <a:cubicBezTo>
                      <a:pt x="3738" y="2468"/>
                      <a:pt x="3798" y="2439"/>
                      <a:pt x="3835" y="2388"/>
                    </a:cubicBezTo>
                    <a:cubicBezTo>
                      <a:pt x="4251" y="1768"/>
                      <a:pt x="4752" y="1197"/>
                      <a:pt x="5430" y="935"/>
                    </a:cubicBezTo>
                    <a:cubicBezTo>
                      <a:pt x="5634" y="855"/>
                      <a:pt x="5851" y="815"/>
                      <a:pt x="6068" y="815"/>
                    </a:cubicBezTo>
                    <a:cubicBezTo>
                      <a:pt x="6206" y="815"/>
                      <a:pt x="6344" y="831"/>
                      <a:pt x="6478" y="864"/>
                    </a:cubicBezTo>
                    <a:cubicBezTo>
                      <a:pt x="6847" y="923"/>
                      <a:pt x="7169" y="1149"/>
                      <a:pt x="7371" y="1471"/>
                    </a:cubicBezTo>
                    <a:cubicBezTo>
                      <a:pt x="7216" y="1090"/>
                      <a:pt x="6907" y="804"/>
                      <a:pt x="6526" y="673"/>
                    </a:cubicBezTo>
                    <a:cubicBezTo>
                      <a:pt x="6315" y="603"/>
                      <a:pt x="6098" y="567"/>
                      <a:pt x="5881" y="567"/>
                    </a:cubicBezTo>
                    <a:cubicBezTo>
                      <a:pt x="5693" y="567"/>
                      <a:pt x="5505" y="594"/>
                      <a:pt x="5323" y="649"/>
                    </a:cubicBezTo>
                    <a:cubicBezTo>
                      <a:pt x="4930" y="768"/>
                      <a:pt x="4573" y="983"/>
                      <a:pt x="4275" y="1256"/>
                    </a:cubicBezTo>
                    <a:cubicBezTo>
                      <a:pt x="4073" y="1451"/>
                      <a:pt x="3882" y="1663"/>
                      <a:pt x="3712" y="1884"/>
                    </a:cubicBezTo>
                    <a:lnTo>
                      <a:pt x="3712" y="1884"/>
                    </a:lnTo>
                    <a:cubicBezTo>
                      <a:pt x="3412" y="1256"/>
                      <a:pt x="2921" y="737"/>
                      <a:pt x="2299" y="411"/>
                    </a:cubicBezTo>
                    <a:cubicBezTo>
                      <a:pt x="1825" y="141"/>
                      <a:pt x="1289" y="1"/>
                      <a:pt x="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54" name="Google Shape;54;p5"/>
          <p:cNvSpPr txBox="1">
            <a:spLocks noGrp="1"/>
          </p:cNvSpPr>
          <p:nvPr>
            <p:ph type="title"/>
          </p:nvPr>
        </p:nvSpPr>
        <p:spPr>
          <a:xfrm>
            <a:off x="828787" y="547745"/>
            <a:ext cx="10168400" cy="763600"/>
          </a:xfrm>
          <a:prstGeom prst="rect">
            <a:avLst/>
          </a:prstGeom>
        </p:spPr>
        <p:txBody>
          <a:bodyPr spcFirstLastPara="1" wrap="square" lIns="91425" tIns="91425" rIns="91425" bIns="91425" anchor="ctr" anchorCtr="0">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55" name="Google Shape;55;p5"/>
          <p:cNvSpPr txBox="1">
            <a:spLocks noGrp="1"/>
          </p:cNvSpPr>
          <p:nvPr>
            <p:ph type="body" idx="1"/>
          </p:nvPr>
        </p:nvSpPr>
        <p:spPr>
          <a:xfrm>
            <a:off x="1684733" y="3652900"/>
            <a:ext cx="3670800" cy="1416400"/>
          </a:xfrm>
          <a:prstGeom prst="rect">
            <a:avLst/>
          </a:prstGeom>
        </p:spPr>
        <p:txBody>
          <a:bodyPr spcFirstLastPara="1" wrap="square" lIns="91425" tIns="91425" rIns="91425" bIns="91425" anchor="t" anchorCtr="0">
            <a:noAutofit/>
          </a:bodyPr>
          <a:lstStyle>
            <a:lvl1pPr marL="609585" lvl="0" indent="-423323" algn="ctr">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56" name="Google Shape;56;p5"/>
          <p:cNvSpPr txBox="1">
            <a:spLocks noGrp="1"/>
          </p:cNvSpPr>
          <p:nvPr>
            <p:ph type="body" idx="2"/>
          </p:nvPr>
        </p:nvSpPr>
        <p:spPr>
          <a:xfrm>
            <a:off x="6836533" y="3652900"/>
            <a:ext cx="3670800" cy="1416400"/>
          </a:xfrm>
          <a:prstGeom prst="rect">
            <a:avLst/>
          </a:prstGeom>
        </p:spPr>
        <p:txBody>
          <a:bodyPr spcFirstLastPara="1" wrap="square" lIns="91425" tIns="91425" rIns="91425" bIns="91425" anchor="t" anchorCtr="0">
            <a:noAutofit/>
          </a:bodyPr>
          <a:lstStyle>
            <a:lvl1pPr marL="609585" lvl="0" indent="-423323" algn="ctr">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57" name="Google Shape;57;p5"/>
          <p:cNvSpPr txBox="1">
            <a:spLocks noGrp="1"/>
          </p:cNvSpPr>
          <p:nvPr>
            <p:ph type="title" idx="3"/>
          </p:nvPr>
        </p:nvSpPr>
        <p:spPr>
          <a:xfrm>
            <a:off x="1684833" y="3045700"/>
            <a:ext cx="3670800" cy="708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3333" b="1">
                <a:solidFill>
                  <a:schemeClr val="accent4"/>
                </a:solidFill>
              </a:defRPr>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endParaRPr/>
          </a:p>
        </p:txBody>
      </p:sp>
      <p:sp>
        <p:nvSpPr>
          <p:cNvPr id="58" name="Google Shape;58;p5"/>
          <p:cNvSpPr txBox="1">
            <a:spLocks noGrp="1"/>
          </p:cNvSpPr>
          <p:nvPr>
            <p:ph type="title" idx="4"/>
          </p:nvPr>
        </p:nvSpPr>
        <p:spPr>
          <a:xfrm>
            <a:off x="6836533" y="3045700"/>
            <a:ext cx="3670800" cy="708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3333" b="1">
                <a:solidFill>
                  <a:schemeClr val="accent4"/>
                </a:solidFill>
              </a:defRPr>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endParaRPr/>
          </a:p>
        </p:txBody>
      </p:sp>
    </p:spTree>
    <p:extLst>
      <p:ext uri="{BB962C8B-B14F-4D97-AF65-F5344CB8AC3E}">
        <p14:creationId xmlns:p14="http://schemas.microsoft.com/office/powerpoint/2010/main" val="2674485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95"/>
        <p:cNvGrpSpPr/>
        <p:nvPr/>
      </p:nvGrpSpPr>
      <p:grpSpPr>
        <a:xfrm>
          <a:off x="0" y="0"/>
          <a:ext cx="0" cy="0"/>
          <a:chOff x="0" y="0"/>
          <a:chExt cx="0" cy="0"/>
        </a:xfrm>
      </p:grpSpPr>
      <p:grpSp>
        <p:nvGrpSpPr>
          <p:cNvPr id="196" name="Google Shape;196;p19"/>
          <p:cNvGrpSpPr/>
          <p:nvPr/>
        </p:nvGrpSpPr>
        <p:grpSpPr>
          <a:xfrm>
            <a:off x="-3531401" y="-1381665"/>
            <a:ext cx="15723280" cy="8239724"/>
            <a:chOff x="-2648551" y="-1036249"/>
            <a:chExt cx="11792460" cy="6179793"/>
          </a:xfrm>
        </p:grpSpPr>
        <p:sp>
          <p:nvSpPr>
            <p:cNvPr id="197" name="Google Shape;197;p19"/>
            <p:cNvSpPr/>
            <p:nvPr/>
          </p:nvSpPr>
          <p:spPr>
            <a:xfrm>
              <a:off x="-2648551" y="-1036249"/>
              <a:ext cx="3270161" cy="2254882"/>
            </a:xfrm>
            <a:custGeom>
              <a:avLst/>
              <a:gdLst/>
              <a:ahLst/>
              <a:cxnLst/>
              <a:rect l="l" t="t" r="r" b="b"/>
              <a:pathLst>
                <a:path w="19289" h="13300" extrusionOk="0">
                  <a:moveTo>
                    <a:pt x="8878" y="1"/>
                  </a:moveTo>
                  <a:cubicBezTo>
                    <a:pt x="8356" y="1"/>
                    <a:pt x="7835" y="75"/>
                    <a:pt x="7335" y="231"/>
                  </a:cubicBezTo>
                  <a:cubicBezTo>
                    <a:pt x="5739" y="720"/>
                    <a:pt x="4406" y="2113"/>
                    <a:pt x="4168" y="3768"/>
                  </a:cubicBezTo>
                  <a:cubicBezTo>
                    <a:pt x="4055" y="3755"/>
                    <a:pt x="3942" y="3749"/>
                    <a:pt x="3828" y="3749"/>
                  </a:cubicBezTo>
                  <a:cubicBezTo>
                    <a:pt x="2402" y="3749"/>
                    <a:pt x="930" y="4697"/>
                    <a:pt x="488" y="6054"/>
                  </a:cubicBezTo>
                  <a:cubicBezTo>
                    <a:pt x="0" y="7518"/>
                    <a:pt x="715" y="9280"/>
                    <a:pt x="2084" y="9983"/>
                  </a:cubicBezTo>
                  <a:cubicBezTo>
                    <a:pt x="2819" y="10350"/>
                    <a:pt x="3658" y="10429"/>
                    <a:pt x="4491" y="10429"/>
                  </a:cubicBezTo>
                  <a:cubicBezTo>
                    <a:pt x="4629" y="10429"/>
                    <a:pt x="4768" y="10427"/>
                    <a:pt x="4906" y="10423"/>
                  </a:cubicBezTo>
                  <a:cubicBezTo>
                    <a:pt x="5370" y="11673"/>
                    <a:pt x="6632" y="12483"/>
                    <a:pt x="7882" y="12923"/>
                  </a:cubicBezTo>
                  <a:cubicBezTo>
                    <a:pt x="8263" y="13054"/>
                    <a:pt x="8656" y="13162"/>
                    <a:pt x="9061" y="13245"/>
                  </a:cubicBezTo>
                  <a:cubicBezTo>
                    <a:pt x="9310" y="13281"/>
                    <a:pt x="9559" y="13299"/>
                    <a:pt x="9806" y="13299"/>
                  </a:cubicBezTo>
                  <a:cubicBezTo>
                    <a:pt x="11495" y="13299"/>
                    <a:pt x="13096" y="12465"/>
                    <a:pt x="14062" y="11042"/>
                  </a:cubicBezTo>
                  <a:cubicBezTo>
                    <a:pt x="14561" y="11269"/>
                    <a:pt x="15095" y="11382"/>
                    <a:pt x="15629" y="11382"/>
                  </a:cubicBezTo>
                  <a:cubicBezTo>
                    <a:pt x="16217" y="11382"/>
                    <a:pt x="16805" y="11245"/>
                    <a:pt x="17348" y="10971"/>
                  </a:cubicBezTo>
                  <a:cubicBezTo>
                    <a:pt x="18372" y="10435"/>
                    <a:pt x="19062" y="9423"/>
                    <a:pt x="19193" y="8268"/>
                  </a:cubicBezTo>
                  <a:cubicBezTo>
                    <a:pt x="19288" y="7137"/>
                    <a:pt x="18729" y="5911"/>
                    <a:pt x="17776" y="5280"/>
                  </a:cubicBezTo>
                  <a:cubicBezTo>
                    <a:pt x="18312" y="4530"/>
                    <a:pt x="18372" y="3541"/>
                    <a:pt x="17931" y="2732"/>
                  </a:cubicBezTo>
                  <a:cubicBezTo>
                    <a:pt x="17467" y="1946"/>
                    <a:pt x="16645" y="1434"/>
                    <a:pt x="15728" y="1363"/>
                  </a:cubicBezTo>
                  <a:cubicBezTo>
                    <a:pt x="15673" y="1359"/>
                    <a:pt x="15617" y="1357"/>
                    <a:pt x="15561" y="1357"/>
                  </a:cubicBezTo>
                  <a:cubicBezTo>
                    <a:pt x="14720" y="1357"/>
                    <a:pt x="13854" y="1770"/>
                    <a:pt x="13240" y="2351"/>
                  </a:cubicBezTo>
                  <a:cubicBezTo>
                    <a:pt x="13169" y="1744"/>
                    <a:pt x="12657" y="1291"/>
                    <a:pt x="12145" y="958"/>
                  </a:cubicBezTo>
                  <a:cubicBezTo>
                    <a:pt x="11172" y="353"/>
                    <a:pt x="10021" y="1"/>
                    <a:pt x="88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8" name="Google Shape;198;p19"/>
            <p:cNvSpPr/>
            <p:nvPr/>
          </p:nvSpPr>
          <p:spPr>
            <a:xfrm>
              <a:off x="0" y="4257950"/>
              <a:ext cx="2311325" cy="885550"/>
            </a:xfrm>
            <a:custGeom>
              <a:avLst/>
              <a:gdLst/>
              <a:ahLst/>
              <a:cxnLst/>
              <a:rect l="l" t="t" r="r" b="b"/>
              <a:pathLst>
                <a:path w="92453" h="35422" extrusionOk="0">
                  <a:moveTo>
                    <a:pt x="92452" y="35267"/>
                  </a:moveTo>
                  <a:cubicBezTo>
                    <a:pt x="92452" y="35267"/>
                    <a:pt x="73069" y="1"/>
                    <a:pt x="0" y="1787"/>
                  </a:cubicBezTo>
                  <a:lnTo>
                    <a:pt x="0" y="35208"/>
                  </a:lnTo>
                  <a:cubicBezTo>
                    <a:pt x="0" y="35327"/>
                    <a:pt x="84" y="35422"/>
                    <a:pt x="203" y="35422"/>
                  </a:cubicBezTo>
                  <a:lnTo>
                    <a:pt x="92238" y="35422"/>
                  </a:lnTo>
                  <a:cubicBezTo>
                    <a:pt x="92357" y="35422"/>
                    <a:pt x="92452" y="35327"/>
                    <a:pt x="92452" y="3520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199" name="Google Shape;199;p19"/>
            <p:cNvGrpSpPr/>
            <p:nvPr/>
          </p:nvGrpSpPr>
          <p:grpSpPr>
            <a:xfrm>
              <a:off x="6838161" y="502509"/>
              <a:ext cx="1778978" cy="786595"/>
              <a:chOff x="5577063" y="2349975"/>
              <a:chExt cx="990137" cy="437800"/>
            </a:xfrm>
          </p:grpSpPr>
          <p:sp>
            <p:nvSpPr>
              <p:cNvPr id="200" name="Google Shape;200;p19"/>
              <p:cNvSpPr/>
              <p:nvPr/>
            </p:nvSpPr>
            <p:spPr>
              <a:xfrm>
                <a:off x="6307925" y="2504475"/>
                <a:ext cx="259275" cy="84325"/>
              </a:xfrm>
              <a:custGeom>
                <a:avLst/>
                <a:gdLst/>
                <a:ahLst/>
                <a:cxnLst/>
                <a:rect l="l" t="t" r="r" b="b"/>
                <a:pathLst>
                  <a:path w="10371" h="3373" extrusionOk="0">
                    <a:moveTo>
                      <a:pt x="954" y="0"/>
                    </a:moveTo>
                    <a:cubicBezTo>
                      <a:pt x="634" y="0"/>
                      <a:pt x="313" y="36"/>
                      <a:pt x="0" y="113"/>
                    </a:cubicBezTo>
                    <a:cubicBezTo>
                      <a:pt x="143" y="100"/>
                      <a:pt x="285" y="94"/>
                      <a:pt x="427" y="94"/>
                    </a:cubicBezTo>
                    <a:cubicBezTo>
                      <a:pt x="1345" y="94"/>
                      <a:pt x="2253" y="358"/>
                      <a:pt x="3036" y="863"/>
                    </a:cubicBezTo>
                    <a:cubicBezTo>
                      <a:pt x="3929" y="1411"/>
                      <a:pt x="4620" y="2244"/>
                      <a:pt x="4977" y="3244"/>
                    </a:cubicBezTo>
                    <a:cubicBezTo>
                      <a:pt x="4989" y="3280"/>
                      <a:pt x="5013" y="3316"/>
                      <a:pt x="5049" y="3339"/>
                    </a:cubicBezTo>
                    <a:cubicBezTo>
                      <a:pt x="5080" y="3362"/>
                      <a:pt x="5117" y="3372"/>
                      <a:pt x="5153" y="3372"/>
                    </a:cubicBezTo>
                    <a:cubicBezTo>
                      <a:pt x="5213" y="3372"/>
                      <a:pt x="5273" y="3344"/>
                      <a:pt x="5310" y="3292"/>
                    </a:cubicBezTo>
                    <a:cubicBezTo>
                      <a:pt x="5906" y="2423"/>
                      <a:pt x="6632" y="1601"/>
                      <a:pt x="7596" y="1232"/>
                    </a:cubicBezTo>
                    <a:cubicBezTo>
                      <a:pt x="7881" y="1121"/>
                      <a:pt x="8182" y="1066"/>
                      <a:pt x="8483" y="1066"/>
                    </a:cubicBezTo>
                    <a:cubicBezTo>
                      <a:pt x="8698" y="1066"/>
                      <a:pt x="8912" y="1094"/>
                      <a:pt x="9120" y="1149"/>
                    </a:cubicBezTo>
                    <a:cubicBezTo>
                      <a:pt x="9644" y="1256"/>
                      <a:pt x="10097" y="1577"/>
                      <a:pt x="10371" y="2042"/>
                    </a:cubicBezTo>
                    <a:cubicBezTo>
                      <a:pt x="10180" y="1530"/>
                      <a:pt x="9692" y="1149"/>
                      <a:pt x="9168" y="970"/>
                    </a:cubicBezTo>
                    <a:cubicBezTo>
                      <a:pt x="8886" y="876"/>
                      <a:pt x="8591" y="828"/>
                      <a:pt x="8295" y="828"/>
                    </a:cubicBezTo>
                    <a:cubicBezTo>
                      <a:pt x="8029" y="828"/>
                      <a:pt x="7761" y="867"/>
                      <a:pt x="7501" y="946"/>
                    </a:cubicBezTo>
                    <a:cubicBezTo>
                      <a:pt x="6965" y="1125"/>
                      <a:pt x="6477" y="1423"/>
                      <a:pt x="6061" y="1804"/>
                    </a:cubicBezTo>
                    <a:cubicBezTo>
                      <a:pt x="5750" y="2104"/>
                      <a:pt x="5462" y="2435"/>
                      <a:pt x="5203" y="2783"/>
                    </a:cubicBezTo>
                    <a:lnTo>
                      <a:pt x="5203" y="2783"/>
                    </a:lnTo>
                    <a:cubicBezTo>
                      <a:pt x="4791" y="1859"/>
                      <a:pt x="4087" y="1093"/>
                      <a:pt x="3191" y="613"/>
                    </a:cubicBezTo>
                    <a:cubicBezTo>
                      <a:pt x="2715" y="339"/>
                      <a:pt x="2179" y="149"/>
                      <a:pt x="1631" y="53"/>
                    </a:cubicBezTo>
                    <a:cubicBezTo>
                      <a:pt x="1409" y="19"/>
                      <a:pt x="1182" y="0"/>
                      <a:pt x="9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1" name="Google Shape;201;p19"/>
              <p:cNvSpPr/>
              <p:nvPr/>
            </p:nvSpPr>
            <p:spPr>
              <a:xfrm>
                <a:off x="6188250" y="2349975"/>
                <a:ext cx="184275" cy="61725"/>
              </a:xfrm>
              <a:custGeom>
                <a:avLst/>
                <a:gdLst/>
                <a:ahLst/>
                <a:cxnLst/>
                <a:rect l="l" t="t" r="r" b="b"/>
                <a:pathLst>
                  <a:path w="7371" h="2469" extrusionOk="0">
                    <a:moveTo>
                      <a:pt x="745" y="1"/>
                    </a:moveTo>
                    <a:cubicBezTo>
                      <a:pt x="497" y="1"/>
                      <a:pt x="247" y="30"/>
                      <a:pt x="1" y="90"/>
                    </a:cubicBezTo>
                    <a:cubicBezTo>
                      <a:pt x="58" y="87"/>
                      <a:pt x="116" y="86"/>
                      <a:pt x="173" y="86"/>
                    </a:cubicBezTo>
                    <a:cubicBezTo>
                      <a:pt x="875" y="86"/>
                      <a:pt x="1561" y="288"/>
                      <a:pt x="2156" y="673"/>
                    </a:cubicBezTo>
                    <a:cubicBezTo>
                      <a:pt x="2775" y="1054"/>
                      <a:pt x="3239" y="1649"/>
                      <a:pt x="3489" y="2340"/>
                    </a:cubicBezTo>
                    <a:cubicBezTo>
                      <a:pt x="3501" y="2376"/>
                      <a:pt x="3525" y="2411"/>
                      <a:pt x="3561" y="2435"/>
                    </a:cubicBezTo>
                    <a:cubicBezTo>
                      <a:pt x="3597" y="2458"/>
                      <a:pt x="3636" y="2468"/>
                      <a:pt x="3674" y="2468"/>
                    </a:cubicBezTo>
                    <a:cubicBezTo>
                      <a:pt x="3738" y="2468"/>
                      <a:pt x="3798" y="2439"/>
                      <a:pt x="3835" y="2388"/>
                    </a:cubicBezTo>
                    <a:cubicBezTo>
                      <a:pt x="4251" y="1768"/>
                      <a:pt x="4752" y="1197"/>
                      <a:pt x="5430" y="935"/>
                    </a:cubicBezTo>
                    <a:cubicBezTo>
                      <a:pt x="5634" y="855"/>
                      <a:pt x="5851" y="815"/>
                      <a:pt x="6068" y="815"/>
                    </a:cubicBezTo>
                    <a:cubicBezTo>
                      <a:pt x="6206" y="815"/>
                      <a:pt x="6344" y="831"/>
                      <a:pt x="6478" y="864"/>
                    </a:cubicBezTo>
                    <a:cubicBezTo>
                      <a:pt x="6847" y="923"/>
                      <a:pt x="7169" y="1149"/>
                      <a:pt x="7371" y="1471"/>
                    </a:cubicBezTo>
                    <a:cubicBezTo>
                      <a:pt x="7216" y="1090"/>
                      <a:pt x="6907" y="804"/>
                      <a:pt x="6526" y="673"/>
                    </a:cubicBezTo>
                    <a:cubicBezTo>
                      <a:pt x="6315" y="603"/>
                      <a:pt x="6098" y="567"/>
                      <a:pt x="5881" y="567"/>
                    </a:cubicBezTo>
                    <a:cubicBezTo>
                      <a:pt x="5693" y="567"/>
                      <a:pt x="5505" y="594"/>
                      <a:pt x="5323" y="649"/>
                    </a:cubicBezTo>
                    <a:cubicBezTo>
                      <a:pt x="4930" y="768"/>
                      <a:pt x="4573" y="983"/>
                      <a:pt x="4275" y="1256"/>
                    </a:cubicBezTo>
                    <a:cubicBezTo>
                      <a:pt x="4073" y="1451"/>
                      <a:pt x="3882" y="1663"/>
                      <a:pt x="3712" y="1884"/>
                    </a:cubicBezTo>
                    <a:lnTo>
                      <a:pt x="3712" y="1884"/>
                    </a:lnTo>
                    <a:cubicBezTo>
                      <a:pt x="3412" y="1256"/>
                      <a:pt x="2921" y="737"/>
                      <a:pt x="2299" y="411"/>
                    </a:cubicBezTo>
                    <a:cubicBezTo>
                      <a:pt x="1825" y="141"/>
                      <a:pt x="1289" y="1"/>
                      <a:pt x="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2" name="Google Shape;202;p19"/>
              <p:cNvSpPr/>
              <p:nvPr/>
            </p:nvSpPr>
            <p:spPr>
              <a:xfrm>
                <a:off x="6051350" y="2681125"/>
                <a:ext cx="252125" cy="106650"/>
              </a:xfrm>
              <a:custGeom>
                <a:avLst/>
                <a:gdLst/>
                <a:ahLst/>
                <a:cxnLst/>
                <a:rect l="l" t="t" r="r" b="b"/>
                <a:pathLst>
                  <a:path w="10085" h="4266" extrusionOk="0">
                    <a:moveTo>
                      <a:pt x="0" y="0"/>
                    </a:moveTo>
                    <a:cubicBezTo>
                      <a:pt x="1107" y="214"/>
                      <a:pt x="2143" y="714"/>
                      <a:pt x="3000" y="1465"/>
                    </a:cubicBezTo>
                    <a:cubicBezTo>
                      <a:pt x="3846" y="2167"/>
                      <a:pt x="4489" y="3096"/>
                      <a:pt x="4870" y="4143"/>
                    </a:cubicBezTo>
                    <a:cubicBezTo>
                      <a:pt x="4892" y="4219"/>
                      <a:pt x="4967" y="4266"/>
                      <a:pt x="5047" y="4266"/>
                    </a:cubicBezTo>
                    <a:cubicBezTo>
                      <a:pt x="5093" y="4266"/>
                      <a:pt x="5140" y="4250"/>
                      <a:pt x="5179" y="4215"/>
                    </a:cubicBezTo>
                    <a:cubicBezTo>
                      <a:pt x="5870" y="3560"/>
                      <a:pt x="6560" y="2905"/>
                      <a:pt x="7382" y="2465"/>
                    </a:cubicBezTo>
                    <a:cubicBezTo>
                      <a:pt x="7787" y="2238"/>
                      <a:pt x="8227" y="2084"/>
                      <a:pt x="8692" y="2000"/>
                    </a:cubicBezTo>
                    <a:cubicBezTo>
                      <a:pt x="8857" y="1971"/>
                      <a:pt x="9024" y="1956"/>
                      <a:pt x="9191" y="1956"/>
                    </a:cubicBezTo>
                    <a:cubicBezTo>
                      <a:pt x="9492" y="1956"/>
                      <a:pt x="9793" y="2004"/>
                      <a:pt x="10085" y="2096"/>
                    </a:cubicBezTo>
                    <a:cubicBezTo>
                      <a:pt x="9719" y="1917"/>
                      <a:pt x="9320" y="1822"/>
                      <a:pt x="8915" y="1822"/>
                    </a:cubicBezTo>
                    <a:cubicBezTo>
                      <a:pt x="8833" y="1822"/>
                      <a:pt x="8750" y="1826"/>
                      <a:pt x="8668" y="1834"/>
                    </a:cubicBezTo>
                    <a:cubicBezTo>
                      <a:pt x="8180" y="1869"/>
                      <a:pt x="7703" y="2000"/>
                      <a:pt x="7251" y="2215"/>
                    </a:cubicBezTo>
                    <a:cubicBezTo>
                      <a:pt x="6446" y="2580"/>
                      <a:pt x="5767" y="3157"/>
                      <a:pt x="5126" y="3739"/>
                    </a:cubicBezTo>
                    <a:lnTo>
                      <a:pt x="5126" y="3739"/>
                    </a:lnTo>
                    <a:cubicBezTo>
                      <a:pt x="4728" y="2734"/>
                      <a:pt x="4066" y="1858"/>
                      <a:pt x="3203" y="1203"/>
                    </a:cubicBezTo>
                    <a:cubicBezTo>
                      <a:pt x="2739" y="845"/>
                      <a:pt x="2227" y="560"/>
                      <a:pt x="1679" y="345"/>
                    </a:cubicBezTo>
                    <a:cubicBezTo>
                      <a:pt x="1143" y="143"/>
                      <a:pt x="583" y="24"/>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3" name="Google Shape;203;p19"/>
              <p:cNvSpPr/>
              <p:nvPr/>
            </p:nvSpPr>
            <p:spPr>
              <a:xfrm>
                <a:off x="5577063" y="2468166"/>
                <a:ext cx="361675" cy="115500"/>
              </a:xfrm>
              <a:custGeom>
                <a:avLst/>
                <a:gdLst/>
                <a:ahLst/>
                <a:cxnLst/>
                <a:rect l="l" t="t" r="r" b="b"/>
                <a:pathLst>
                  <a:path w="14467" h="4620" extrusionOk="0">
                    <a:moveTo>
                      <a:pt x="13626" y="0"/>
                    </a:moveTo>
                    <a:cubicBezTo>
                      <a:pt x="13232" y="0"/>
                      <a:pt x="12837" y="60"/>
                      <a:pt x="12455" y="185"/>
                    </a:cubicBezTo>
                    <a:cubicBezTo>
                      <a:pt x="11788" y="388"/>
                      <a:pt x="11169" y="709"/>
                      <a:pt x="10621" y="1138"/>
                    </a:cubicBezTo>
                    <a:cubicBezTo>
                      <a:pt x="9630" y="1903"/>
                      <a:pt x="8872" y="2903"/>
                      <a:pt x="8172" y="3907"/>
                    </a:cubicBezTo>
                    <a:lnTo>
                      <a:pt x="8172" y="3907"/>
                    </a:lnTo>
                    <a:cubicBezTo>
                      <a:pt x="7315" y="2644"/>
                      <a:pt x="6134" y="1644"/>
                      <a:pt x="4751" y="1007"/>
                    </a:cubicBezTo>
                    <a:cubicBezTo>
                      <a:pt x="4001" y="662"/>
                      <a:pt x="3216" y="424"/>
                      <a:pt x="2418" y="305"/>
                    </a:cubicBezTo>
                    <a:cubicBezTo>
                      <a:pt x="2031" y="248"/>
                      <a:pt x="1645" y="218"/>
                      <a:pt x="1260" y="218"/>
                    </a:cubicBezTo>
                    <a:cubicBezTo>
                      <a:pt x="838" y="218"/>
                      <a:pt x="418" y="254"/>
                      <a:pt x="1" y="328"/>
                    </a:cubicBezTo>
                    <a:cubicBezTo>
                      <a:pt x="121" y="323"/>
                      <a:pt x="242" y="320"/>
                      <a:pt x="362" y="320"/>
                    </a:cubicBezTo>
                    <a:cubicBezTo>
                      <a:pt x="1036" y="320"/>
                      <a:pt x="1701" y="405"/>
                      <a:pt x="2358" y="566"/>
                    </a:cubicBezTo>
                    <a:cubicBezTo>
                      <a:pt x="3132" y="745"/>
                      <a:pt x="3870" y="1019"/>
                      <a:pt x="4561" y="1388"/>
                    </a:cubicBezTo>
                    <a:cubicBezTo>
                      <a:pt x="5942" y="2102"/>
                      <a:pt x="7121" y="3174"/>
                      <a:pt x="7954" y="4496"/>
                    </a:cubicBezTo>
                    <a:cubicBezTo>
                      <a:pt x="7966" y="4531"/>
                      <a:pt x="7990" y="4555"/>
                      <a:pt x="8026" y="4579"/>
                    </a:cubicBezTo>
                    <a:cubicBezTo>
                      <a:pt x="8066" y="4606"/>
                      <a:pt x="8114" y="4619"/>
                      <a:pt x="8163" y="4619"/>
                    </a:cubicBezTo>
                    <a:cubicBezTo>
                      <a:pt x="8244" y="4619"/>
                      <a:pt x="8326" y="4582"/>
                      <a:pt x="8371" y="4507"/>
                    </a:cubicBezTo>
                    <a:cubicBezTo>
                      <a:pt x="9133" y="3400"/>
                      <a:pt x="9871" y="2293"/>
                      <a:pt x="10859" y="1436"/>
                    </a:cubicBezTo>
                    <a:cubicBezTo>
                      <a:pt x="11359" y="995"/>
                      <a:pt x="11919" y="650"/>
                      <a:pt x="12526" y="400"/>
                    </a:cubicBezTo>
                    <a:cubicBezTo>
                      <a:pt x="13050" y="188"/>
                      <a:pt x="13607" y="79"/>
                      <a:pt x="14162" y="79"/>
                    </a:cubicBezTo>
                    <a:cubicBezTo>
                      <a:pt x="14264" y="79"/>
                      <a:pt x="14366" y="83"/>
                      <a:pt x="14467" y="90"/>
                    </a:cubicBezTo>
                    <a:cubicBezTo>
                      <a:pt x="14189" y="31"/>
                      <a:pt x="13908" y="0"/>
                      <a:pt x="136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204" name="Google Shape;204;p19"/>
            <p:cNvSpPr/>
            <p:nvPr/>
          </p:nvSpPr>
          <p:spPr>
            <a:xfrm>
              <a:off x="4600150" y="3781425"/>
              <a:ext cx="4543758" cy="1362118"/>
            </a:xfrm>
            <a:custGeom>
              <a:avLst/>
              <a:gdLst/>
              <a:ahLst/>
              <a:cxnLst/>
              <a:rect l="l" t="t" r="r" b="b"/>
              <a:pathLst>
                <a:path w="121564" h="40482" extrusionOk="0">
                  <a:moveTo>
                    <a:pt x="31374" y="20087"/>
                  </a:moveTo>
                  <a:cubicBezTo>
                    <a:pt x="56948" y="21408"/>
                    <a:pt x="70664" y="1"/>
                    <a:pt x="121564" y="6692"/>
                  </a:cubicBezTo>
                  <a:lnTo>
                    <a:pt x="121564" y="40268"/>
                  </a:lnTo>
                  <a:cubicBezTo>
                    <a:pt x="121552" y="40387"/>
                    <a:pt x="121468" y="40482"/>
                    <a:pt x="121349" y="40482"/>
                  </a:cubicBezTo>
                  <a:lnTo>
                    <a:pt x="120" y="40482"/>
                  </a:lnTo>
                  <a:cubicBezTo>
                    <a:pt x="1" y="40482"/>
                    <a:pt x="120" y="40387"/>
                    <a:pt x="120" y="40268"/>
                  </a:cubicBezTo>
                  <a:cubicBezTo>
                    <a:pt x="120" y="40268"/>
                    <a:pt x="5478" y="18753"/>
                    <a:pt x="31374" y="20087"/>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205" name="Google Shape;205;p19"/>
          <p:cNvSpPr txBox="1">
            <a:spLocks noGrp="1"/>
          </p:cNvSpPr>
          <p:nvPr>
            <p:ph type="title"/>
          </p:nvPr>
        </p:nvSpPr>
        <p:spPr>
          <a:xfrm>
            <a:off x="828787" y="547745"/>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4"/>
              </a:buClr>
              <a:buSzPts val="3500"/>
              <a:buNone/>
              <a:defRPr>
                <a:solidFill>
                  <a:schemeClr val="accent4"/>
                </a:solidFill>
              </a:defRPr>
            </a:lvl1pPr>
            <a:lvl2pPr lvl="1" rtl="0">
              <a:spcBef>
                <a:spcPts val="0"/>
              </a:spcBef>
              <a:spcAft>
                <a:spcPts val="0"/>
              </a:spcAft>
              <a:buClr>
                <a:schemeClr val="accent4"/>
              </a:buClr>
              <a:buSzPts val="3500"/>
              <a:buNone/>
              <a:defRPr>
                <a:solidFill>
                  <a:schemeClr val="accent4"/>
                </a:solidFill>
              </a:defRPr>
            </a:lvl2pPr>
            <a:lvl3pPr lvl="2" rtl="0">
              <a:spcBef>
                <a:spcPts val="0"/>
              </a:spcBef>
              <a:spcAft>
                <a:spcPts val="0"/>
              </a:spcAft>
              <a:buClr>
                <a:schemeClr val="accent4"/>
              </a:buClr>
              <a:buSzPts val="3500"/>
              <a:buNone/>
              <a:defRPr>
                <a:solidFill>
                  <a:schemeClr val="accent4"/>
                </a:solidFill>
              </a:defRPr>
            </a:lvl3pPr>
            <a:lvl4pPr lvl="3" rtl="0">
              <a:spcBef>
                <a:spcPts val="0"/>
              </a:spcBef>
              <a:spcAft>
                <a:spcPts val="0"/>
              </a:spcAft>
              <a:buClr>
                <a:schemeClr val="accent4"/>
              </a:buClr>
              <a:buSzPts val="3500"/>
              <a:buNone/>
              <a:defRPr>
                <a:solidFill>
                  <a:schemeClr val="accent4"/>
                </a:solidFill>
              </a:defRPr>
            </a:lvl4pPr>
            <a:lvl5pPr lvl="4" rtl="0">
              <a:spcBef>
                <a:spcPts val="0"/>
              </a:spcBef>
              <a:spcAft>
                <a:spcPts val="0"/>
              </a:spcAft>
              <a:buClr>
                <a:schemeClr val="accent4"/>
              </a:buClr>
              <a:buSzPts val="3500"/>
              <a:buNone/>
              <a:defRPr>
                <a:solidFill>
                  <a:schemeClr val="accent4"/>
                </a:solidFill>
              </a:defRPr>
            </a:lvl5pPr>
            <a:lvl6pPr lvl="5" rtl="0">
              <a:spcBef>
                <a:spcPts val="0"/>
              </a:spcBef>
              <a:spcAft>
                <a:spcPts val="0"/>
              </a:spcAft>
              <a:buClr>
                <a:schemeClr val="accent4"/>
              </a:buClr>
              <a:buSzPts val="3500"/>
              <a:buNone/>
              <a:defRPr>
                <a:solidFill>
                  <a:schemeClr val="accent4"/>
                </a:solidFill>
              </a:defRPr>
            </a:lvl6pPr>
            <a:lvl7pPr lvl="6" rtl="0">
              <a:spcBef>
                <a:spcPts val="0"/>
              </a:spcBef>
              <a:spcAft>
                <a:spcPts val="0"/>
              </a:spcAft>
              <a:buClr>
                <a:schemeClr val="accent4"/>
              </a:buClr>
              <a:buSzPts val="3500"/>
              <a:buNone/>
              <a:defRPr>
                <a:solidFill>
                  <a:schemeClr val="accent4"/>
                </a:solidFill>
              </a:defRPr>
            </a:lvl7pPr>
            <a:lvl8pPr lvl="7" rtl="0">
              <a:spcBef>
                <a:spcPts val="0"/>
              </a:spcBef>
              <a:spcAft>
                <a:spcPts val="0"/>
              </a:spcAft>
              <a:buClr>
                <a:schemeClr val="accent4"/>
              </a:buClr>
              <a:buSzPts val="3500"/>
              <a:buNone/>
              <a:defRPr>
                <a:solidFill>
                  <a:schemeClr val="accent4"/>
                </a:solidFill>
              </a:defRPr>
            </a:lvl8pPr>
            <a:lvl9pPr lvl="8" rtl="0">
              <a:spcBef>
                <a:spcPts val="0"/>
              </a:spcBef>
              <a:spcAft>
                <a:spcPts val="0"/>
              </a:spcAft>
              <a:buClr>
                <a:schemeClr val="accent4"/>
              </a:buClr>
              <a:buSzPts val="3500"/>
              <a:buNone/>
              <a:defRPr>
                <a:solidFill>
                  <a:schemeClr val="accent4"/>
                </a:solidFill>
              </a:defRPr>
            </a:lvl9pPr>
          </a:lstStyle>
          <a:p>
            <a:endParaRPr/>
          </a:p>
        </p:txBody>
      </p:sp>
      <p:sp>
        <p:nvSpPr>
          <p:cNvPr id="206" name="Google Shape;206;p19"/>
          <p:cNvSpPr txBox="1">
            <a:spLocks noGrp="1"/>
          </p:cNvSpPr>
          <p:nvPr>
            <p:ph type="title" idx="2" hasCustomPrompt="1"/>
          </p:nvPr>
        </p:nvSpPr>
        <p:spPr>
          <a:xfrm>
            <a:off x="5273819" y="2237777"/>
            <a:ext cx="1644400" cy="70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933" b="0">
                <a:solidFill>
                  <a:schemeClr val="dk2"/>
                </a:solidFill>
                <a:latin typeface="Inika"/>
                <a:ea typeface="Inika"/>
                <a:cs typeface="Inika"/>
                <a:sym typeface="Inika"/>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207" name="Google Shape;207;p19"/>
          <p:cNvSpPr txBox="1">
            <a:spLocks noGrp="1"/>
          </p:cNvSpPr>
          <p:nvPr>
            <p:ph type="title" idx="3"/>
          </p:nvPr>
        </p:nvSpPr>
        <p:spPr>
          <a:xfrm>
            <a:off x="4480821" y="2953400"/>
            <a:ext cx="3230400" cy="708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3333" b="1">
                <a:solidFill>
                  <a:schemeClr val="accent4"/>
                </a:solidFill>
              </a:defRPr>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endParaRPr/>
          </a:p>
        </p:txBody>
      </p:sp>
      <p:sp>
        <p:nvSpPr>
          <p:cNvPr id="208" name="Google Shape;208;p19"/>
          <p:cNvSpPr txBox="1">
            <a:spLocks noGrp="1"/>
          </p:cNvSpPr>
          <p:nvPr>
            <p:ph type="title" idx="4"/>
          </p:nvPr>
        </p:nvSpPr>
        <p:spPr>
          <a:xfrm>
            <a:off x="4480816" y="3560600"/>
            <a:ext cx="3230400" cy="100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Nunito"/>
              <a:buNone/>
              <a:defRPr sz="1867" b="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endParaRPr/>
          </a:p>
        </p:txBody>
      </p:sp>
      <p:sp>
        <p:nvSpPr>
          <p:cNvPr id="209" name="Google Shape;209;p19"/>
          <p:cNvSpPr txBox="1">
            <a:spLocks noGrp="1"/>
          </p:cNvSpPr>
          <p:nvPr>
            <p:ph type="title" idx="5" hasCustomPrompt="1"/>
          </p:nvPr>
        </p:nvSpPr>
        <p:spPr>
          <a:xfrm>
            <a:off x="1709973" y="2237777"/>
            <a:ext cx="1644400" cy="70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933" b="0">
                <a:solidFill>
                  <a:schemeClr val="dk2"/>
                </a:solidFill>
                <a:latin typeface="Inika"/>
                <a:ea typeface="Inika"/>
                <a:cs typeface="Inika"/>
                <a:sym typeface="Inika"/>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210" name="Google Shape;210;p19"/>
          <p:cNvSpPr txBox="1">
            <a:spLocks noGrp="1"/>
          </p:cNvSpPr>
          <p:nvPr>
            <p:ph type="title" idx="6"/>
          </p:nvPr>
        </p:nvSpPr>
        <p:spPr>
          <a:xfrm>
            <a:off x="917195" y="2953400"/>
            <a:ext cx="3230400" cy="708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3333" b="1">
                <a:solidFill>
                  <a:schemeClr val="accent4"/>
                </a:solidFill>
              </a:defRPr>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endParaRPr/>
          </a:p>
        </p:txBody>
      </p:sp>
      <p:sp>
        <p:nvSpPr>
          <p:cNvPr id="211" name="Google Shape;211;p19"/>
          <p:cNvSpPr txBox="1">
            <a:spLocks noGrp="1"/>
          </p:cNvSpPr>
          <p:nvPr>
            <p:ph type="title" idx="7"/>
          </p:nvPr>
        </p:nvSpPr>
        <p:spPr>
          <a:xfrm>
            <a:off x="917067" y="3560600"/>
            <a:ext cx="3230400" cy="100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Nunito"/>
              <a:buNone/>
              <a:defRPr sz="1867" b="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endParaRPr/>
          </a:p>
        </p:txBody>
      </p:sp>
      <p:sp>
        <p:nvSpPr>
          <p:cNvPr id="212" name="Google Shape;212;p19"/>
          <p:cNvSpPr txBox="1">
            <a:spLocks noGrp="1"/>
          </p:cNvSpPr>
          <p:nvPr>
            <p:ph type="title" idx="8" hasCustomPrompt="1"/>
          </p:nvPr>
        </p:nvSpPr>
        <p:spPr>
          <a:xfrm>
            <a:off x="8837663" y="2237777"/>
            <a:ext cx="1644400" cy="70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933" b="0">
                <a:solidFill>
                  <a:schemeClr val="dk2"/>
                </a:solidFill>
                <a:latin typeface="Inika"/>
                <a:ea typeface="Inika"/>
                <a:cs typeface="Inika"/>
                <a:sym typeface="Inika"/>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213" name="Google Shape;213;p19"/>
          <p:cNvSpPr txBox="1">
            <a:spLocks noGrp="1"/>
          </p:cNvSpPr>
          <p:nvPr>
            <p:ph type="title" idx="9"/>
          </p:nvPr>
        </p:nvSpPr>
        <p:spPr>
          <a:xfrm>
            <a:off x="8044616" y="2953400"/>
            <a:ext cx="3230400" cy="708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3333" b="1">
                <a:solidFill>
                  <a:schemeClr val="accent4"/>
                </a:solidFill>
              </a:defRPr>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endParaRPr/>
          </a:p>
        </p:txBody>
      </p:sp>
      <p:sp>
        <p:nvSpPr>
          <p:cNvPr id="214" name="Google Shape;214;p19"/>
          <p:cNvSpPr txBox="1">
            <a:spLocks noGrp="1"/>
          </p:cNvSpPr>
          <p:nvPr>
            <p:ph type="title" idx="13"/>
          </p:nvPr>
        </p:nvSpPr>
        <p:spPr>
          <a:xfrm>
            <a:off x="8044703" y="3560600"/>
            <a:ext cx="3230400" cy="100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Nunito"/>
              <a:buNone/>
              <a:defRPr sz="1867" b="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endParaRPr/>
          </a:p>
        </p:txBody>
      </p:sp>
    </p:spTree>
    <p:extLst>
      <p:ext uri="{BB962C8B-B14F-4D97-AF65-F5344CB8AC3E}">
        <p14:creationId xmlns:p14="http://schemas.microsoft.com/office/powerpoint/2010/main" val="19931364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07"/>
        <p:cNvGrpSpPr/>
        <p:nvPr/>
      </p:nvGrpSpPr>
      <p:grpSpPr>
        <a:xfrm>
          <a:off x="0" y="0"/>
          <a:ext cx="0" cy="0"/>
          <a:chOff x="0" y="0"/>
          <a:chExt cx="0" cy="0"/>
        </a:xfrm>
      </p:grpSpPr>
      <p:grpSp>
        <p:nvGrpSpPr>
          <p:cNvPr id="108" name="Google Shape;108;p10"/>
          <p:cNvGrpSpPr/>
          <p:nvPr/>
        </p:nvGrpSpPr>
        <p:grpSpPr>
          <a:xfrm>
            <a:off x="92" y="-1381665"/>
            <a:ext cx="13076053" cy="8239623"/>
            <a:chOff x="69" y="-1036249"/>
            <a:chExt cx="9807040" cy="6179717"/>
          </a:xfrm>
        </p:grpSpPr>
        <p:sp>
          <p:nvSpPr>
            <p:cNvPr id="109" name="Google Shape;109;p10"/>
            <p:cNvSpPr/>
            <p:nvPr/>
          </p:nvSpPr>
          <p:spPr>
            <a:xfrm>
              <a:off x="6536949" y="-1036249"/>
              <a:ext cx="3270161" cy="2254882"/>
            </a:xfrm>
            <a:custGeom>
              <a:avLst/>
              <a:gdLst/>
              <a:ahLst/>
              <a:cxnLst/>
              <a:rect l="l" t="t" r="r" b="b"/>
              <a:pathLst>
                <a:path w="19289" h="13300" extrusionOk="0">
                  <a:moveTo>
                    <a:pt x="8878" y="1"/>
                  </a:moveTo>
                  <a:cubicBezTo>
                    <a:pt x="8356" y="1"/>
                    <a:pt x="7835" y="75"/>
                    <a:pt x="7335" y="231"/>
                  </a:cubicBezTo>
                  <a:cubicBezTo>
                    <a:pt x="5739" y="720"/>
                    <a:pt x="4406" y="2113"/>
                    <a:pt x="4168" y="3768"/>
                  </a:cubicBezTo>
                  <a:cubicBezTo>
                    <a:pt x="4055" y="3755"/>
                    <a:pt x="3942" y="3749"/>
                    <a:pt x="3828" y="3749"/>
                  </a:cubicBezTo>
                  <a:cubicBezTo>
                    <a:pt x="2402" y="3749"/>
                    <a:pt x="930" y="4697"/>
                    <a:pt x="488" y="6054"/>
                  </a:cubicBezTo>
                  <a:cubicBezTo>
                    <a:pt x="0" y="7518"/>
                    <a:pt x="715" y="9280"/>
                    <a:pt x="2084" y="9983"/>
                  </a:cubicBezTo>
                  <a:cubicBezTo>
                    <a:pt x="2819" y="10350"/>
                    <a:pt x="3658" y="10429"/>
                    <a:pt x="4491" y="10429"/>
                  </a:cubicBezTo>
                  <a:cubicBezTo>
                    <a:pt x="4629" y="10429"/>
                    <a:pt x="4768" y="10427"/>
                    <a:pt x="4906" y="10423"/>
                  </a:cubicBezTo>
                  <a:cubicBezTo>
                    <a:pt x="5370" y="11673"/>
                    <a:pt x="6632" y="12483"/>
                    <a:pt x="7882" y="12923"/>
                  </a:cubicBezTo>
                  <a:cubicBezTo>
                    <a:pt x="8263" y="13054"/>
                    <a:pt x="8656" y="13162"/>
                    <a:pt x="9061" y="13245"/>
                  </a:cubicBezTo>
                  <a:cubicBezTo>
                    <a:pt x="9310" y="13281"/>
                    <a:pt x="9559" y="13299"/>
                    <a:pt x="9806" y="13299"/>
                  </a:cubicBezTo>
                  <a:cubicBezTo>
                    <a:pt x="11495" y="13299"/>
                    <a:pt x="13096" y="12465"/>
                    <a:pt x="14062" y="11042"/>
                  </a:cubicBezTo>
                  <a:cubicBezTo>
                    <a:pt x="14561" y="11269"/>
                    <a:pt x="15095" y="11382"/>
                    <a:pt x="15629" y="11382"/>
                  </a:cubicBezTo>
                  <a:cubicBezTo>
                    <a:pt x="16217" y="11382"/>
                    <a:pt x="16805" y="11245"/>
                    <a:pt x="17348" y="10971"/>
                  </a:cubicBezTo>
                  <a:cubicBezTo>
                    <a:pt x="18372" y="10435"/>
                    <a:pt x="19062" y="9423"/>
                    <a:pt x="19193" y="8268"/>
                  </a:cubicBezTo>
                  <a:cubicBezTo>
                    <a:pt x="19288" y="7137"/>
                    <a:pt x="18729" y="5911"/>
                    <a:pt x="17776" y="5280"/>
                  </a:cubicBezTo>
                  <a:cubicBezTo>
                    <a:pt x="18312" y="4530"/>
                    <a:pt x="18372" y="3541"/>
                    <a:pt x="17931" y="2732"/>
                  </a:cubicBezTo>
                  <a:cubicBezTo>
                    <a:pt x="17467" y="1946"/>
                    <a:pt x="16645" y="1434"/>
                    <a:pt x="15728" y="1363"/>
                  </a:cubicBezTo>
                  <a:cubicBezTo>
                    <a:pt x="15673" y="1359"/>
                    <a:pt x="15617" y="1357"/>
                    <a:pt x="15561" y="1357"/>
                  </a:cubicBezTo>
                  <a:cubicBezTo>
                    <a:pt x="14720" y="1357"/>
                    <a:pt x="13854" y="1770"/>
                    <a:pt x="13240" y="2351"/>
                  </a:cubicBezTo>
                  <a:cubicBezTo>
                    <a:pt x="13169" y="1744"/>
                    <a:pt x="12657" y="1291"/>
                    <a:pt x="12145" y="958"/>
                  </a:cubicBezTo>
                  <a:cubicBezTo>
                    <a:pt x="11172" y="353"/>
                    <a:pt x="10021" y="1"/>
                    <a:pt x="88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110" name="Google Shape;110;p10"/>
            <p:cNvGrpSpPr/>
            <p:nvPr/>
          </p:nvGrpSpPr>
          <p:grpSpPr>
            <a:xfrm>
              <a:off x="6186650" y="730925"/>
              <a:ext cx="1616875" cy="822250"/>
              <a:chOff x="6186650" y="997000"/>
              <a:chExt cx="1616875" cy="822250"/>
            </a:xfrm>
          </p:grpSpPr>
          <p:sp>
            <p:nvSpPr>
              <p:cNvPr id="111" name="Google Shape;111;p10"/>
              <p:cNvSpPr/>
              <p:nvPr/>
            </p:nvSpPr>
            <p:spPr>
              <a:xfrm>
                <a:off x="7271300" y="1156000"/>
                <a:ext cx="265525" cy="84675"/>
              </a:xfrm>
              <a:custGeom>
                <a:avLst/>
                <a:gdLst/>
                <a:ahLst/>
                <a:cxnLst/>
                <a:rect l="l" t="t" r="r" b="b"/>
                <a:pathLst>
                  <a:path w="10621" h="3387" extrusionOk="0">
                    <a:moveTo>
                      <a:pt x="9008" y="1"/>
                    </a:moveTo>
                    <a:cubicBezTo>
                      <a:pt x="8495" y="1"/>
                      <a:pt x="7988" y="143"/>
                      <a:pt x="7549" y="411"/>
                    </a:cubicBezTo>
                    <a:cubicBezTo>
                      <a:pt x="7061" y="721"/>
                      <a:pt x="6656" y="1125"/>
                      <a:pt x="6359" y="1614"/>
                    </a:cubicBezTo>
                    <a:cubicBezTo>
                      <a:pt x="6125" y="1988"/>
                      <a:pt x="5920" y="2376"/>
                      <a:pt x="5757" y="2785"/>
                    </a:cubicBezTo>
                    <a:lnTo>
                      <a:pt x="5757" y="2785"/>
                    </a:lnTo>
                    <a:cubicBezTo>
                      <a:pt x="5115" y="1997"/>
                      <a:pt x="4239" y="1428"/>
                      <a:pt x="3239" y="1173"/>
                    </a:cubicBezTo>
                    <a:cubicBezTo>
                      <a:pt x="2837" y="1066"/>
                      <a:pt x="2415" y="1012"/>
                      <a:pt x="1998" y="1012"/>
                    </a:cubicBezTo>
                    <a:cubicBezTo>
                      <a:pt x="1859" y="1012"/>
                      <a:pt x="1721" y="1018"/>
                      <a:pt x="1584" y="1030"/>
                    </a:cubicBezTo>
                    <a:cubicBezTo>
                      <a:pt x="1025" y="1078"/>
                      <a:pt x="489" y="1233"/>
                      <a:pt x="1" y="1494"/>
                    </a:cubicBezTo>
                    <a:cubicBezTo>
                      <a:pt x="524" y="1304"/>
                      <a:pt x="1075" y="1208"/>
                      <a:pt x="1627" y="1208"/>
                    </a:cubicBezTo>
                    <a:cubicBezTo>
                      <a:pt x="2144" y="1208"/>
                      <a:pt x="2661" y="1292"/>
                      <a:pt x="3156" y="1459"/>
                    </a:cubicBezTo>
                    <a:cubicBezTo>
                      <a:pt x="4180" y="1768"/>
                      <a:pt x="5061" y="2411"/>
                      <a:pt x="5656" y="3292"/>
                    </a:cubicBezTo>
                    <a:cubicBezTo>
                      <a:pt x="5680" y="3328"/>
                      <a:pt x="5716" y="3352"/>
                      <a:pt x="5751" y="3376"/>
                    </a:cubicBezTo>
                    <a:cubicBezTo>
                      <a:pt x="5773" y="3383"/>
                      <a:pt x="5794" y="3386"/>
                      <a:pt x="5815" y="3386"/>
                    </a:cubicBezTo>
                    <a:cubicBezTo>
                      <a:pt x="5899" y="3386"/>
                      <a:pt x="5973" y="3333"/>
                      <a:pt x="6001" y="3257"/>
                    </a:cubicBezTo>
                    <a:cubicBezTo>
                      <a:pt x="6359" y="2256"/>
                      <a:pt x="6859" y="1268"/>
                      <a:pt x="7716" y="661"/>
                    </a:cubicBezTo>
                    <a:cubicBezTo>
                      <a:pt x="8145" y="363"/>
                      <a:pt x="8645" y="197"/>
                      <a:pt x="9168" y="197"/>
                    </a:cubicBezTo>
                    <a:cubicBezTo>
                      <a:pt x="9197" y="195"/>
                      <a:pt x="9226" y="195"/>
                      <a:pt x="9255" y="195"/>
                    </a:cubicBezTo>
                    <a:cubicBezTo>
                      <a:pt x="9771" y="195"/>
                      <a:pt x="10260" y="395"/>
                      <a:pt x="10621" y="756"/>
                    </a:cubicBezTo>
                    <a:cubicBezTo>
                      <a:pt x="10300" y="292"/>
                      <a:pt x="9740" y="54"/>
                      <a:pt x="9180" y="6"/>
                    </a:cubicBezTo>
                    <a:cubicBezTo>
                      <a:pt x="9123" y="3"/>
                      <a:pt x="9065" y="1"/>
                      <a:pt x="90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 name="Google Shape;112;p10"/>
              <p:cNvSpPr/>
              <p:nvPr/>
            </p:nvSpPr>
            <p:spPr>
              <a:xfrm>
                <a:off x="7543950" y="997000"/>
                <a:ext cx="259575" cy="86450"/>
              </a:xfrm>
              <a:custGeom>
                <a:avLst/>
                <a:gdLst/>
                <a:ahLst/>
                <a:cxnLst/>
                <a:rect l="l" t="t" r="r" b="b"/>
                <a:pathLst>
                  <a:path w="10383" h="3458" extrusionOk="0">
                    <a:moveTo>
                      <a:pt x="9868" y="0"/>
                    </a:moveTo>
                    <a:cubicBezTo>
                      <a:pt x="9549" y="0"/>
                      <a:pt x="9232" y="51"/>
                      <a:pt x="8930" y="151"/>
                    </a:cubicBezTo>
                    <a:cubicBezTo>
                      <a:pt x="8466" y="318"/>
                      <a:pt x="8026" y="568"/>
                      <a:pt x="7645" y="889"/>
                    </a:cubicBezTo>
                    <a:cubicBezTo>
                      <a:pt x="6946" y="1459"/>
                      <a:pt x="6432" y="2193"/>
                      <a:pt x="5954" y="2925"/>
                    </a:cubicBezTo>
                    <a:lnTo>
                      <a:pt x="5954" y="2925"/>
                    </a:lnTo>
                    <a:cubicBezTo>
                      <a:pt x="5302" y="2040"/>
                      <a:pt x="4436" y="1353"/>
                      <a:pt x="3418" y="937"/>
                    </a:cubicBezTo>
                    <a:cubicBezTo>
                      <a:pt x="2882" y="711"/>
                      <a:pt x="2311" y="556"/>
                      <a:pt x="1727" y="485"/>
                    </a:cubicBezTo>
                    <a:cubicBezTo>
                      <a:pt x="1528" y="464"/>
                      <a:pt x="1326" y="453"/>
                      <a:pt x="1124" y="453"/>
                    </a:cubicBezTo>
                    <a:cubicBezTo>
                      <a:pt x="745" y="453"/>
                      <a:pt x="365" y="490"/>
                      <a:pt x="1" y="568"/>
                    </a:cubicBezTo>
                    <a:cubicBezTo>
                      <a:pt x="137" y="559"/>
                      <a:pt x="274" y="555"/>
                      <a:pt x="410" y="555"/>
                    </a:cubicBezTo>
                    <a:cubicBezTo>
                      <a:pt x="1406" y="555"/>
                      <a:pt x="2398" y="783"/>
                      <a:pt x="3299" y="1223"/>
                    </a:cubicBezTo>
                    <a:cubicBezTo>
                      <a:pt x="4311" y="1699"/>
                      <a:pt x="5168" y="2449"/>
                      <a:pt x="5799" y="3378"/>
                    </a:cubicBezTo>
                    <a:cubicBezTo>
                      <a:pt x="5811" y="3390"/>
                      <a:pt x="5835" y="3413"/>
                      <a:pt x="5859" y="3425"/>
                    </a:cubicBezTo>
                    <a:cubicBezTo>
                      <a:pt x="5889" y="3447"/>
                      <a:pt x="5925" y="3458"/>
                      <a:pt x="5960" y="3458"/>
                    </a:cubicBezTo>
                    <a:cubicBezTo>
                      <a:pt x="6021" y="3458"/>
                      <a:pt x="6083" y="3426"/>
                      <a:pt x="6121" y="3366"/>
                    </a:cubicBezTo>
                    <a:cubicBezTo>
                      <a:pt x="6633" y="2556"/>
                      <a:pt x="7145" y="1747"/>
                      <a:pt x="7823" y="1092"/>
                    </a:cubicBezTo>
                    <a:cubicBezTo>
                      <a:pt x="8168" y="770"/>
                      <a:pt x="8561" y="508"/>
                      <a:pt x="8990" y="318"/>
                    </a:cubicBezTo>
                    <a:cubicBezTo>
                      <a:pt x="9386" y="136"/>
                      <a:pt x="9811" y="40"/>
                      <a:pt x="10239" y="40"/>
                    </a:cubicBezTo>
                    <a:cubicBezTo>
                      <a:pt x="10287" y="40"/>
                      <a:pt x="10335" y="42"/>
                      <a:pt x="10383" y="44"/>
                    </a:cubicBezTo>
                    <a:cubicBezTo>
                      <a:pt x="10212" y="15"/>
                      <a:pt x="10040" y="0"/>
                      <a:pt x="9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 name="Google Shape;113;p10"/>
              <p:cNvSpPr/>
              <p:nvPr/>
            </p:nvSpPr>
            <p:spPr>
              <a:xfrm>
                <a:off x="6186650" y="1653225"/>
                <a:ext cx="349475" cy="166025"/>
              </a:xfrm>
              <a:custGeom>
                <a:avLst/>
                <a:gdLst/>
                <a:ahLst/>
                <a:cxnLst/>
                <a:rect l="l" t="t" r="r" b="b"/>
                <a:pathLst>
                  <a:path w="13979" h="6641" extrusionOk="0">
                    <a:moveTo>
                      <a:pt x="13978" y="1"/>
                    </a:moveTo>
                    <a:lnTo>
                      <a:pt x="13978" y="1"/>
                    </a:lnTo>
                    <a:cubicBezTo>
                      <a:pt x="13264" y="96"/>
                      <a:pt x="12597" y="370"/>
                      <a:pt x="12037" y="810"/>
                    </a:cubicBezTo>
                    <a:cubicBezTo>
                      <a:pt x="11466" y="1239"/>
                      <a:pt x="10990" y="1775"/>
                      <a:pt x="10609" y="2382"/>
                    </a:cubicBezTo>
                    <a:cubicBezTo>
                      <a:pt x="9916" y="3486"/>
                      <a:pt x="9538" y="4738"/>
                      <a:pt x="9215" y="5959"/>
                    </a:cubicBezTo>
                    <a:lnTo>
                      <a:pt x="9215" y="5959"/>
                    </a:lnTo>
                    <a:cubicBezTo>
                      <a:pt x="7933" y="5038"/>
                      <a:pt x="6420" y="4478"/>
                      <a:pt x="4846" y="4346"/>
                    </a:cubicBezTo>
                    <a:cubicBezTo>
                      <a:pt x="4610" y="4326"/>
                      <a:pt x="4373" y="4317"/>
                      <a:pt x="4137" y="4317"/>
                    </a:cubicBezTo>
                    <a:cubicBezTo>
                      <a:pt x="3529" y="4317"/>
                      <a:pt x="2926" y="4381"/>
                      <a:pt x="2334" y="4501"/>
                    </a:cubicBezTo>
                    <a:cubicBezTo>
                      <a:pt x="1512" y="4668"/>
                      <a:pt x="727" y="4965"/>
                      <a:pt x="0" y="5382"/>
                    </a:cubicBezTo>
                    <a:cubicBezTo>
                      <a:pt x="762" y="5061"/>
                      <a:pt x="1560" y="4858"/>
                      <a:pt x="2382" y="4751"/>
                    </a:cubicBezTo>
                    <a:cubicBezTo>
                      <a:pt x="2769" y="4705"/>
                      <a:pt x="3161" y="4681"/>
                      <a:pt x="3554" y="4681"/>
                    </a:cubicBezTo>
                    <a:cubicBezTo>
                      <a:pt x="3971" y="4681"/>
                      <a:pt x="4388" y="4708"/>
                      <a:pt x="4798" y="4763"/>
                    </a:cubicBezTo>
                    <a:cubicBezTo>
                      <a:pt x="6406" y="4965"/>
                      <a:pt x="7930" y="5597"/>
                      <a:pt x="9204" y="6585"/>
                    </a:cubicBezTo>
                    <a:cubicBezTo>
                      <a:pt x="9240" y="6609"/>
                      <a:pt x="9275" y="6620"/>
                      <a:pt x="9299" y="6632"/>
                    </a:cubicBezTo>
                    <a:cubicBezTo>
                      <a:pt x="9321" y="6638"/>
                      <a:pt x="9343" y="6641"/>
                      <a:pt x="9365" y="6641"/>
                    </a:cubicBezTo>
                    <a:cubicBezTo>
                      <a:pt x="9480" y="6641"/>
                      <a:pt x="9578" y="6562"/>
                      <a:pt x="9609" y="6442"/>
                    </a:cubicBezTo>
                    <a:cubicBezTo>
                      <a:pt x="9954" y="5108"/>
                      <a:pt x="10275" y="3763"/>
                      <a:pt x="10942" y="2572"/>
                    </a:cubicBezTo>
                    <a:cubicBezTo>
                      <a:pt x="11264" y="1989"/>
                      <a:pt x="11692" y="1441"/>
                      <a:pt x="12192" y="989"/>
                    </a:cubicBezTo>
                    <a:cubicBezTo>
                      <a:pt x="12692" y="524"/>
                      <a:pt x="13311" y="179"/>
                      <a:pt x="13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 name="Google Shape;114;p10"/>
              <p:cNvSpPr/>
              <p:nvPr/>
            </p:nvSpPr>
            <p:spPr>
              <a:xfrm>
                <a:off x="6774675" y="1212300"/>
                <a:ext cx="184275" cy="61725"/>
              </a:xfrm>
              <a:custGeom>
                <a:avLst/>
                <a:gdLst/>
                <a:ahLst/>
                <a:cxnLst/>
                <a:rect l="l" t="t" r="r" b="b"/>
                <a:pathLst>
                  <a:path w="7371" h="2469" extrusionOk="0">
                    <a:moveTo>
                      <a:pt x="745" y="1"/>
                    </a:moveTo>
                    <a:cubicBezTo>
                      <a:pt x="497" y="1"/>
                      <a:pt x="247" y="30"/>
                      <a:pt x="1" y="90"/>
                    </a:cubicBezTo>
                    <a:cubicBezTo>
                      <a:pt x="58" y="87"/>
                      <a:pt x="116" y="86"/>
                      <a:pt x="173" y="86"/>
                    </a:cubicBezTo>
                    <a:cubicBezTo>
                      <a:pt x="875" y="86"/>
                      <a:pt x="1561" y="288"/>
                      <a:pt x="2156" y="673"/>
                    </a:cubicBezTo>
                    <a:cubicBezTo>
                      <a:pt x="2775" y="1054"/>
                      <a:pt x="3239" y="1649"/>
                      <a:pt x="3489" y="2340"/>
                    </a:cubicBezTo>
                    <a:cubicBezTo>
                      <a:pt x="3501" y="2376"/>
                      <a:pt x="3525" y="2411"/>
                      <a:pt x="3561" y="2435"/>
                    </a:cubicBezTo>
                    <a:cubicBezTo>
                      <a:pt x="3597" y="2458"/>
                      <a:pt x="3636" y="2468"/>
                      <a:pt x="3674" y="2468"/>
                    </a:cubicBezTo>
                    <a:cubicBezTo>
                      <a:pt x="3738" y="2468"/>
                      <a:pt x="3798" y="2439"/>
                      <a:pt x="3835" y="2388"/>
                    </a:cubicBezTo>
                    <a:cubicBezTo>
                      <a:pt x="4251" y="1768"/>
                      <a:pt x="4752" y="1197"/>
                      <a:pt x="5430" y="935"/>
                    </a:cubicBezTo>
                    <a:cubicBezTo>
                      <a:pt x="5634" y="855"/>
                      <a:pt x="5851" y="815"/>
                      <a:pt x="6068" y="815"/>
                    </a:cubicBezTo>
                    <a:cubicBezTo>
                      <a:pt x="6206" y="815"/>
                      <a:pt x="6344" y="831"/>
                      <a:pt x="6478" y="864"/>
                    </a:cubicBezTo>
                    <a:cubicBezTo>
                      <a:pt x="6847" y="923"/>
                      <a:pt x="7169" y="1149"/>
                      <a:pt x="7371" y="1471"/>
                    </a:cubicBezTo>
                    <a:cubicBezTo>
                      <a:pt x="7216" y="1090"/>
                      <a:pt x="6907" y="804"/>
                      <a:pt x="6526" y="673"/>
                    </a:cubicBezTo>
                    <a:cubicBezTo>
                      <a:pt x="6315" y="603"/>
                      <a:pt x="6098" y="567"/>
                      <a:pt x="5881" y="567"/>
                    </a:cubicBezTo>
                    <a:cubicBezTo>
                      <a:pt x="5693" y="567"/>
                      <a:pt x="5505" y="594"/>
                      <a:pt x="5323" y="649"/>
                    </a:cubicBezTo>
                    <a:cubicBezTo>
                      <a:pt x="4930" y="768"/>
                      <a:pt x="4573" y="983"/>
                      <a:pt x="4275" y="1256"/>
                    </a:cubicBezTo>
                    <a:cubicBezTo>
                      <a:pt x="4073" y="1451"/>
                      <a:pt x="3882" y="1663"/>
                      <a:pt x="3712" y="1884"/>
                    </a:cubicBezTo>
                    <a:lnTo>
                      <a:pt x="3712" y="1884"/>
                    </a:lnTo>
                    <a:cubicBezTo>
                      <a:pt x="3412" y="1256"/>
                      <a:pt x="2921" y="737"/>
                      <a:pt x="2299" y="411"/>
                    </a:cubicBezTo>
                    <a:cubicBezTo>
                      <a:pt x="1825" y="141"/>
                      <a:pt x="1289" y="1"/>
                      <a:pt x="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15" name="Google Shape;115;p10"/>
            <p:cNvSpPr/>
            <p:nvPr/>
          </p:nvSpPr>
          <p:spPr>
            <a:xfrm flipH="1">
              <a:off x="69" y="3957600"/>
              <a:ext cx="2617881" cy="1185868"/>
            </a:xfrm>
            <a:custGeom>
              <a:avLst/>
              <a:gdLst/>
              <a:ahLst/>
              <a:cxnLst/>
              <a:rect l="l" t="t" r="r" b="b"/>
              <a:pathLst>
                <a:path w="121564" h="55067" extrusionOk="0">
                  <a:moveTo>
                    <a:pt x="53638" y="33076"/>
                  </a:moveTo>
                  <a:cubicBezTo>
                    <a:pt x="79082" y="36052"/>
                    <a:pt x="76618" y="0"/>
                    <a:pt x="121564" y="21289"/>
                  </a:cubicBezTo>
                  <a:lnTo>
                    <a:pt x="121564" y="54864"/>
                  </a:lnTo>
                  <a:cubicBezTo>
                    <a:pt x="121564" y="54971"/>
                    <a:pt x="121468" y="55067"/>
                    <a:pt x="121349" y="55067"/>
                  </a:cubicBezTo>
                  <a:lnTo>
                    <a:pt x="120" y="55067"/>
                  </a:lnTo>
                  <a:cubicBezTo>
                    <a:pt x="1" y="55067"/>
                    <a:pt x="120" y="54971"/>
                    <a:pt x="120" y="54864"/>
                  </a:cubicBezTo>
                  <a:cubicBezTo>
                    <a:pt x="120" y="54864"/>
                    <a:pt x="120" y="26789"/>
                    <a:pt x="53638" y="3307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16" name="Google Shape;116;p10"/>
          <p:cNvSpPr txBox="1">
            <a:spLocks noGrp="1"/>
          </p:cNvSpPr>
          <p:nvPr>
            <p:ph type="title"/>
          </p:nvPr>
        </p:nvSpPr>
        <p:spPr>
          <a:xfrm>
            <a:off x="1089867" y="678664"/>
            <a:ext cx="5246800" cy="1526400"/>
          </a:xfrm>
          <a:prstGeom prst="rect">
            <a:avLst/>
          </a:prstGeom>
        </p:spPr>
        <p:txBody>
          <a:bodyPr spcFirstLastPara="1" wrap="square" lIns="91425" tIns="91425" rIns="91425" bIns="91425" anchor="ctr" anchorCtr="0">
            <a:noAutofit/>
          </a:bodyPr>
          <a:lstStyle>
            <a:lvl1pPr lvl="0" algn="l">
              <a:spcBef>
                <a:spcPts val="0"/>
              </a:spcBef>
              <a:spcAft>
                <a:spcPts val="0"/>
              </a:spcAft>
              <a:buSzPts val="3500"/>
              <a:buNone/>
              <a:defRPr sz="5333">
                <a:solidFill>
                  <a:schemeClr val="accent4"/>
                </a:solidFill>
              </a:defRPr>
            </a:lvl1pPr>
            <a:lvl2pPr lvl="1">
              <a:spcBef>
                <a:spcPts val="0"/>
              </a:spcBef>
              <a:spcAft>
                <a:spcPts val="0"/>
              </a:spcAft>
              <a:buSzPts val="3500"/>
              <a:buNone/>
              <a:defRPr>
                <a:latin typeface="Nunito"/>
                <a:ea typeface="Nunito"/>
                <a:cs typeface="Nunito"/>
                <a:sym typeface="Nunito"/>
              </a:defRPr>
            </a:lvl2pPr>
            <a:lvl3pPr lvl="2">
              <a:spcBef>
                <a:spcPts val="0"/>
              </a:spcBef>
              <a:spcAft>
                <a:spcPts val="0"/>
              </a:spcAft>
              <a:buSzPts val="3500"/>
              <a:buNone/>
              <a:defRPr>
                <a:latin typeface="Nunito"/>
                <a:ea typeface="Nunito"/>
                <a:cs typeface="Nunito"/>
                <a:sym typeface="Nunito"/>
              </a:defRPr>
            </a:lvl3pPr>
            <a:lvl4pPr lvl="3">
              <a:spcBef>
                <a:spcPts val="0"/>
              </a:spcBef>
              <a:spcAft>
                <a:spcPts val="0"/>
              </a:spcAft>
              <a:buSzPts val="3500"/>
              <a:buNone/>
              <a:defRPr>
                <a:latin typeface="Nunito"/>
                <a:ea typeface="Nunito"/>
                <a:cs typeface="Nunito"/>
                <a:sym typeface="Nunito"/>
              </a:defRPr>
            </a:lvl4pPr>
            <a:lvl5pPr lvl="4">
              <a:spcBef>
                <a:spcPts val="0"/>
              </a:spcBef>
              <a:spcAft>
                <a:spcPts val="0"/>
              </a:spcAft>
              <a:buSzPts val="3500"/>
              <a:buNone/>
              <a:defRPr>
                <a:latin typeface="Nunito"/>
                <a:ea typeface="Nunito"/>
                <a:cs typeface="Nunito"/>
                <a:sym typeface="Nunito"/>
              </a:defRPr>
            </a:lvl5pPr>
            <a:lvl6pPr lvl="5">
              <a:spcBef>
                <a:spcPts val="0"/>
              </a:spcBef>
              <a:spcAft>
                <a:spcPts val="0"/>
              </a:spcAft>
              <a:buSzPts val="3500"/>
              <a:buNone/>
              <a:defRPr>
                <a:latin typeface="Nunito"/>
                <a:ea typeface="Nunito"/>
                <a:cs typeface="Nunito"/>
                <a:sym typeface="Nunito"/>
              </a:defRPr>
            </a:lvl6pPr>
            <a:lvl7pPr lvl="6">
              <a:spcBef>
                <a:spcPts val="0"/>
              </a:spcBef>
              <a:spcAft>
                <a:spcPts val="0"/>
              </a:spcAft>
              <a:buSzPts val="3500"/>
              <a:buNone/>
              <a:defRPr>
                <a:latin typeface="Nunito"/>
                <a:ea typeface="Nunito"/>
                <a:cs typeface="Nunito"/>
                <a:sym typeface="Nunito"/>
              </a:defRPr>
            </a:lvl7pPr>
            <a:lvl8pPr lvl="7">
              <a:spcBef>
                <a:spcPts val="0"/>
              </a:spcBef>
              <a:spcAft>
                <a:spcPts val="0"/>
              </a:spcAft>
              <a:buSzPts val="3500"/>
              <a:buNone/>
              <a:defRPr>
                <a:latin typeface="Nunito"/>
                <a:ea typeface="Nunito"/>
                <a:cs typeface="Nunito"/>
                <a:sym typeface="Nunito"/>
              </a:defRPr>
            </a:lvl8pPr>
            <a:lvl9pPr lvl="8">
              <a:spcBef>
                <a:spcPts val="0"/>
              </a:spcBef>
              <a:spcAft>
                <a:spcPts val="0"/>
              </a:spcAft>
              <a:buSzPts val="3500"/>
              <a:buNone/>
              <a:defRPr>
                <a:latin typeface="Nunito"/>
                <a:ea typeface="Nunito"/>
                <a:cs typeface="Nunito"/>
                <a:sym typeface="Nunito"/>
              </a:defRPr>
            </a:lvl9pPr>
          </a:lstStyle>
          <a:p>
            <a:endParaRPr/>
          </a:p>
        </p:txBody>
      </p:sp>
    </p:spTree>
    <p:extLst>
      <p:ext uri="{BB962C8B-B14F-4D97-AF65-F5344CB8AC3E}">
        <p14:creationId xmlns:p14="http://schemas.microsoft.com/office/powerpoint/2010/main" val="1352210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85"/>
        <p:cNvGrpSpPr/>
        <p:nvPr/>
      </p:nvGrpSpPr>
      <p:grpSpPr>
        <a:xfrm>
          <a:off x="0" y="0"/>
          <a:ext cx="0" cy="0"/>
          <a:chOff x="0" y="0"/>
          <a:chExt cx="0" cy="0"/>
        </a:xfrm>
      </p:grpSpPr>
      <p:grpSp>
        <p:nvGrpSpPr>
          <p:cNvPr id="186" name="Google Shape;186;p18"/>
          <p:cNvGrpSpPr/>
          <p:nvPr/>
        </p:nvGrpSpPr>
        <p:grpSpPr>
          <a:xfrm>
            <a:off x="0" y="4300668"/>
            <a:ext cx="12836533" cy="2570081"/>
            <a:chOff x="0" y="3225500"/>
            <a:chExt cx="9627400" cy="1927561"/>
          </a:xfrm>
        </p:grpSpPr>
        <p:sp>
          <p:nvSpPr>
            <p:cNvPr id="187" name="Google Shape;187;p18"/>
            <p:cNvSpPr/>
            <p:nvPr/>
          </p:nvSpPr>
          <p:spPr>
            <a:xfrm flipH="1">
              <a:off x="3088499" y="3524322"/>
              <a:ext cx="6538901" cy="1628739"/>
            </a:xfrm>
            <a:custGeom>
              <a:avLst/>
              <a:gdLst/>
              <a:ahLst/>
              <a:cxnLst/>
              <a:rect l="l" t="t" r="r" b="b"/>
              <a:pathLst>
                <a:path w="102716" h="33636" extrusionOk="0">
                  <a:moveTo>
                    <a:pt x="102716" y="33493"/>
                  </a:moveTo>
                  <a:cubicBezTo>
                    <a:pt x="102716" y="33493"/>
                    <a:pt x="93310" y="6549"/>
                    <a:pt x="67914" y="11645"/>
                  </a:cubicBezTo>
                  <a:cubicBezTo>
                    <a:pt x="25420" y="20158"/>
                    <a:pt x="42113" y="4763"/>
                    <a:pt x="0" y="1"/>
                  </a:cubicBezTo>
                  <a:lnTo>
                    <a:pt x="0" y="33433"/>
                  </a:lnTo>
                  <a:cubicBezTo>
                    <a:pt x="0" y="33540"/>
                    <a:pt x="84" y="33636"/>
                    <a:pt x="203" y="33636"/>
                  </a:cubicBezTo>
                  <a:lnTo>
                    <a:pt x="102513" y="33636"/>
                  </a:lnTo>
                  <a:cubicBezTo>
                    <a:pt x="102620" y="33636"/>
                    <a:pt x="102716" y="33540"/>
                    <a:pt x="102716" y="3343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8" name="Google Shape;188;p18"/>
            <p:cNvSpPr/>
            <p:nvPr/>
          </p:nvSpPr>
          <p:spPr>
            <a:xfrm>
              <a:off x="0" y="3225500"/>
              <a:ext cx="2141443" cy="1918013"/>
            </a:xfrm>
            <a:custGeom>
              <a:avLst/>
              <a:gdLst/>
              <a:ahLst/>
              <a:cxnLst/>
              <a:rect l="l" t="t" r="r" b="b"/>
              <a:pathLst>
                <a:path w="92453" h="35422" extrusionOk="0">
                  <a:moveTo>
                    <a:pt x="92452" y="35267"/>
                  </a:moveTo>
                  <a:cubicBezTo>
                    <a:pt x="92452" y="35267"/>
                    <a:pt x="73069" y="1"/>
                    <a:pt x="0" y="1787"/>
                  </a:cubicBezTo>
                  <a:lnTo>
                    <a:pt x="0" y="35208"/>
                  </a:lnTo>
                  <a:cubicBezTo>
                    <a:pt x="0" y="35327"/>
                    <a:pt x="84" y="35422"/>
                    <a:pt x="203" y="35422"/>
                  </a:cubicBezTo>
                  <a:lnTo>
                    <a:pt x="92238" y="35422"/>
                  </a:lnTo>
                  <a:cubicBezTo>
                    <a:pt x="92357" y="35422"/>
                    <a:pt x="92452" y="35327"/>
                    <a:pt x="92452" y="3520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89" name="Google Shape;189;p18"/>
          <p:cNvSpPr txBox="1">
            <a:spLocks noGrp="1"/>
          </p:cNvSpPr>
          <p:nvPr>
            <p:ph type="title" hasCustomPrompt="1"/>
          </p:nvPr>
        </p:nvSpPr>
        <p:spPr>
          <a:xfrm>
            <a:off x="6258400" y="1022300"/>
            <a:ext cx="5187200" cy="141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3600"/>
              <a:buNone/>
              <a:defRPr sz="8000">
                <a:solidFill>
                  <a:schemeClr val="accent4"/>
                </a:solidFill>
              </a:defRPr>
            </a:lvl1pPr>
            <a:lvl2pPr lvl="1" algn="ctr" rtl="0">
              <a:spcBef>
                <a:spcPts val="0"/>
              </a:spcBef>
              <a:spcAft>
                <a:spcPts val="0"/>
              </a:spcAft>
              <a:buClr>
                <a:schemeClr val="accent4"/>
              </a:buClr>
              <a:buSzPts val="3600"/>
              <a:buNone/>
              <a:defRPr sz="4800">
                <a:solidFill>
                  <a:schemeClr val="accent4"/>
                </a:solidFill>
              </a:defRPr>
            </a:lvl2pPr>
            <a:lvl3pPr lvl="2" algn="ctr" rtl="0">
              <a:spcBef>
                <a:spcPts val="0"/>
              </a:spcBef>
              <a:spcAft>
                <a:spcPts val="0"/>
              </a:spcAft>
              <a:buClr>
                <a:schemeClr val="accent4"/>
              </a:buClr>
              <a:buSzPts val="3600"/>
              <a:buNone/>
              <a:defRPr sz="4800">
                <a:solidFill>
                  <a:schemeClr val="accent4"/>
                </a:solidFill>
              </a:defRPr>
            </a:lvl3pPr>
            <a:lvl4pPr lvl="3" algn="ctr" rtl="0">
              <a:spcBef>
                <a:spcPts val="0"/>
              </a:spcBef>
              <a:spcAft>
                <a:spcPts val="0"/>
              </a:spcAft>
              <a:buClr>
                <a:schemeClr val="accent4"/>
              </a:buClr>
              <a:buSzPts val="3600"/>
              <a:buNone/>
              <a:defRPr sz="4800">
                <a:solidFill>
                  <a:schemeClr val="accent4"/>
                </a:solidFill>
              </a:defRPr>
            </a:lvl4pPr>
            <a:lvl5pPr lvl="4" algn="ctr" rtl="0">
              <a:spcBef>
                <a:spcPts val="0"/>
              </a:spcBef>
              <a:spcAft>
                <a:spcPts val="0"/>
              </a:spcAft>
              <a:buClr>
                <a:schemeClr val="accent4"/>
              </a:buClr>
              <a:buSzPts val="3600"/>
              <a:buNone/>
              <a:defRPr sz="4800">
                <a:solidFill>
                  <a:schemeClr val="accent4"/>
                </a:solidFill>
              </a:defRPr>
            </a:lvl5pPr>
            <a:lvl6pPr lvl="5" algn="ctr" rtl="0">
              <a:spcBef>
                <a:spcPts val="0"/>
              </a:spcBef>
              <a:spcAft>
                <a:spcPts val="0"/>
              </a:spcAft>
              <a:buClr>
                <a:schemeClr val="accent4"/>
              </a:buClr>
              <a:buSzPts val="3600"/>
              <a:buNone/>
              <a:defRPr sz="4800">
                <a:solidFill>
                  <a:schemeClr val="accent4"/>
                </a:solidFill>
              </a:defRPr>
            </a:lvl6pPr>
            <a:lvl7pPr lvl="6" algn="ctr" rtl="0">
              <a:spcBef>
                <a:spcPts val="0"/>
              </a:spcBef>
              <a:spcAft>
                <a:spcPts val="0"/>
              </a:spcAft>
              <a:buClr>
                <a:schemeClr val="accent4"/>
              </a:buClr>
              <a:buSzPts val="3600"/>
              <a:buNone/>
              <a:defRPr sz="4800">
                <a:solidFill>
                  <a:schemeClr val="accent4"/>
                </a:solidFill>
              </a:defRPr>
            </a:lvl7pPr>
            <a:lvl8pPr lvl="7" algn="ctr" rtl="0">
              <a:spcBef>
                <a:spcPts val="0"/>
              </a:spcBef>
              <a:spcAft>
                <a:spcPts val="0"/>
              </a:spcAft>
              <a:buClr>
                <a:schemeClr val="accent4"/>
              </a:buClr>
              <a:buSzPts val="3600"/>
              <a:buNone/>
              <a:defRPr sz="4800">
                <a:solidFill>
                  <a:schemeClr val="accent4"/>
                </a:solidFill>
              </a:defRPr>
            </a:lvl8pPr>
            <a:lvl9pPr lvl="8" algn="ctr" rtl="0">
              <a:spcBef>
                <a:spcPts val="0"/>
              </a:spcBef>
              <a:spcAft>
                <a:spcPts val="0"/>
              </a:spcAft>
              <a:buClr>
                <a:schemeClr val="accent4"/>
              </a:buClr>
              <a:buSzPts val="3600"/>
              <a:buNone/>
              <a:defRPr sz="4800">
                <a:solidFill>
                  <a:schemeClr val="accent4"/>
                </a:solidFill>
              </a:defRPr>
            </a:lvl9pPr>
          </a:lstStyle>
          <a:p>
            <a:r>
              <a:t>xx%</a:t>
            </a:r>
          </a:p>
        </p:txBody>
      </p:sp>
      <p:sp>
        <p:nvSpPr>
          <p:cNvPr id="190" name="Google Shape;190;p18"/>
          <p:cNvSpPr txBox="1">
            <a:spLocks noGrp="1"/>
          </p:cNvSpPr>
          <p:nvPr>
            <p:ph type="subTitle" idx="1"/>
          </p:nvPr>
        </p:nvSpPr>
        <p:spPr>
          <a:xfrm>
            <a:off x="6771140" y="2119404"/>
            <a:ext cx="4161600" cy="6604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18"/>
          <p:cNvSpPr txBox="1">
            <a:spLocks noGrp="1"/>
          </p:cNvSpPr>
          <p:nvPr>
            <p:ph type="title" idx="2" hasCustomPrompt="1"/>
          </p:nvPr>
        </p:nvSpPr>
        <p:spPr>
          <a:xfrm>
            <a:off x="930600" y="1929700"/>
            <a:ext cx="5545200" cy="141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3600"/>
              <a:buNone/>
              <a:defRPr sz="11333">
                <a:solidFill>
                  <a:schemeClr val="accent4"/>
                </a:solidFill>
              </a:defRPr>
            </a:lvl1pPr>
            <a:lvl2pPr lvl="1" algn="ctr" rtl="0">
              <a:spcBef>
                <a:spcPts val="0"/>
              </a:spcBef>
              <a:spcAft>
                <a:spcPts val="0"/>
              </a:spcAft>
              <a:buClr>
                <a:schemeClr val="accent4"/>
              </a:buClr>
              <a:buSzPts val="3600"/>
              <a:buNone/>
              <a:defRPr sz="4800">
                <a:solidFill>
                  <a:schemeClr val="accent4"/>
                </a:solidFill>
              </a:defRPr>
            </a:lvl2pPr>
            <a:lvl3pPr lvl="2" algn="ctr" rtl="0">
              <a:spcBef>
                <a:spcPts val="0"/>
              </a:spcBef>
              <a:spcAft>
                <a:spcPts val="0"/>
              </a:spcAft>
              <a:buClr>
                <a:schemeClr val="accent4"/>
              </a:buClr>
              <a:buSzPts val="3600"/>
              <a:buNone/>
              <a:defRPr sz="4800">
                <a:solidFill>
                  <a:schemeClr val="accent4"/>
                </a:solidFill>
              </a:defRPr>
            </a:lvl3pPr>
            <a:lvl4pPr lvl="3" algn="ctr" rtl="0">
              <a:spcBef>
                <a:spcPts val="0"/>
              </a:spcBef>
              <a:spcAft>
                <a:spcPts val="0"/>
              </a:spcAft>
              <a:buClr>
                <a:schemeClr val="accent4"/>
              </a:buClr>
              <a:buSzPts val="3600"/>
              <a:buNone/>
              <a:defRPr sz="4800">
                <a:solidFill>
                  <a:schemeClr val="accent4"/>
                </a:solidFill>
              </a:defRPr>
            </a:lvl4pPr>
            <a:lvl5pPr lvl="4" algn="ctr" rtl="0">
              <a:spcBef>
                <a:spcPts val="0"/>
              </a:spcBef>
              <a:spcAft>
                <a:spcPts val="0"/>
              </a:spcAft>
              <a:buClr>
                <a:schemeClr val="accent4"/>
              </a:buClr>
              <a:buSzPts val="3600"/>
              <a:buNone/>
              <a:defRPr sz="4800">
                <a:solidFill>
                  <a:schemeClr val="accent4"/>
                </a:solidFill>
              </a:defRPr>
            </a:lvl5pPr>
            <a:lvl6pPr lvl="5" algn="ctr" rtl="0">
              <a:spcBef>
                <a:spcPts val="0"/>
              </a:spcBef>
              <a:spcAft>
                <a:spcPts val="0"/>
              </a:spcAft>
              <a:buClr>
                <a:schemeClr val="accent4"/>
              </a:buClr>
              <a:buSzPts val="3600"/>
              <a:buNone/>
              <a:defRPr sz="4800">
                <a:solidFill>
                  <a:schemeClr val="accent4"/>
                </a:solidFill>
              </a:defRPr>
            </a:lvl6pPr>
            <a:lvl7pPr lvl="6" algn="ctr" rtl="0">
              <a:spcBef>
                <a:spcPts val="0"/>
              </a:spcBef>
              <a:spcAft>
                <a:spcPts val="0"/>
              </a:spcAft>
              <a:buClr>
                <a:schemeClr val="accent4"/>
              </a:buClr>
              <a:buSzPts val="3600"/>
              <a:buNone/>
              <a:defRPr sz="4800">
                <a:solidFill>
                  <a:schemeClr val="accent4"/>
                </a:solidFill>
              </a:defRPr>
            </a:lvl7pPr>
            <a:lvl8pPr lvl="7" algn="ctr" rtl="0">
              <a:spcBef>
                <a:spcPts val="0"/>
              </a:spcBef>
              <a:spcAft>
                <a:spcPts val="0"/>
              </a:spcAft>
              <a:buClr>
                <a:schemeClr val="accent4"/>
              </a:buClr>
              <a:buSzPts val="3600"/>
              <a:buNone/>
              <a:defRPr sz="4800">
                <a:solidFill>
                  <a:schemeClr val="accent4"/>
                </a:solidFill>
              </a:defRPr>
            </a:lvl8pPr>
            <a:lvl9pPr lvl="8" algn="ctr" rtl="0">
              <a:spcBef>
                <a:spcPts val="0"/>
              </a:spcBef>
              <a:spcAft>
                <a:spcPts val="0"/>
              </a:spcAft>
              <a:buClr>
                <a:schemeClr val="accent4"/>
              </a:buClr>
              <a:buSzPts val="3600"/>
              <a:buNone/>
              <a:defRPr sz="4800">
                <a:solidFill>
                  <a:schemeClr val="accent4"/>
                </a:solidFill>
              </a:defRPr>
            </a:lvl9pPr>
          </a:lstStyle>
          <a:p>
            <a:r>
              <a:t>xx%</a:t>
            </a:r>
          </a:p>
        </p:txBody>
      </p:sp>
      <p:sp>
        <p:nvSpPr>
          <p:cNvPr id="192" name="Google Shape;192;p18"/>
          <p:cNvSpPr txBox="1">
            <a:spLocks noGrp="1"/>
          </p:cNvSpPr>
          <p:nvPr>
            <p:ph type="subTitle" idx="3"/>
          </p:nvPr>
        </p:nvSpPr>
        <p:spPr>
          <a:xfrm>
            <a:off x="1318067" y="3257291"/>
            <a:ext cx="4770400" cy="66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3" name="Google Shape;193;p18"/>
          <p:cNvSpPr txBox="1">
            <a:spLocks noGrp="1"/>
          </p:cNvSpPr>
          <p:nvPr>
            <p:ph type="title" idx="4" hasCustomPrompt="1"/>
          </p:nvPr>
        </p:nvSpPr>
        <p:spPr>
          <a:xfrm>
            <a:off x="6258400" y="2948900"/>
            <a:ext cx="5187200" cy="1342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3600"/>
              <a:buNone/>
              <a:defRPr sz="8000">
                <a:solidFill>
                  <a:schemeClr val="accent4"/>
                </a:solidFill>
              </a:defRPr>
            </a:lvl1pPr>
            <a:lvl2pPr lvl="1" algn="ctr" rtl="0">
              <a:spcBef>
                <a:spcPts val="0"/>
              </a:spcBef>
              <a:spcAft>
                <a:spcPts val="0"/>
              </a:spcAft>
              <a:buClr>
                <a:schemeClr val="accent4"/>
              </a:buClr>
              <a:buSzPts val="3600"/>
              <a:buNone/>
              <a:defRPr sz="4800">
                <a:solidFill>
                  <a:schemeClr val="accent4"/>
                </a:solidFill>
              </a:defRPr>
            </a:lvl2pPr>
            <a:lvl3pPr lvl="2" algn="ctr" rtl="0">
              <a:spcBef>
                <a:spcPts val="0"/>
              </a:spcBef>
              <a:spcAft>
                <a:spcPts val="0"/>
              </a:spcAft>
              <a:buClr>
                <a:schemeClr val="accent4"/>
              </a:buClr>
              <a:buSzPts val="3600"/>
              <a:buNone/>
              <a:defRPr sz="4800">
                <a:solidFill>
                  <a:schemeClr val="accent4"/>
                </a:solidFill>
              </a:defRPr>
            </a:lvl3pPr>
            <a:lvl4pPr lvl="3" algn="ctr" rtl="0">
              <a:spcBef>
                <a:spcPts val="0"/>
              </a:spcBef>
              <a:spcAft>
                <a:spcPts val="0"/>
              </a:spcAft>
              <a:buClr>
                <a:schemeClr val="accent4"/>
              </a:buClr>
              <a:buSzPts val="3600"/>
              <a:buNone/>
              <a:defRPr sz="4800">
                <a:solidFill>
                  <a:schemeClr val="accent4"/>
                </a:solidFill>
              </a:defRPr>
            </a:lvl4pPr>
            <a:lvl5pPr lvl="4" algn="ctr" rtl="0">
              <a:spcBef>
                <a:spcPts val="0"/>
              </a:spcBef>
              <a:spcAft>
                <a:spcPts val="0"/>
              </a:spcAft>
              <a:buClr>
                <a:schemeClr val="accent4"/>
              </a:buClr>
              <a:buSzPts val="3600"/>
              <a:buNone/>
              <a:defRPr sz="4800">
                <a:solidFill>
                  <a:schemeClr val="accent4"/>
                </a:solidFill>
              </a:defRPr>
            </a:lvl5pPr>
            <a:lvl6pPr lvl="5" algn="ctr" rtl="0">
              <a:spcBef>
                <a:spcPts val="0"/>
              </a:spcBef>
              <a:spcAft>
                <a:spcPts val="0"/>
              </a:spcAft>
              <a:buClr>
                <a:schemeClr val="accent4"/>
              </a:buClr>
              <a:buSzPts val="3600"/>
              <a:buNone/>
              <a:defRPr sz="4800">
                <a:solidFill>
                  <a:schemeClr val="accent4"/>
                </a:solidFill>
              </a:defRPr>
            </a:lvl6pPr>
            <a:lvl7pPr lvl="6" algn="ctr" rtl="0">
              <a:spcBef>
                <a:spcPts val="0"/>
              </a:spcBef>
              <a:spcAft>
                <a:spcPts val="0"/>
              </a:spcAft>
              <a:buClr>
                <a:schemeClr val="accent4"/>
              </a:buClr>
              <a:buSzPts val="3600"/>
              <a:buNone/>
              <a:defRPr sz="4800">
                <a:solidFill>
                  <a:schemeClr val="accent4"/>
                </a:solidFill>
              </a:defRPr>
            </a:lvl7pPr>
            <a:lvl8pPr lvl="7" algn="ctr" rtl="0">
              <a:spcBef>
                <a:spcPts val="0"/>
              </a:spcBef>
              <a:spcAft>
                <a:spcPts val="0"/>
              </a:spcAft>
              <a:buClr>
                <a:schemeClr val="accent4"/>
              </a:buClr>
              <a:buSzPts val="3600"/>
              <a:buNone/>
              <a:defRPr sz="4800">
                <a:solidFill>
                  <a:schemeClr val="accent4"/>
                </a:solidFill>
              </a:defRPr>
            </a:lvl8pPr>
            <a:lvl9pPr lvl="8" algn="ctr" rtl="0">
              <a:spcBef>
                <a:spcPts val="0"/>
              </a:spcBef>
              <a:spcAft>
                <a:spcPts val="0"/>
              </a:spcAft>
              <a:buClr>
                <a:schemeClr val="accent4"/>
              </a:buClr>
              <a:buSzPts val="3600"/>
              <a:buNone/>
              <a:defRPr sz="4800">
                <a:solidFill>
                  <a:schemeClr val="accent4"/>
                </a:solidFill>
              </a:defRPr>
            </a:lvl9pPr>
          </a:lstStyle>
          <a:p>
            <a:r>
              <a:t>xx%</a:t>
            </a:r>
          </a:p>
        </p:txBody>
      </p:sp>
      <p:sp>
        <p:nvSpPr>
          <p:cNvPr id="194" name="Google Shape;194;p18"/>
          <p:cNvSpPr txBox="1">
            <a:spLocks noGrp="1"/>
          </p:cNvSpPr>
          <p:nvPr>
            <p:ph type="subTitle" idx="5"/>
          </p:nvPr>
        </p:nvSpPr>
        <p:spPr>
          <a:xfrm>
            <a:off x="6771140" y="4041404"/>
            <a:ext cx="4161600" cy="66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14871342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74"/>
        <p:cNvGrpSpPr/>
        <p:nvPr/>
      </p:nvGrpSpPr>
      <p:grpSpPr>
        <a:xfrm>
          <a:off x="0" y="0"/>
          <a:ext cx="0" cy="0"/>
          <a:chOff x="0" y="0"/>
          <a:chExt cx="0" cy="0"/>
        </a:xfrm>
      </p:grpSpPr>
      <p:grpSp>
        <p:nvGrpSpPr>
          <p:cNvPr id="175" name="Google Shape;175;p17"/>
          <p:cNvGrpSpPr/>
          <p:nvPr/>
        </p:nvGrpSpPr>
        <p:grpSpPr>
          <a:xfrm>
            <a:off x="-93" y="-1919665"/>
            <a:ext cx="13076240" cy="8777724"/>
            <a:chOff x="-70" y="-1439749"/>
            <a:chExt cx="9807180" cy="6583293"/>
          </a:xfrm>
        </p:grpSpPr>
        <p:sp>
          <p:nvSpPr>
            <p:cNvPr id="176" name="Google Shape;176;p17"/>
            <p:cNvSpPr/>
            <p:nvPr/>
          </p:nvSpPr>
          <p:spPr>
            <a:xfrm flipH="1">
              <a:off x="6832582" y="4257950"/>
              <a:ext cx="2311325" cy="885550"/>
            </a:xfrm>
            <a:custGeom>
              <a:avLst/>
              <a:gdLst/>
              <a:ahLst/>
              <a:cxnLst/>
              <a:rect l="l" t="t" r="r" b="b"/>
              <a:pathLst>
                <a:path w="92453" h="35422" extrusionOk="0">
                  <a:moveTo>
                    <a:pt x="92452" y="35267"/>
                  </a:moveTo>
                  <a:cubicBezTo>
                    <a:pt x="92452" y="35267"/>
                    <a:pt x="73069" y="1"/>
                    <a:pt x="0" y="1787"/>
                  </a:cubicBezTo>
                  <a:lnTo>
                    <a:pt x="0" y="35208"/>
                  </a:lnTo>
                  <a:cubicBezTo>
                    <a:pt x="0" y="35327"/>
                    <a:pt x="84" y="35422"/>
                    <a:pt x="203" y="35422"/>
                  </a:cubicBezTo>
                  <a:lnTo>
                    <a:pt x="92238" y="35422"/>
                  </a:lnTo>
                  <a:cubicBezTo>
                    <a:pt x="92357" y="35422"/>
                    <a:pt x="92452" y="35327"/>
                    <a:pt x="92452" y="3520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7" name="Google Shape;177;p17"/>
            <p:cNvSpPr/>
            <p:nvPr/>
          </p:nvSpPr>
          <p:spPr>
            <a:xfrm flipH="1">
              <a:off x="-70" y="3781425"/>
              <a:ext cx="3050345" cy="1362118"/>
            </a:xfrm>
            <a:custGeom>
              <a:avLst/>
              <a:gdLst/>
              <a:ahLst/>
              <a:cxnLst/>
              <a:rect l="l" t="t" r="r" b="b"/>
              <a:pathLst>
                <a:path w="121564" h="40482" extrusionOk="0">
                  <a:moveTo>
                    <a:pt x="31374" y="20087"/>
                  </a:moveTo>
                  <a:cubicBezTo>
                    <a:pt x="56948" y="21408"/>
                    <a:pt x="70664" y="1"/>
                    <a:pt x="121564" y="6692"/>
                  </a:cubicBezTo>
                  <a:lnTo>
                    <a:pt x="121564" y="40268"/>
                  </a:lnTo>
                  <a:cubicBezTo>
                    <a:pt x="121552" y="40387"/>
                    <a:pt x="121468" y="40482"/>
                    <a:pt x="121349" y="40482"/>
                  </a:cubicBezTo>
                  <a:lnTo>
                    <a:pt x="120" y="40482"/>
                  </a:lnTo>
                  <a:cubicBezTo>
                    <a:pt x="1" y="40482"/>
                    <a:pt x="120" y="40387"/>
                    <a:pt x="120" y="40268"/>
                  </a:cubicBezTo>
                  <a:cubicBezTo>
                    <a:pt x="120" y="40268"/>
                    <a:pt x="5478" y="18753"/>
                    <a:pt x="31374" y="20087"/>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8" name="Google Shape;178;p17"/>
            <p:cNvSpPr/>
            <p:nvPr/>
          </p:nvSpPr>
          <p:spPr>
            <a:xfrm>
              <a:off x="6536949" y="-1439749"/>
              <a:ext cx="3270161" cy="2254882"/>
            </a:xfrm>
            <a:custGeom>
              <a:avLst/>
              <a:gdLst/>
              <a:ahLst/>
              <a:cxnLst/>
              <a:rect l="l" t="t" r="r" b="b"/>
              <a:pathLst>
                <a:path w="19289" h="13300" extrusionOk="0">
                  <a:moveTo>
                    <a:pt x="8878" y="1"/>
                  </a:moveTo>
                  <a:cubicBezTo>
                    <a:pt x="8356" y="1"/>
                    <a:pt x="7835" y="75"/>
                    <a:pt x="7335" y="231"/>
                  </a:cubicBezTo>
                  <a:cubicBezTo>
                    <a:pt x="5739" y="720"/>
                    <a:pt x="4406" y="2113"/>
                    <a:pt x="4168" y="3768"/>
                  </a:cubicBezTo>
                  <a:cubicBezTo>
                    <a:pt x="4055" y="3755"/>
                    <a:pt x="3942" y="3749"/>
                    <a:pt x="3828" y="3749"/>
                  </a:cubicBezTo>
                  <a:cubicBezTo>
                    <a:pt x="2402" y="3749"/>
                    <a:pt x="930" y="4697"/>
                    <a:pt x="488" y="6054"/>
                  </a:cubicBezTo>
                  <a:cubicBezTo>
                    <a:pt x="0" y="7518"/>
                    <a:pt x="715" y="9280"/>
                    <a:pt x="2084" y="9983"/>
                  </a:cubicBezTo>
                  <a:cubicBezTo>
                    <a:pt x="2819" y="10350"/>
                    <a:pt x="3658" y="10429"/>
                    <a:pt x="4491" y="10429"/>
                  </a:cubicBezTo>
                  <a:cubicBezTo>
                    <a:pt x="4629" y="10429"/>
                    <a:pt x="4768" y="10427"/>
                    <a:pt x="4906" y="10423"/>
                  </a:cubicBezTo>
                  <a:cubicBezTo>
                    <a:pt x="5370" y="11673"/>
                    <a:pt x="6632" y="12483"/>
                    <a:pt x="7882" y="12923"/>
                  </a:cubicBezTo>
                  <a:cubicBezTo>
                    <a:pt x="8263" y="13054"/>
                    <a:pt x="8656" y="13162"/>
                    <a:pt x="9061" y="13245"/>
                  </a:cubicBezTo>
                  <a:cubicBezTo>
                    <a:pt x="9310" y="13281"/>
                    <a:pt x="9559" y="13299"/>
                    <a:pt x="9806" y="13299"/>
                  </a:cubicBezTo>
                  <a:cubicBezTo>
                    <a:pt x="11495" y="13299"/>
                    <a:pt x="13096" y="12465"/>
                    <a:pt x="14062" y="11042"/>
                  </a:cubicBezTo>
                  <a:cubicBezTo>
                    <a:pt x="14561" y="11269"/>
                    <a:pt x="15095" y="11382"/>
                    <a:pt x="15629" y="11382"/>
                  </a:cubicBezTo>
                  <a:cubicBezTo>
                    <a:pt x="16217" y="11382"/>
                    <a:pt x="16805" y="11245"/>
                    <a:pt x="17348" y="10971"/>
                  </a:cubicBezTo>
                  <a:cubicBezTo>
                    <a:pt x="18372" y="10435"/>
                    <a:pt x="19062" y="9423"/>
                    <a:pt x="19193" y="8268"/>
                  </a:cubicBezTo>
                  <a:cubicBezTo>
                    <a:pt x="19288" y="7137"/>
                    <a:pt x="18729" y="5911"/>
                    <a:pt x="17776" y="5280"/>
                  </a:cubicBezTo>
                  <a:cubicBezTo>
                    <a:pt x="18312" y="4530"/>
                    <a:pt x="18372" y="3541"/>
                    <a:pt x="17931" y="2732"/>
                  </a:cubicBezTo>
                  <a:cubicBezTo>
                    <a:pt x="17467" y="1946"/>
                    <a:pt x="16645" y="1434"/>
                    <a:pt x="15728" y="1363"/>
                  </a:cubicBezTo>
                  <a:cubicBezTo>
                    <a:pt x="15673" y="1359"/>
                    <a:pt x="15617" y="1357"/>
                    <a:pt x="15561" y="1357"/>
                  </a:cubicBezTo>
                  <a:cubicBezTo>
                    <a:pt x="14720" y="1357"/>
                    <a:pt x="13854" y="1770"/>
                    <a:pt x="13240" y="2351"/>
                  </a:cubicBezTo>
                  <a:cubicBezTo>
                    <a:pt x="13169" y="1744"/>
                    <a:pt x="12657" y="1291"/>
                    <a:pt x="12145" y="958"/>
                  </a:cubicBezTo>
                  <a:cubicBezTo>
                    <a:pt x="11172" y="353"/>
                    <a:pt x="10021" y="1"/>
                    <a:pt x="88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179" name="Google Shape;179;p17"/>
            <p:cNvGrpSpPr/>
            <p:nvPr/>
          </p:nvGrpSpPr>
          <p:grpSpPr>
            <a:xfrm flipH="1">
              <a:off x="7393894" y="300203"/>
              <a:ext cx="1380624" cy="965482"/>
              <a:chOff x="5537575" y="2349975"/>
              <a:chExt cx="1029625" cy="720025"/>
            </a:xfrm>
          </p:grpSpPr>
          <p:sp>
            <p:nvSpPr>
              <p:cNvPr id="180" name="Google Shape;180;p17"/>
              <p:cNvSpPr/>
              <p:nvPr/>
            </p:nvSpPr>
            <p:spPr>
              <a:xfrm>
                <a:off x="6307925" y="2504475"/>
                <a:ext cx="259275" cy="84325"/>
              </a:xfrm>
              <a:custGeom>
                <a:avLst/>
                <a:gdLst/>
                <a:ahLst/>
                <a:cxnLst/>
                <a:rect l="l" t="t" r="r" b="b"/>
                <a:pathLst>
                  <a:path w="10371" h="3373" extrusionOk="0">
                    <a:moveTo>
                      <a:pt x="954" y="0"/>
                    </a:moveTo>
                    <a:cubicBezTo>
                      <a:pt x="634" y="0"/>
                      <a:pt x="313" y="36"/>
                      <a:pt x="0" y="113"/>
                    </a:cubicBezTo>
                    <a:cubicBezTo>
                      <a:pt x="143" y="100"/>
                      <a:pt x="285" y="94"/>
                      <a:pt x="427" y="94"/>
                    </a:cubicBezTo>
                    <a:cubicBezTo>
                      <a:pt x="1345" y="94"/>
                      <a:pt x="2253" y="358"/>
                      <a:pt x="3036" y="863"/>
                    </a:cubicBezTo>
                    <a:cubicBezTo>
                      <a:pt x="3929" y="1411"/>
                      <a:pt x="4620" y="2244"/>
                      <a:pt x="4977" y="3244"/>
                    </a:cubicBezTo>
                    <a:cubicBezTo>
                      <a:pt x="4989" y="3280"/>
                      <a:pt x="5013" y="3316"/>
                      <a:pt x="5049" y="3339"/>
                    </a:cubicBezTo>
                    <a:cubicBezTo>
                      <a:pt x="5080" y="3362"/>
                      <a:pt x="5117" y="3372"/>
                      <a:pt x="5153" y="3372"/>
                    </a:cubicBezTo>
                    <a:cubicBezTo>
                      <a:pt x="5213" y="3372"/>
                      <a:pt x="5273" y="3344"/>
                      <a:pt x="5310" y="3292"/>
                    </a:cubicBezTo>
                    <a:cubicBezTo>
                      <a:pt x="5906" y="2423"/>
                      <a:pt x="6632" y="1601"/>
                      <a:pt x="7596" y="1232"/>
                    </a:cubicBezTo>
                    <a:cubicBezTo>
                      <a:pt x="7881" y="1121"/>
                      <a:pt x="8182" y="1066"/>
                      <a:pt x="8483" y="1066"/>
                    </a:cubicBezTo>
                    <a:cubicBezTo>
                      <a:pt x="8698" y="1066"/>
                      <a:pt x="8912" y="1094"/>
                      <a:pt x="9120" y="1149"/>
                    </a:cubicBezTo>
                    <a:cubicBezTo>
                      <a:pt x="9644" y="1256"/>
                      <a:pt x="10097" y="1577"/>
                      <a:pt x="10371" y="2042"/>
                    </a:cubicBezTo>
                    <a:cubicBezTo>
                      <a:pt x="10180" y="1530"/>
                      <a:pt x="9692" y="1149"/>
                      <a:pt x="9168" y="970"/>
                    </a:cubicBezTo>
                    <a:cubicBezTo>
                      <a:pt x="8886" y="876"/>
                      <a:pt x="8591" y="828"/>
                      <a:pt x="8295" y="828"/>
                    </a:cubicBezTo>
                    <a:cubicBezTo>
                      <a:pt x="8029" y="828"/>
                      <a:pt x="7761" y="867"/>
                      <a:pt x="7501" y="946"/>
                    </a:cubicBezTo>
                    <a:cubicBezTo>
                      <a:pt x="6965" y="1125"/>
                      <a:pt x="6477" y="1423"/>
                      <a:pt x="6061" y="1804"/>
                    </a:cubicBezTo>
                    <a:cubicBezTo>
                      <a:pt x="5750" y="2104"/>
                      <a:pt x="5462" y="2435"/>
                      <a:pt x="5203" y="2783"/>
                    </a:cubicBezTo>
                    <a:lnTo>
                      <a:pt x="5203" y="2783"/>
                    </a:lnTo>
                    <a:cubicBezTo>
                      <a:pt x="4791" y="1859"/>
                      <a:pt x="4087" y="1093"/>
                      <a:pt x="3191" y="613"/>
                    </a:cubicBezTo>
                    <a:cubicBezTo>
                      <a:pt x="2715" y="339"/>
                      <a:pt x="2179" y="149"/>
                      <a:pt x="1631" y="53"/>
                    </a:cubicBezTo>
                    <a:cubicBezTo>
                      <a:pt x="1409" y="19"/>
                      <a:pt x="1182" y="0"/>
                      <a:pt x="9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1" name="Google Shape;181;p17"/>
              <p:cNvSpPr/>
              <p:nvPr/>
            </p:nvSpPr>
            <p:spPr>
              <a:xfrm>
                <a:off x="6188250" y="2349975"/>
                <a:ext cx="184275" cy="61725"/>
              </a:xfrm>
              <a:custGeom>
                <a:avLst/>
                <a:gdLst/>
                <a:ahLst/>
                <a:cxnLst/>
                <a:rect l="l" t="t" r="r" b="b"/>
                <a:pathLst>
                  <a:path w="7371" h="2469" extrusionOk="0">
                    <a:moveTo>
                      <a:pt x="745" y="1"/>
                    </a:moveTo>
                    <a:cubicBezTo>
                      <a:pt x="497" y="1"/>
                      <a:pt x="247" y="30"/>
                      <a:pt x="1" y="90"/>
                    </a:cubicBezTo>
                    <a:cubicBezTo>
                      <a:pt x="58" y="87"/>
                      <a:pt x="116" y="86"/>
                      <a:pt x="173" y="86"/>
                    </a:cubicBezTo>
                    <a:cubicBezTo>
                      <a:pt x="875" y="86"/>
                      <a:pt x="1561" y="288"/>
                      <a:pt x="2156" y="673"/>
                    </a:cubicBezTo>
                    <a:cubicBezTo>
                      <a:pt x="2775" y="1054"/>
                      <a:pt x="3239" y="1649"/>
                      <a:pt x="3489" y="2340"/>
                    </a:cubicBezTo>
                    <a:cubicBezTo>
                      <a:pt x="3501" y="2376"/>
                      <a:pt x="3525" y="2411"/>
                      <a:pt x="3561" y="2435"/>
                    </a:cubicBezTo>
                    <a:cubicBezTo>
                      <a:pt x="3597" y="2458"/>
                      <a:pt x="3636" y="2468"/>
                      <a:pt x="3674" y="2468"/>
                    </a:cubicBezTo>
                    <a:cubicBezTo>
                      <a:pt x="3738" y="2468"/>
                      <a:pt x="3798" y="2439"/>
                      <a:pt x="3835" y="2388"/>
                    </a:cubicBezTo>
                    <a:cubicBezTo>
                      <a:pt x="4251" y="1768"/>
                      <a:pt x="4752" y="1197"/>
                      <a:pt x="5430" y="935"/>
                    </a:cubicBezTo>
                    <a:cubicBezTo>
                      <a:pt x="5634" y="855"/>
                      <a:pt x="5851" y="815"/>
                      <a:pt x="6068" y="815"/>
                    </a:cubicBezTo>
                    <a:cubicBezTo>
                      <a:pt x="6206" y="815"/>
                      <a:pt x="6344" y="831"/>
                      <a:pt x="6478" y="864"/>
                    </a:cubicBezTo>
                    <a:cubicBezTo>
                      <a:pt x="6847" y="923"/>
                      <a:pt x="7169" y="1149"/>
                      <a:pt x="7371" y="1471"/>
                    </a:cubicBezTo>
                    <a:cubicBezTo>
                      <a:pt x="7216" y="1090"/>
                      <a:pt x="6907" y="804"/>
                      <a:pt x="6526" y="673"/>
                    </a:cubicBezTo>
                    <a:cubicBezTo>
                      <a:pt x="6315" y="603"/>
                      <a:pt x="6098" y="567"/>
                      <a:pt x="5881" y="567"/>
                    </a:cubicBezTo>
                    <a:cubicBezTo>
                      <a:pt x="5693" y="567"/>
                      <a:pt x="5505" y="594"/>
                      <a:pt x="5323" y="649"/>
                    </a:cubicBezTo>
                    <a:cubicBezTo>
                      <a:pt x="4930" y="768"/>
                      <a:pt x="4573" y="983"/>
                      <a:pt x="4275" y="1256"/>
                    </a:cubicBezTo>
                    <a:cubicBezTo>
                      <a:pt x="4073" y="1451"/>
                      <a:pt x="3882" y="1663"/>
                      <a:pt x="3712" y="1884"/>
                    </a:cubicBezTo>
                    <a:lnTo>
                      <a:pt x="3712" y="1884"/>
                    </a:lnTo>
                    <a:cubicBezTo>
                      <a:pt x="3412" y="1256"/>
                      <a:pt x="2921" y="737"/>
                      <a:pt x="2299" y="411"/>
                    </a:cubicBezTo>
                    <a:cubicBezTo>
                      <a:pt x="1825" y="141"/>
                      <a:pt x="1289" y="1"/>
                      <a:pt x="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2" name="Google Shape;182;p17"/>
              <p:cNvSpPr/>
              <p:nvPr/>
            </p:nvSpPr>
            <p:spPr>
              <a:xfrm>
                <a:off x="6051350" y="2681125"/>
                <a:ext cx="252125" cy="106650"/>
              </a:xfrm>
              <a:custGeom>
                <a:avLst/>
                <a:gdLst/>
                <a:ahLst/>
                <a:cxnLst/>
                <a:rect l="l" t="t" r="r" b="b"/>
                <a:pathLst>
                  <a:path w="10085" h="4266" extrusionOk="0">
                    <a:moveTo>
                      <a:pt x="0" y="0"/>
                    </a:moveTo>
                    <a:cubicBezTo>
                      <a:pt x="1107" y="214"/>
                      <a:pt x="2143" y="714"/>
                      <a:pt x="3000" y="1465"/>
                    </a:cubicBezTo>
                    <a:cubicBezTo>
                      <a:pt x="3846" y="2167"/>
                      <a:pt x="4489" y="3096"/>
                      <a:pt x="4870" y="4143"/>
                    </a:cubicBezTo>
                    <a:cubicBezTo>
                      <a:pt x="4892" y="4219"/>
                      <a:pt x="4967" y="4266"/>
                      <a:pt x="5047" y="4266"/>
                    </a:cubicBezTo>
                    <a:cubicBezTo>
                      <a:pt x="5093" y="4266"/>
                      <a:pt x="5140" y="4250"/>
                      <a:pt x="5179" y="4215"/>
                    </a:cubicBezTo>
                    <a:cubicBezTo>
                      <a:pt x="5870" y="3560"/>
                      <a:pt x="6560" y="2905"/>
                      <a:pt x="7382" y="2465"/>
                    </a:cubicBezTo>
                    <a:cubicBezTo>
                      <a:pt x="7787" y="2238"/>
                      <a:pt x="8227" y="2084"/>
                      <a:pt x="8692" y="2000"/>
                    </a:cubicBezTo>
                    <a:cubicBezTo>
                      <a:pt x="8857" y="1971"/>
                      <a:pt x="9024" y="1956"/>
                      <a:pt x="9191" y="1956"/>
                    </a:cubicBezTo>
                    <a:cubicBezTo>
                      <a:pt x="9492" y="1956"/>
                      <a:pt x="9793" y="2004"/>
                      <a:pt x="10085" y="2096"/>
                    </a:cubicBezTo>
                    <a:cubicBezTo>
                      <a:pt x="9719" y="1917"/>
                      <a:pt x="9320" y="1822"/>
                      <a:pt x="8915" y="1822"/>
                    </a:cubicBezTo>
                    <a:cubicBezTo>
                      <a:pt x="8833" y="1822"/>
                      <a:pt x="8750" y="1826"/>
                      <a:pt x="8668" y="1834"/>
                    </a:cubicBezTo>
                    <a:cubicBezTo>
                      <a:pt x="8180" y="1869"/>
                      <a:pt x="7703" y="2000"/>
                      <a:pt x="7251" y="2215"/>
                    </a:cubicBezTo>
                    <a:cubicBezTo>
                      <a:pt x="6446" y="2580"/>
                      <a:pt x="5767" y="3157"/>
                      <a:pt x="5126" y="3739"/>
                    </a:cubicBezTo>
                    <a:lnTo>
                      <a:pt x="5126" y="3739"/>
                    </a:lnTo>
                    <a:cubicBezTo>
                      <a:pt x="4728" y="2734"/>
                      <a:pt x="4066" y="1858"/>
                      <a:pt x="3203" y="1203"/>
                    </a:cubicBezTo>
                    <a:cubicBezTo>
                      <a:pt x="2739" y="845"/>
                      <a:pt x="2227" y="560"/>
                      <a:pt x="1679" y="345"/>
                    </a:cubicBezTo>
                    <a:cubicBezTo>
                      <a:pt x="1143" y="143"/>
                      <a:pt x="583" y="24"/>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3" name="Google Shape;183;p17"/>
              <p:cNvSpPr/>
              <p:nvPr/>
            </p:nvSpPr>
            <p:spPr>
              <a:xfrm>
                <a:off x="5537575" y="2954500"/>
                <a:ext cx="361675" cy="115500"/>
              </a:xfrm>
              <a:custGeom>
                <a:avLst/>
                <a:gdLst/>
                <a:ahLst/>
                <a:cxnLst/>
                <a:rect l="l" t="t" r="r" b="b"/>
                <a:pathLst>
                  <a:path w="14467" h="4620" extrusionOk="0">
                    <a:moveTo>
                      <a:pt x="13626" y="0"/>
                    </a:moveTo>
                    <a:cubicBezTo>
                      <a:pt x="13232" y="0"/>
                      <a:pt x="12837" y="60"/>
                      <a:pt x="12455" y="185"/>
                    </a:cubicBezTo>
                    <a:cubicBezTo>
                      <a:pt x="11788" y="388"/>
                      <a:pt x="11169" y="709"/>
                      <a:pt x="10621" y="1138"/>
                    </a:cubicBezTo>
                    <a:cubicBezTo>
                      <a:pt x="9630" y="1903"/>
                      <a:pt x="8872" y="2903"/>
                      <a:pt x="8172" y="3907"/>
                    </a:cubicBezTo>
                    <a:lnTo>
                      <a:pt x="8172" y="3907"/>
                    </a:lnTo>
                    <a:cubicBezTo>
                      <a:pt x="7315" y="2644"/>
                      <a:pt x="6134" y="1644"/>
                      <a:pt x="4751" y="1007"/>
                    </a:cubicBezTo>
                    <a:cubicBezTo>
                      <a:pt x="4001" y="662"/>
                      <a:pt x="3216" y="424"/>
                      <a:pt x="2418" y="305"/>
                    </a:cubicBezTo>
                    <a:cubicBezTo>
                      <a:pt x="2031" y="248"/>
                      <a:pt x="1645" y="218"/>
                      <a:pt x="1260" y="218"/>
                    </a:cubicBezTo>
                    <a:cubicBezTo>
                      <a:pt x="838" y="218"/>
                      <a:pt x="418" y="254"/>
                      <a:pt x="1" y="328"/>
                    </a:cubicBezTo>
                    <a:cubicBezTo>
                      <a:pt x="121" y="323"/>
                      <a:pt x="242" y="320"/>
                      <a:pt x="362" y="320"/>
                    </a:cubicBezTo>
                    <a:cubicBezTo>
                      <a:pt x="1036" y="320"/>
                      <a:pt x="1701" y="405"/>
                      <a:pt x="2358" y="566"/>
                    </a:cubicBezTo>
                    <a:cubicBezTo>
                      <a:pt x="3132" y="745"/>
                      <a:pt x="3870" y="1019"/>
                      <a:pt x="4561" y="1388"/>
                    </a:cubicBezTo>
                    <a:cubicBezTo>
                      <a:pt x="5942" y="2102"/>
                      <a:pt x="7121" y="3174"/>
                      <a:pt x="7954" y="4496"/>
                    </a:cubicBezTo>
                    <a:cubicBezTo>
                      <a:pt x="7966" y="4531"/>
                      <a:pt x="7990" y="4555"/>
                      <a:pt x="8026" y="4579"/>
                    </a:cubicBezTo>
                    <a:cubicBezTo>
                      <a:pt x="8066" y="4606"/>
                      <a:pt x="8114" y="4619"/>
                      <a:pt x="8163" y="4619"/>
                    </a:cubicBezTo>
                    <a:cubicBezTo>
                      <a:pt x="8244" y="4619"/>
                      <a:pt x="8326" y="4582"/>
                      <a:pt x="8371" y="4507"/>
                    </a:cubicBezTo>
                    <a:cubicBezTo>
                      <a:pt x="9133" y="3400"/>
                      <a:pt x="9871" y="2293"/>
                      <a:pt x="10859" y="1436"/>
                    </a:cubicBezTo>
                    <a:cubicBezTo>
                      <a:pt x="11359" y="995"/>
                      <a:pt x="11919" y="650"/>
                      <a:pt x="12526" y="400"/>
                    </a:cubicBezTo>
                    <a:cubicBezTo>
                      <a:pt x="13050" y="188"/>
                      <a:pt x="13607" y="79"/>
                      <a:pt x="14162" y="79"/>
                    </a:cubicBezTo>
                    <a:cubicBezTo>
                      <a:pt x="14264" y="79"/>
                      <a:pt x="14366" y="83"/>
                      <a:pt x="14467" y="90"/>
                    </a:cubicBezTo>
                    <a:cubicBezTo>
                      <a:pt x="14189" y="31"/>
                      <a:pt x="13908" y="0"/>
                      <a:pt x="136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184" name="Google Shape;184;p17"/>
          <p:cNvSpPr txBox="1">
            <a:spLocks noGrp="1"/>
          </p:cNvSpPr>
          <p:nvPr>
            <p:ph type="title"/>
          </p:nvPr>
        </p:nvSpPr>
        <p:spPr>
          <a:xfrm>
            <a:off x="828787" y="547745"/>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4"/>
              </a:buClr>
              <a:buSzPts val="3500"/>
              <a:buNone/>
              <a:defRPr>
                <a:solidFill>
                  <a:schemeClr val="accent4"/>
                </a:solidFill>
              </a:defRPr>
            </a:lvl1pPr>
            <a:lvl2pPr lvl="1" rtl="0">
              <a:spcBef>
                <a:spcPts val="0"/>
              </a:spcBef>
              <a:spcAft>
                <a:spcPts val="0"/>
              </a:spcAft>
              <a:buClr>
                <a:schemeClr val="accent4"/>
              </a:buClr>
              <a:buSzPts val="3500"/>
              <a:buNone/>
              <a:defRPr>
                <a:solidFill>
                  <a:schemeClr val="accent4"/>
                </a:solidFill>
              </a:defRPr>
            </a:lvl2pPr>
            <a:lvl3pPr lvl="2" rtl="0">
              <a:spcBef>
                <a:spcPts val="0"/>
              </a:spcBef>
              <a:spcAft>
                <a:spcPts val="0"/>
              </a:spcAft>
              <a:buClr>
                <a:schemeClr val="accent4"/>
              </a:buClr>
              <a:buSzPts val="3500"/>
              <a:buNone/>
              <a:defRPr>
                <a:solidFill>
                  <a:schemeClr val="accent4"/>
                </a:solidFill>
              </a:defRPr>
            </a:lvl3pPr>
            <a:lvl4pPr lvl="3" rtl="0">
              <a:spcBef>
                <a:spcPts val="0"/>
              </a:spcBef>
              <a:spcAft>
                <a:spcPts val="0"/>
              </a:spcAft>
              <a:buClr>
                <a:schemeClr val="accent4"/>
              </a:buClr>
              <a:buSzPts val="3500"/>
              <a:buNone/>
              <a:defRPr>
                <a:solidFill>
                  <a:schemeClr val="accent4"/>
                </a:solidFill>
              </a:defRPr>
            </a:lvl4pPr>
            <a:lvl5pPr lvl="4" rtl="0">
              <a:spcBef>
                <a:spcPts val="0"/>
              </a:spcBef>
              <a:spcAft>
                <a:spcPts val="0"/>
              </a:spcAft>
              <a:buClr>
                <a:schemeClr val="accent4"/>
              </a:buClr>
              <a:buSzPts val="3500"/>
              <a:buNone/>
              <a:defRPr>
                <a:solidFill>
                  <a:schemeClr val="accent4"/>
                </a:solidFill>
              </a:defRPr>
            </a:lvl5pPr>
            <a:lvl6pPr lvl="5" rtl="0">
              <a:spcBef>
                <a:spcPts val="0"/>
              </a:spcBef>
              <a:spcAft>
                <a:spcPts val="0"/>
              </a:spcAft>
              <a:buClr>
                <a:schemeClr val="accent4"/>
              </a:buClr>
              <a:buSzPts val="3500"/>
              <a:buNone/>
              <a:defRPr>
                <a:solidFill>
                  <a:schemeClr val="accent4"/>
                </a:solidFill>
              </a:defRPr>
            </a:lvl6pPr>
            <a:lvl7pPr lvl="6" rtl="0">
              <a:spcBef>
                <a:spcPts val="0"/>
              </a:spcBef>
              <a:spcAft>
                <a:spcPts val="0"/>
              </a:spcAft>
              <a:buClr>
                <a:schemeClr val="accent4"/>
              </a:buClr>
              <a:buSzPts val="3500"/>
              <a:buNone/>
              <a:defRPr>
                <a:solidFill>
                  <a:schemeClr val="accent4"/>
                </a:solidFill>
              </a:defRPr>
            </a:lvl7pPr>
            <a:lvl8pPr lvl="7" rtl="0">
              <a:spcBef>
                <a:spcPts val="0"/>
              </a:spcBef>
              <a:spcAft>
                <a:spcPts val="0"/>
              </a:spcAft>
              <a:buClr>
                <a:schemeClr val="accent4"/>
              </a:buClr>
              <a:buSzPts val="3500"/>
              <a:buNone/>
              <a:defRPr>
                <a:solidFill>
                  <a:schemeClr val="accent4"/>
                </a:solidFill>
              </a:defRPr>
            </a:lvl8pPr>
            <a:lvl9pPr lvl="8" rtl="0">
              <a:spcBef>
                <a:spcPts val="0"/>
              </a:spcBef>
              <a:spcAft>
                <a:spcPts val="0"/>
              </a:spcAft>
              <a:buClr>
                <a:schemeClr val="accent4"/>
              </a:buClr>
              <a:buSzPts val="3500"/>
              <a:buNone/>
              <a:defRPr>
                <a:solidFill>
                  <a:schemeClr val="accent4"/>
                </a:solidFill>
              </a:defRPr>
            </a:lvl9pPr>
          </a:lstStyle>
          <a:p>
            <a:endParaRPr/>
          </a:p>
        </p:txBody>
      </p:sp>
    </p:spTree>
    <p:extLst>
      <p:ext uri="{BB962C8B-B14F-4D97-AF65-F5344CB8AC3E}">
        <p14:creationId xmlns:p14="http://schemas.microsoft.com/office/powerpoint/2010/main" val="6975780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234"/>
        <p:cNvGrpSpPr/>
        <p:nvPr/>
      </p:nvGrpSpPr>
      <p:grpSpPr>
        <a:xfrm>
          <a:off x="0" y="0"/>
          <a:ext cx="0" cy="0"/>
          <a:chOff x="0" y="0"/>
          <a:chExt cx="0" cy="0"/>
        </a:xfrm>
      </p:grpSpPr>
      <p:grpSp>
        <p:nvGrpSpPr>
          <p:cNvPr id="235" name="Google Shape;235;p21"/>
          <p:cNvGrpSpPr/>
          <p:nvPr/>
        </p:nvGrpSpPr>
        <p:grpSpPr>
          <a:xfrm>
            <a:off x="0" y="-1137673"/>
            <a:ext cx="12813621" cy="7985428"/>
            <a:chOff x="0" y="-853255"/>
            <a:chExt cx="9610216" cy="5989071"/>
          </a:xfrm>
        </p:grpSpPr>
        <p:sp>
          <p:nvSpPr>
            <p:cNvPr id="236" name="Google Shape;236;p21"/>
            <p:cNvSpPr/>
            <p:nvPr/>
          </p:nvSpPr>
          <p:spPr>
            <a:xfrm>
              <a:off x="6247854" y="-853255"/>
              <a:ext cx="3362362" cy="2318423"/>
            </a:xfrm>
            <a:custGeom>
              <a:avLst/>
              <a:gdLst/>
              <a:ahLst/>
              <a:cxnLst/>
              <a:rect l="l" t="t" r="r" b="b"/>
              <a:pathLst>
                <a:path w="19289" h="13300" extrusionOk="0">
                  <a:moveTo>
                    <a:pt x="8878" y="1"/>
                  </a:moveTo>
                  <a:cubicBezTo>
                    <a:pt x="8356" y="1"/>
                    <a:pt x="7835" y="75"/>
                    <a:pt x="7335" y="231"/>
                  </a:cubicBezTo>
                  <a:cubicBezTo>
                    <a:pt x="5739" y="720"/>
                    <a:pt x="4406" y="2113"/>
                    <a:pt x="4168" y="3768"/>
                  </a:cubicBezTo>
                  <a:cubicBezTo>
                    <a:pt x="4055" y="3755"/>
                    <a:pt x="3942" y="3749"/>
                    <a:pt x="3828" y="3749"/>
                  </a:cubicBezTo>
                  <a:cubicBezTo>
                    <a:pt x="2402" y="3749"/>
                    <a:pt x="930" y="4697"/>
                    <a:pt x="488" y="6054"/>
                  </a:cubicBezTo>
                  <a:cubicBezTo>
                    <a:pt x="0" y="7518"/>
                    <a:pt x="715" y="9280"/>
                    <a:pt x="2084" y="9983"/>
                  </a:cubicBezTo>
                  <a:cubicBezTo>
                    <a:pt x="2819" y="10350"/>
                    <a:pt x="3658" y="10429"/>
                    <a:pt x="4491" y="10429"/>
                  </a:cubicBezTo>
                  <a:cubicBezTo>
                    <a:pt x="4629" y="10429"/>
                    <a:pt x="4768" y="10427"/>
                    <a:pt x="4906" y="10423"/>
                  </a:cubicBezTo>
                  <a:cubicBezTo>
                    <a:pt x="5370" y="11673"/>
                    <a:pt x="6632" y="12483"/>
                    <a:pt x="7882" y="12923"/>
                  </a:cubicBezTo>
                  <a:cubicBezTo>
                    <a:pt x="8263" y="13054"/>
                    <a:pt x="8656" y="13162"/>
                    <a:pt x="9061" y="13245"/>
                  </a:cubicBezTo>
                  <a:cubicBezTo>
                    <a:pt x="9310" y="13281"/>
                    <a:pt x="9559" y="13299"/>
                    <a:pt x="9806" y="13299"/>
                  </a:cubicBezTo>
                  <a:cubicBezTo>
                    <a:pt x="11495" y="13299"/>
                    <a:pt x="13096" y="12465"/>
                    <a:pt x="14062" y="11042"/>
                  </a:cubicBezTo>
                  <a:cubicBezTo>
                    <a:pt x="14561" y="11269"/>
                    <a:pt x="15095" y="11382"/>
                    <a:pt x="15629" y="11382"/>
                  </a:cubicBezTo>
                  <a:cubicBezTo>
                    <a:pt x="16217" y="11382"/>
                    <a:pt x="16805" y="11245"/>
                    <a:pt x="17348" y="10971"/>
                  </a:cubicBezTo>
                  <a:cubicBezTo>
                    <a:pt x="18372" y="10435"/>
                    <a:pt x="19062" y="9423"/>
                    <a:pt x="19193" y="8268"/>
                  </a:cubicBezTo>
                  <a:cubicBezTo>
                    <a:pt x="19288" y="7137"/>
                    <a:pt x="18729" y="5911"/>
                    <a:pt x="17776" y="5280"/>
                  </a:cubicBezTo>
                  <a:cubicBezTo>
                    <a:pt x="18312" y="4530"/>
                    <a:pt x="18372" y="3541"/>
                    <a:pt x="17931" y="2732"/>
                  </a:cubicBezTo>
                  <a:cubicBezTo>
                    <a:pt x="17467" y="1946"/>
                    <a:pt x="16645" y="1434"/>
                    <a:pt x="15728" y="1363"/>
                  </a:cubicBezTo>
                  <a:cubicBezTo>
                    <a:pt x="15673" y="1359"/>
                    <a:pt x="15617" y="1357"/>
                    <a:pt x="15561" y="1357"/>
                  </a:cubicBezTo>
                  <a:cubicBezTo>
                    <a:pt x="14720" y="1357"/>
                    <a:pt x="13854" y="1770"/>
                    <a:pt x="13240" y="2351"/>
                  </a:cubicBezTo>
                  <a:cubicBezTo>
                    <a:pt x="13169" y="1744"/>
                    <a:pt x="12657" y="1291"/>
                    <a:pt x="12145" y="958"/>
                  </a:cubicBezTo>
                  <a:cubicBezTo>
                    <a:pt x="11172" y="353"/>
                    <a:pt x="10021" y="1"/>
                    <a:pt x="88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7" name="Google Shape;237;p21"/>
            <p:cNvSpPr/>
            <p:nvPr/>
          </p:nvSpPr>
          <p:spPr>
            <a:xfrm>
              <a:off x="0" y="4066275"/>
              <a:ext cx="3479505" cy="1069541"/>
            </a:xfrm>
            <a:custGeom>
              <a:avLst/>
              <a:gdLst/>
              <a:ahLst/>
              <a:cxnLst/>
              <a:rect l="l" t="t" r="r" b="b"/>
              <a:pathLst>
                <a:path w="102716" h="33636" extrusionOk="0">
                  <a:moveTo>
                    <a:pt x="102716" y="33493"/>
                  </a:moveTo>
                  <a:cubicBezTo>
                    <a:pt x="102716" y="33493"/>
                    <a:pt x="93310" y="6549"/>
                    <a:pt x="67914" y="11645"/>
                  </a:cubicBezTo>
                  <a:cubicBezTo>
                    <a:pt x="25420" y="20158"/>
                    <a:pt x="42113" y="4763"/>
                    <a:pt x="0" y="1"/>
                  </a:cubicBezTo>
                  <a:lnTo>
                    <a:pt x="0" y="33433"/>
                  </a:lnTo>
                  <a:cubicBezTo>
                    <a:pt x="0" y="33540"/>
                    <a:pt x="84" y="33636"/>
                    <a:pt x="203" y="33636"/>
                  </a:cubicBezTo>
                  <a:lnTo>
                    <a:pt x="102513" y="33636"/>
                  </a:lnTo>
                  <a:cubicBezTo>
                    <a:pt x="102620" y="33636"/>
                    <a:pt x="102716" y="33540"/>
                    <a:pt x="102716" y="3343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238" name="Google Shape;238;p21"/>
            <p:cNvGrpSpPr/>
            <p:nvPr/>
          </p:nvGrpSpPr>
          <p:grpSpPr>
            <a:xfrm>
              <a:off x="7323639" y="252328"/>
              <a:ext cx="1380624" cy="965482"/>
              <a:chOff x="5537575" y="2349975"/>
              <a:chExt cx="1029625" cy="720025"/>
            </a:xfrm>
          </p:grpSpPr>
          <p:sp>
            <p:nvSpPr>
              <p:cNvPr id="239" name="Google Shape;239;p21"/>
              <p:cNvSpPr/>
              <p:nvPr/>
            </p:nvSpPr>
            <p:spPr>
              <a:xfrm>
                <a:off x="6307925" y="2504475"/>
                <a:ext cx="259275" cy="84325"/>
              </a:xfrm>
              <a:custGeom>
                <a:avLst/>
                <a:gdLst/>
                <a:ahLst/>
                <a:cxnLst/>
                <a:rect l="l" t="t" r="r" b="b"/>
                <a:pathLst>
                  <a:path w="10371" h="3373" extrusionOk="0">
                    <a:moveTo>
                      <a:pt x="954" y="0"/>
                    </a:moveTo>
                    <a:cubicBezTo>
                      <a:pt x="634" y="0"/>
                      <a:pt x="313" y="36"/>
                      <a:pt x="0" y="113"/>
                    </a:cubicBezTo>
                    <a:cubicBezTo>
                      <a:pt x="143" y="100"/>
                      <a:pt x="285" y="94"/>
                      <a:pt x="427" y="94"/>
                    </a:cubicBezTo>
                    <a:cubicBezTo>
                      <a:pt x="1345" y="94"/>
                      <a:pt x="2253" y="358"/>
                      <a:pt x="3036" y="863"/>
                    </a:cubicBezTo>
                    <a:cubicBezTo>
                      <a:pt x="3929" y="1411"/>
                      <a:pt x="4620" y="2244"/>
                      <a:pt x="4977" y="3244"/>
                    </a:cubicBezTo>
                    <a:cubicBezTo>
                      <a:pt x="4989" y="3280"/>
                      <a:pt x="5013" y="3316"/>
                      <a:pt x="5049" y="3339"/>
                    </a:cubicBezTo>
                    <a:cubicBezTo>
                      <a:pt x="5080" y="3362"/>
                      <a:pt x="5117" y="3372"/>
                      <a:pt x="5153" y="3372"/>
                    </a:cubicBezTo>
                    <a:cubicBezTo>
                      <a:pt x="5213" y="3372"/>
                      <a:pt x="5273" y="3344"/>
                      <a:pt x="5310" y="3292"/>
                    </a:cubicBezTo>
                    <a:cubicBezTo>
                      <a:pt x="5906" y="2423"/>
                      <a:pt x="6632" y="1601"/>
                      <a:pt x="7596" y="1232"/>
                    </a:cubicBezTo>
                    <a:cubicBezTo>
                      <a:pt x="7881" y="1121"/>
                      <a:pt x="8182" y="1066"/>
                      <a:pt x="8483" y="1066"/>
                    </a:cubicBezTo>
                    <a:cubicBezTo>
                      <a:pt x="8698" y="1066"/>
                      <a:pt x="8912" y="1094"/>
                      <a:pt x="9120" y="1149"/>
                    </a:cubicBezTo>
                    <a:cubicBezTo>
                      <a:pt x="9644" y="1256"/>
                      <a:pt x="10097" y="1577"/>
                      <a:pt x="10371" y="2042"/>
                    </a:cubicBezTo>
                    <a:cubicBezTo>
                      <a:pt x="10180" y="1530"/>
                      <a:pt x="9692" y="1149"/>
                      <a:pt x="9168" y="970"/>
                    </a:cubicBezTo>
                    <a:cubicBezTo>
                      <a:pt x="8886" y="876"/>
                      <a:pt x="8591" y="828"/>
                      <a:pt x="8295" y="828"/>
                    </a:cubicBezTo>
                    <a:cubicBezTo>
                      <a:pt x="8029" y="828"/>
                      <a:pt x="7761" y="867"/>
                      <a:pt x="7501" y="946"/>
                    </a:cubicBezTo>
                    <a:cubicBezTo>
                      <a:pt x="6965" y="1125"/>
                      <a:pt x="6477" y="1423"/>
                      <a:pt x="6061" y="1804"/>
                    </a:cubicBezTo>
                    <a:cubicBezTo>
                      <a:pt x="5750" y="2104"/>
                      <a:pt x="5462" y="2435"/>
                      <a:pt x="5203" y="2783"/>
                    </a:cubicBezTo>
                    <a:lnTo>
                      <a:pt x="5203" y="2783"/>
                    </a:lnTo>
                    <a:cubicBezTo>
                      <a:pt x="4791" y="1859"/>
                      <a:pt x="4087" y="1093"/>
                      <a:pt x="3191" y="613"/>
                    </a:cubicBezTo>
                    <a:cubicBezTo>
                      <a:pt x="2715" y="339"/>
                      <a:pt x="2179" y="149"/>
                      <a:pt x="1631" y="53"/>
                    </a:cubicBezTo>
                    <a:cubicBezTo>
                      <a:pt x="1409" y="19"/>
                      <a:pt x="1182" y="0"/>
                      <a:pt x="9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0" name="Google Shape;240;p21"/>
              <p:cNvSpPr/>
              <p:nvPr/>
            </p:nvSpPr>
            <p:spPr>
              <a:xfrm>
                <a:off x="6188250" y="2349975"/>
                <a:ext cx="184275" cy="61725"/>
              </a:xfrm>
              <a:custGeom>
                <a:avLst/>
                <a:gdLst/>
                <a:ahLst/>
                <a:cxnLst/>
                <a:rect l="l" t="t" r="r" b="b"/>
                <a:pathLst>
                  <a:path w="7371" h="2469" extrusionOk="0">
                    <a:moveTo>
                      <a:pt x="745" y="1"/>
                    </a:moveTo>
                    <a:cubicBezTo>
                      <a:pt x="497" y="1"/>
                      <a:pt x="247" y="30"/>
                      <a:pt x="1" y="90"/>
                    </a:cubicBezTo>
                    <a:cubicBezTo>
                      <a:pt x="58" y="87"/>
                      <a:pt x="116" y="86"/>
                      <a:pt x="173" y="86"/>
                    </a:cubicBezTo>
                    <a:cubicBezTo>
                      <a:pt x="875" y="86"/>
                      <a:pt x="1561" y="288"/>
                      <a:pt x="2156" y="673"/>
                    </a:cubicBezTo>
                    <a:cubicBezTo>
                      <a:pt x="2775" y="1054"/>
                      <a:pt x="3239" y="1649"/>
                      <a:pt x="3489" y="2340"/>
                    </a:cubicBezTo>
                    <a:cubicBezTo>
                      <a:pt x="3501" y="2376"/>
                      <a:pt x="3525" y="2411"/>
                      <a:pt x="3561" y="2435"/>
                    </a:cubicBezTo>
                    <a:cubicBezTo>
                      <a:pt x="3597" y="2458"/>
                      <a:pt x="3636" y="2468"/>
                      <a:pt x="3674" y="2468"/>
                    </a:cubicBezTo>
                    <a:cubicBezTo>
                      <a:pt x="3738" y="2468"/>
                      <a:pt x="3798" y="2439"/>
                      <a:pt x="3835" y="2388"/>
                    </a:cubicBezTo>
                    <a:cubicBezTo>
                      <a:pt x="4251" y="1768"/>
                      <a:pt x="4752" y="1197"/>
                      <a:pt x="5430" y="935"/>
                    </a:cubicBezTo>
                    <a:cubicBezTo>
                      <a:pt x="5634" y="855"/>
                      <a:pt x="5851" y="815"/>
                      <a:pt x="6068" y="815"/>
                    </a:cubicBezTo>
                    <a:cubicBezTo>
                      <a:pt x="6206" y="815"/>
                      <a:pt x="6344" y="831"/>
                      <a:pt x="6478" y="864"/>
                    </a:cubicBezTo>
                    <a:cubicBezTo>
                      <a:pt x="6847" y="923"/>
                      <a:pt x="7169" y="1149"/>
                      <a:pt x="7371" y="1471"/>
                    </a:cubicBezTo>
                    <a:cubicBezTo>
                      <a:pt x="7216" y="1090"/>
                      <a:pt x="6907" y="804"/>
                      <a:pt x="6526" y="673"/>
                    </a:cubicBezTo>
                    <a:cubicBezTo>
                      <a:pt x="6315" y="603"/>
                      <a:pt x="6098" y="567"/>
                      <a:pt x="5881" y="567"/>
                    </a:cubicBezTo>
                    <a:cubicBezTo>
                      <a:pt x="5693" y="567"/>
                      <a:pt x="5505" y="594"/>
                      <a:pt x="5323" y="649"/>
                    </a:cubicBezTo>
                    <a:cubicBezTo>
                      <a:pt x="4930" y="768"/>
                      <a:pt x="4573" y="983"/>
                      <a:pt x="4275" y="1256"/>
                    </a:cubicBezTo>
                    <a:cubicBezTo>
                      <a:pt x="4073" y="1451"/>
                      <a:pt x="3882" y="1663"/>
                      <a:pt x="3712" y="1884"/>
                    </a:cubicBezTo>
                    <a:lnTo>
                      <a:pt x="3712" y="1884"/>
                    </a:lnTo>
                    <a:cubicBezTo>
                      <a:pt x="3412" y="1256"/>
                      <a:pt x="2921" y="737"/>
                      <a:pt x="2299" y="411"/>
                    </a:cubicBezTo>
                    <a:cubicBezTo>
                      <a:pt x="1825" y="141"/>
                      <a:pt x="1289" y="1"/>
                      <a:pt x="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1" name="Google Shape;241;p21"/>
              <p:cNvSpPr/>
              <p:nvPr/>
            </p:nvSpPr>
            <p:spPr>
              <a:xfrm>
                <a:off x="6051350" y="2681125"/>
                <a:ext cx="252125" cy="106650"/>
              </a:xfrm>
              <a:custGeom>
                <a:avLst/>
                <a:gdLst/>
                <a:ahLst/>
                <a:cxnLst/>
                <a:rect l="l" t="t" r="r" b="b"/>
                <a:pathLst>
                  <a:path w="10085" h="4266" extrusionOk="0">
                    <a:moveTo>
                      <a:pt x="0" y="0"/>
                    </a:moveTo>
                    <a:cubicBezTo>
                      <a:pt x="1107" y="214"/>
                      <a:pt x="2143" y="714"/>
                      <a:pt x="3000" y="1465"/>
                    </a:cubicBezTo>
                    <a:cubicBezTo>
                      <a:pt x="3846" y="2167"/>
                      <a:pt x="4489" y="3096"/>
                      <a:pt x="4870" y="4143"/>
                    </a:cubicBezTo>
                    <a:cubicBezTo>
                      <a:pt x="4892" y="4219"/>
                      <a:pt x="4967" y="4266"/>
                      <a:pt x="5047" y="4266"/>
                    </a:cubicBezTo>
                    <a:cubicBezTo>
                      <a:pt x="5093" y="4266"/>
                      <a:pt x="5140" y="4250"/>
                      <a:pt x="5179" y="4215"/>
                    </a:cubicBezTo>
                    <a:cubicBezTo>
                      <a:pt x="5870" y="3560"/>
                      <a:pt x="6560" y="2905"/>
                      <a:pt x="7382" y="2465"/>
                    </a:cubicBezTo>
                    <a:cubicBezTo>
                      <a:pt x="7787" y="2238"/>
                      <a:pt x="8227" y="2084"/>
                      <a:pt x="8692" y="2000"/>
                    </a:cubicBezTo>
                    <a:cubicBezTo>
                      <a:pt x="8857" y="1971"/>
                      <a:pt x="9024" y="1956"/>
                      <a:pt x="9191" y="1956"/>
                    </a:cubicBezTo>
                    <a:cubicBezTo>
                      <a:pt x="9492" y="1956"/>
                      <a:pt x="9793" y="2004"/>
                      <a:pt x="10085" y="2096"/>
                    </a:cubicBezTo>
                    <a:cubicBezTo>
                      <a:pt x="9719" y="1917"/>
                      <a:pt x="9320" y="1822"/>
                      <a:pt x="8915" y="1822"/>
                    </a:cubicBezTo>
                    <a:cubicBezTo>
                      <a:pt x="8833" y="1822"/>
                      <a:pt x="8750" y="1826"/>
                      <a:pt x="8668" y="1834"/>
                    </a:cubicBezTo>
                    <a:cubicBezTo>
                      <a:pt x="8180" y="1869"/>
                      <a:pt x="7703" y="2000"/>
                      <a:pt x="7251" y="2215"/>
                    </a:cubicBezTo>
                    <a:cubicBezTo>
                      <a:pt x="6446" y="2580"/>
                      <a:pt x="5767" y="3157"/>
                      <a:pt x="5126" y="3739"/>
                    </a:cubicBezTo>
                    <a:lnTo>
                      <a:pt x="5126" y="3739"/>
                    </a:lnTo>
                    <a:cubicBezTo>
                      <a:pt x="4728" y="2734"/>
                      <a:pt x="4066" y="1858"/>
                      <a:pt x="3203" y="1203"/>
                    </a:cubicBezTo>
                    <a:cubicBezTo>
                      <a:pt x="2739" y="845"/>
                      <a:pt x="2227" y="560"/>
                      <a:pt x="1679" y="345"/>
                    </a:cubicBezTo>
                    <a:cubicBezTo>
                      <a:pt x="1143" y="143"/>
                      <a:pt x="583" y="24"/>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2" name="Google Shape;242;p21"/>
              <p:cNvSpPr/>
              <p:nvPr/>
            </p:nvSpPr>
            <p:spPr>
              <a:xfrm>
                <a:off x="5537575" y="2954500"/>
                <a:ext cx="361675" cy="115500"/>
              </a:xfrm>
              <a:custGeom>
                <a:avLst/>
                <a:gdLst/>
                <a:ahLst/>
                <a:cxnLst/>
                <a:rect l="l" t="t" r="r" b="b"/>
                <a:pathLst>
                  <a:path w="14467" h="4620" extrusionOk="0">
                    <a:moveTo>
                      <a:pt x="13626" y="0"/>
                    </a:moveTo>
                    <a:cubicBezTo>
                      <a:pt x="13232" y="0"/>
                      <a:pt x="12837" y="60"/>
                      <a:pt x="12455" y="185"/>
                    </a:cubicBezTo>
                    <a:cubicBezTo>
                      <a:pt x="11788" y="388"/>
                      <a:pt x="11169" y="709"/>
                      <a:pt x="10621" y="1138"/>
                    </a:cubicBezTo>
                    <a:cubicBezTo>
                      <a:pt x="9630" y="1903"/>
                      <a:pt x="8872" y="2903"/>
                      <a:pt x="8172" y="3907"/>
                    </a:cubicBezTo>
                    <a:lnTo>
                      <a:pt x="8172" y="3907"/>
                    </a:lnTo>
                    <a:cubicBezTo>
                      <a:pt x="7315" y="2644"/>
                      <a:pt x="6134" y="1644"/>
                      <a:pt x="4751" y="1007"/>
                    </a:cubicBezTo>
                    <a:cubicBezTo>
                      <a:pt x="4001" y="662"/>
                      <a:pt x="3216" y="424"/>
                      <a:pt x="2418" y="305"/>
                    </a:cubicBezTo>
                    <a:cubicBezTo>
                      <a:pt x="2031" y="248"/>
                      <a:pt x="1645" y="218"/>
                      <a:pt x="1260" y="218"/>
                    </a:cubicBezTo>
                    <a:cubicBezTo>
                      <a:pt x="838" y="218"/>
                      <a:pt x="418" y="254"/>
                      <a:pt x="1" y="328"/>
                    </a:cubicBezTo>
                    <a:cubicBezTo>
                      <a:pt x="121" y="323"/>
                      <a:pt x="242" y="320"/>
                      <a:pt x="362" y="320"/>
                    </a:cubicBezTo>
                    <a:cubicBezTo>
                      <a:pt x="1036" y="320"/>
                      <a:pt x="1701" y="405"/>
                      <a:pt x="2358" y="566"/>
                    </a:cubicBezTo>
                    <a:cubicBezTo>
                      <a:pt x="3132" y="745"/>
                      <a:pt x="3870" y="1019"/>
                      <a:pt x="4561" y="1388"/>
                    </a:cubicBezTo>
                    <a:cubicBezTo>
                      <a:pt x="5942" y="2102"/>
                      <a:pt x="7121" y="3174"/>
                      <a:pt x="7954" y="4496"/>
                    </a:cubicBezTo>
                    <a:cubicBezTo>
                      <a:pt x="7966" y="4531"/>
                      <a:pt x="7990" y="4555"/>
                      <a:pt x="8026" y="4579"/>
                    </a:cubicBezTo>
                    <a:cubicBezTo>
                      <a:pt x="8066" y="4606"/>
                      <a:pt x="8114" y="4619"/>
                      <a:pt x="8163" y="4619"/>
                    </a:cubicBezTo>
                    <a:cubicBezTo>
                      <a:pt x="8244" y="4619"/>
                      <a:pt x="8326" y="4582"/>
                      <a:pt x="8371" y="4507"/>
                    </a:cubicBezTo>
                    <a:cubicBezTo>
                      <a:pt x="9133" y="3400"/>
                      <a:pt x="9871" y="2293"/>
                      <a:pt x="10859" y="1436"/>
                    </a:cubicBezTo>
                    <a:cubicBezTo>
                      <a:pt x="11359" y="995"/>
                      <a:pt x="11919" y="650"/>
                      <a:pt x="12526" y="400"/>
                    </a:cubicBezTo>
                    <a:cubicBezTo>
                      <a:pt x="13050" y="188"/>
                      <a:pt x="13607" y="79"/>
                      <a:pt x="14162" y="79"/>
                    </a:cubicBezTo>
                    <a:cubicBezTo>
                      <a:pt x="14264" y="79"/>
                      <a:pt x="14366" y="83"/>
                      <a:pt x="14467" y="90"/>
                    </a:cubicBezTo>
                    <a:cubicBezTo>
                      <a:pt x="14189" y="31"/>
                      <a:pt x="13908" y="0"/>
                      <a:pt x="136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243" name="Google Shape;243;p21"/>
          <p:cNvSpPr txBox="1">
            <a:spLocks noGrp="1"/>
          </p:cNvSpPr>
          <p:nvPr>
            <p:ph type="title"/>
          </p:nvPr>
        </p:nvSpPr>
        <p:spPr>
          <a:xfrm>
            <a:off x="828787" y="547745"/>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4"/>
              </a:buClr>
              <a:buSzPts val="3500"/>
              <a:buNone/>
              <a:defRPr>
                <a:solidFill>
                  <a:schemeClr val="accent4"/>
                </a:solidFill>
              </a:defRPr>
            </a:lvl1pPr>
            <a:lvl2pPr lvl="1" rtl="0">
              <a:spcBef>
                <a:spcPts val="0"/>
              </a:spcBef>
              <a:spcAft>
                <a:spcPts val="0"/>
              </a:spcAft>
              <a:buClr>
                <a:schemeClr val="accent4"/>
              </a:buClr>
              <a:buSzPts val="3500"/>
              <a:buNone/>
              <a:defRPr>
                <a:solidFill>
                  <a:schemeClr val="accent4"/>
                </a:solidFill>
              </a:defRPr>
            </a:lvl2pPr>
            <a:lvl3pPr lvl="2" rtl="0">
              <a:spcBef>
                <a:spcPts val="0"/>
              </a:spcBef>
              <a:spcAft>
                <a:spcPts val="0"/>
              </a:spcAft>
              <a:buClr>
                <a:schemeClr val="accent4"/>
              </a:buClr>
              <a:buSzPts val="3500"/>
              <a:buNone/>
              <a:defRPr>
                <a:solidFill>
                  <a:schemeClr val="accent4"/>
                </a:solidFill>
              </a:defRPr>
            </a:lvl3pPr>
            <a:lvl4pPr lvl="3" rtl="0">
              <a:spcBef>
                <a:spcPts val="0"/>
              </a:spcBef>
              <a:spcAft>
                <a:spcPts val="0"/>
              </a:spcAft>
              <a:buClr>
                <a:schemeClr val="accent4"/>
              </a:buClr>
              <a:buSzPts val="3500"/>
              <a:buNone/>
              <a:defRPr>
                <a:solidFill>
                  <a:schemeClr val="accent4"/>
                </a:solidFill>
              </a:defRPr>
            </a:lvl4pPr>
            <a:lvl5pPr lvl="4" rtl="0">
              <a:spcBef>
                <a:spcPts val="0"/>
              </a:spcBef>
              <a:spcAft>
                <a:spcPts val="0"/>
              </a:spcAft>
              <a:buClr>
                <a:schemeClr val="accent4"/>
              </a:buClr>
              <a:buSzPts val="3500"/>
              <a:buNone/>
              <a:defRPr>
                <a:solidFill>
                  <a:schemeClr val="accent4"/>
                </a:solidFill>
              </a:defRPr>
            </a:lvl5pPr>
            <a:lvl6pPr lvl="5" rtl="0">
              <a:spcBef>
                <a:spcPts val="0"/>
              </a:spcBef>
              <a:spcAft>
                <a:spcPts val="0"/>
              </a:spcAft>
              <a:buClr>
                <a:schemeClr val="accent4"/>
              </a:buClr>
              <a:buSzPts val="3500"/>
              <a:buNone/>
              <a:defRPr>
                <a:solidFill>
                  <a:schemeClr val="accent4"/>
                </a:solidFill>
              </a:defRPr>
            </a:lvl6pPr>
            <a:lvl7pPr lvl="6" rtl="0">
              <a:spcBef>
                <a:spcPts val="0"/>
              </a:spcBef>
              <a:spcAft>
                <a:spcPts val="0"/>
              </a:spcAft>
              <a:buClr>
                <a:schemeClr val="accent4"/>
              </a:buClr>
              <a:buSzPts val="3500"/>
              <a:buNone/>
              <a:defRPr>
                <a:solidFill>
                  <a:schemeClr val="accent4"/>
                </a:solidFill>
              </a:defRPr>
            </a:lvl7pPr>
            <a:lvl8pPr lvl="7" rtl="0">
              <a:spcBef>
                <a:spcPts val="0"/>
              </a:spcBef>
              <a:spcAft>
                <a:spcPts val="0"/>
              </a:spcAft>
              <a:buClr>
                <a:schemeClr val="accent4"/>
              </a:buClr>
              <a:buSzPts val="3500"/>
              <a:buNone/>
              <a:defRPr>
                <a:solidFill>
                  <a:schemeClr val="accent4"/>
                </a:solidFill>
              </a:defRPr>
            </a:lvl8pPr>
            <a:lvl9pPr lvl="8" rtl="0">
              <a:spcBef>
                <a:spcPts val="0"/>
              </a:spcBef>
              <a:spcAft>
                <a:spcPts val="0"/>
              </a:spcAft>
              <a:buClr>
                <a:schemeClr val="accent4"/>
              </a:buClr>
              <a:buSzPts val="3500"/>
              <a:buNone/>
              <a:defRPr>
                <a:solidFill>
                  <a:schemeClr val="accent4"/>
                </a:solidFill>
              </a:defRPr>
            </a:lvl9pPr>
          </a:lstStyle>
          <a:p>
            <a:endParaRPr/>
          </a:p>
        </p:txBody>
      </p:sp>
      <p:sp>
        <p:nvSpPr>
          <p:cNvPr id="244" name="Google Shape;244;p21"/>
          <p:cNvSpPr txBox="1">
            <a:spLocks noGrp="1"/>
          </p:cNvSpPr>
          <p:nvPr>
            <p:ph type="title" idx="2"/>
          </p:nvPr>
        </p:nvSpPr>
        <p:spPr>
          <a:xfrm>
            <a:off x="4466016" y="1919700"/>
            <a:ext cx="31104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4"/>
              </a:buClr>
              <a:buSzPts val="2500"/>
              <a:buNone/>
              <a:defRPr sz="3333" b="1">
                <a:solidFill>
                  <a:schemeClr val="accent4"/>
                </a:solidFill>
              </a:defRPr>
            </a:lvl1pPr>
            <a:lvl2pPr lvl="1" rtl="0">
              <a:spcBef>
                <a:spcPts val="0"/>
              </a:spcBef>
              <a:spcAft>
                <a:spcPts val="0"/>
              </a:spcAft>
              <a:buClr>
                <a:schemeClr val="accent4"/>
              </a:buClr>
              <a:buSzPts val="2500"/>
              <a:buNone/>
              <a:defRPr sz="3333">
                <a:solidFill>
                  <a:schemeClr val="accent4"/>
                </a:solidFill>
              </a:defRPr>
            </a:lvl2pPr>
            <a:lvl3pPr lvl="2" rtl="0">
              <a:spcBef>
                <a:spcPts val="0"/>
              </a:spcBef>
              <a:spcAft>
                <a:spcPts val="0"/>
              </a:spcAft>
              <a:buClr>
                <a:schemeClr val="accent4"/>
              </a:buClr>
              <a:buSzPts val="2500"/>
              <a:buNone/>
              <a:defRPr sz="3333">
                <a:solidFill>
                  <a:schemeClr val="accent4"/>
                </a:solidFill>
              </a:defRPr>
            </a:lvl3pPr>
            <a:lvl4pPr lvl="3" rtl="0">
              <a:spcBef>
                <a:spcPts val="0"/>
              </a:spcBef>
              <a:spcAft>
                <a:spcPts val="0"/>
              </a:spcAft>
              <a:buClr>
                <a:schemeClr val="accent4"/>
              </a:buClr>
              <a:buSzPts val="2500"/>
              <a:buNone/>
              <a:defRPr sz="3333">
                <a:solidFill>
                  <a:schemeClr val="accent4"/>
                </a:solidFill>
              </a:defRPr>
            </a:lvl4pPr>
            <a:lvl5pPr lvl="4" rtl="0">
              <a:spcBef>
                <a:spcPts val="0"/>
              </a:spcBef>
              <a:spcAft>
                <a:spcPts val="0"/>
              </a:spcAft>
              <a:buClr>
                <a:schemeClr val="accent4"/>
              </a:buClr>
              <a:buSzPts val="2500"/>
              <a:buNone/>
              <a:defRPr sz="3333">
                <a:solidFill>
                  <a:schemeClr val="accent4"/>
                </a:solidFill>
              </a:defRPr>
            </a:lvl5pPr>
            <a:lvl6pPr lvl="5" rtl="0">
              <a:spcBef>
                <a:spcPts val="0"/>
              </a:spcBef>
              <a:spcAft>
                <a:spcPts val="0"/>
              </a:spcAft>
              <a:buClr>
                <a:schemeClr val="accent4"/>
              </a:buClr>
              <a:buSzPts val="2500"/>
              <a:buNone/>
              <a:defRPr sz="3333">
                <a:solidFill>
                  <a:schemeClr val="accent4"/>
                </a:solidFill>
              </a:defRPr>
            </a:lvl6pPr>
            <a:lvl7pPr lvl="6" rtl="0">
              <a:spcBef>
                <a:spcPts val="0"/>
              </a:spcBef>
              <a:spcAft>
                <a:spcPts val="0"/>
              </a:spcAft>
              <a:buClr>
                <a:schemeClr val="accent4"/>
              </a:buClr>
              <a:buSzPts val="2500"/>
              <a:buNone/>
              <a:defRPr sz="3333">
                <a:solidFill>
                  <a:schemeClr val="accent4"/>
                </a:solidFill>
              </a:defRPr>
            </a:lvl7pPr>
            <a:lvl8pPr lvl="7" rtl="0">
              <a:spcBef>
                <a:spcPts val="0"/>
              </a:spcBef>
              <a:spcAft>
                <a:spcPts val="0"/>
              </a:spcAft>
              <a:buClr>
                <a:schemeClr val="accent4"/>
              </a:buClr>
              <a:buSzPts val="2500"/>
              <a:buNone/>
              <a:defRPr sz="3333">
                <a:solidFill>
                  <a:schemeClr val="accent4"/>
                </a:solidFill>
              </a:defRPr>
            </a:lvl8pPr>
            <a:lvl9pPr lvl="8" rtl="0">
              <a:spcBef>
                <a:spcPts val="0"/>
              </a:spcBef>
              <a:spcAft>
                <a:spcPts val="0"/>
              </a:spcAft>
              <a:buClr>
                <a:schemeClr val="accent4"/>
              </a:buClr>
              <a:buSzPts val="2500"/>
              <a:buNone/>
              <a:defRPr sz="3333">
                <a:solidFill>
                  <a:schemeClr val="accent4"/>
                </a:solidFill>
              </a:defRPr>
            </a:lvl9pPr>
          </a:lstStyle>
          <a:p>
            <a:endParaRPr/>
          </a:p>
        </p:txBody>
      </p:sp>
      <p:sp>
        <p:nvSpPr>
          <p:cNvPr id="245" name="Google Shape;245;p21"/>
          <p:cNvSpPr txBox="1">
            <a:spLocks noGrp="1"/>
          </p:cNvSpPr>
          <p:nvPr>
            <p:ph type="title" idx="3"/>
          </p:nvPr>
        </p:nvSpPr>
        <p:spPr>
          <a:xfrm>
            <a:off x="4466016" y="2526900"/>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Inika"/>
              <a:buNone/>
              <a:defRPr sz="1867" b="0">
                <a:solidFill>
                  <a:schemeClr val="dk2"/>
                </a:solidFill>
                <a:latin typeface="Bitter"/>
                <a:ea typeface="Bitter"/>
                <a:cs typeface="Bitter"/>
                <a:sym typeface="Bitter"/>
              </a:defRPr>
            </a:lvl1pPr>
            <a:lvl2pPr lvl="1" rtl="0">
              <a:spcBef>
                <a:spcPts val="0"/>
              </a:spcBef>
              <a:spcAft>
                <a:spcPts val="0"/>
              </a:spcAft>
              <a:buSzPts val="1400"/>
              <a:buFont typeface="Inika"/>
              <a:buNone/>
              <a:defRPr sz="1867" b="0">
                <a:latin typeface="Inika"/>
                <a:ea typeface="Inika"/>
                <a:cs typeface="Inika"/>
                <a:sym typeface="Inika"/>
              </a:defRPr>
            </a:lvl2pPr>
            <a:lvl3pPr lvl="2" rtl="0">
              <a:spcBef>
                <a:spcPts val="0"/>
              </a:spcBef>
              <a:spcAft>
                <a:spcPts val="0"/>
              </a:spcAft>
              <a:buSzPts val="1400"/>
              <a:buFont typeface="Inika"/>
              <a:buNone/>
              <a:defRPr sz="1867" b="0">
                <a:latin typeface="Inika"/>
                <a:ea typeface="Inika"/>
                <a:cs typeface="Inika"/>
                <a:sym typeface="Inika"/>
              </a:defRPr>
            </a:lvl3pPr>
            <a:lvl4pPr lvl="3" rtl="0">
              <a:spcBef>
                <a:spcPts val="0"/>
              </a:spcBef>
              <a:spcAft>
                <a:spcPts val="0"/>
              </a:spcAft>
              <a:buSzPts val="1400"/>
              <a:buFont typeface="Inika"/>
              <a:buNone/>
              <a:defRPr sz="1867" b="0">
                <a:latin typeface="Inika"/>
                <a:ea typeface="Inika"/>
                <a:cs typeface="Inika"/>
                <a:sym typeface="Inika"/>
              </a:defRPr>
            </a:lvl4pPr>
            <a:lvl5pPr lvl="4" rtl="0">
              <a:spcBef>
                <a:spcPts val="0"/>
              </a:spcBef>
              <a:spcAft>
                <a:spcPts val="0"/>
              </a:spcAft>
              <a:buSzPts val="1400"/>
              <a:buFont typeface="Inika"/>
              <a:buNone/>
              <a:defRPr sz="1867" b="0">
                <a:latin typeface="Inika"/>
                <a:ea typeface="Inika"/>
                <a:cs typeface="Inika"/>
                <a:sym typeface="Inika"/>
              </a:defRPr>
            </a:lvl5pPr>
            <a:lvl6pPr lvl="5" rtl="0">
              <a:spcBef>
                <a:spcPts val="0"/>
              </a:spcBef>
              <a:spcAft>
                <a:spcPts val="0"/>
              </a:spcAft>
              <a:buSzPts val="1400"/>
              <a:buFont typeface="Inika"/>
              <a:buNone/>
              <a:defRPr sz="1867" b="0">
                <a:latin typeface="Inika"/>
                <a:ea typeface="Inika"/>
                <a:cs typeface="Inika"/>
                <a:sym typeface="Inika"/>
              </a:defRPr>
            </a:lvl6pPr>
            <a:lvl7pPr lvl="6" rtl="0">
              <a:spcBef>
                <a:spcPts val="0"/>
              </a:spcBef>
              <a:spcAft>
                <a:spcPts val="0"/>
              </a:spcAft>
              <a:buSzPts val="1400"/>
              <a:buFont typeface="Inika"/>
              <a:buNone/>
              <a:defRPr sz="1867" b="0">
                <a:latin typeface="Inika"/>
                <a:ea typeface="Inika"/>
                <a:cs typeface="Inika"/>
                <a:sym typeface="Inika"/>
              </a:defRPr>
            </a:lvl7pPr>
            <a:lvl8pPr lvl="7" rtl="0">
              <a:spcBef>
                <a:spcPts val="0"/>
              </a:spcBef>
              <a:spcAft>
                <a:spcPts val="0"/>
              </a:spcAft>
              <a:buSzPts val="1400"/>
              <a:buFont typeface="Inika"/>
              <a:buNone/>
              <a:defRPr sz="1867" b="0">
                <a:latin typeface="Inika"/>
                <a:ea typeface="Inika"/>
                <a:cs typeface="Inika"/>
                <a:sym typeface="Inika"/>
              </a:defRPr>
            </a:lvl8pPr>
            <a:lvl9pPr lvl="8" rtl="0">
              <a:spcBef>
                <a:spcPts val="0"/>
              </a:spcBef>
              <a:spcAft>
                <a:spcPts val="0"/>
              </a:spcAft>
              <a:buSzPts val="1400"/>
              <a:buFont typeface="Inika"/>
              <a:buNone/>
              <a:defRPr sz="1867" b="0">
                <a:latin typeface="Inika"/>
                <a:ea typeface="Inika"/>
                <a:cs typeface="Inika"/>
                <a:sym typeface="Inika"/>
              </a:defRPr>
            </a:lvl9pPr>
          </a:lstStyle>
          <a:p>
            <a:endParaRPr/>
          </a:p>
        </p:txBody>
      </p:sp>
      <p:sp>
        <p:nvSpPr>
          <p:cNvPr id="246" name="Google Shape;246;p21"/>
          <p:cNvSpPr txBox="1">
            <a:spLocks noGrp="1"/>
          </p:cNvSpPr>
          <p:nvPr>
            <p:ph type="title" idx="4"/>
          </p:nvPr>
        </p:nvSpPr>
        <p:spPr>
          <a:xfrm>
            <a:off x="969600" y="1919700"/>
            <a:ext cx="31104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4"/>
              </a:buClr>
              <a:buSzPts val="2500"/>
              <a:buNone/>
              <a:defRPr sz="3333" b="1">
                <a:solidFill>
                  <a:schemeClr val="accent4"/>
                </a:solidFill>
              </a:defRPr>
            </a:lvl1pPr>
            <a:lvl2pPr lvl="1" rtl="0">
              <a:spcBef>
                <a:spcPts val="0"/>
              </a:spcBef>
              <a:spcAft>
                <a:spcPts val="0"/>
              </a:spcAft>
              <a:buClr>
                <a:schemeClr val="accent4"/>
              </a:buClr>
              <a:buSzPts val="2500"/>
              <a:buNone/>
              <a:defRPr sz="3333">
                <a:solidFill>
                  <a:schemeClr val="accent4"/>
                </a:solidFill>
              </a:defRPr>
            </a:lvl2pPr>
            <a:lvl3pPr lvl="2" rtl="0">
              <a:spcBef>
                <a:spcPts val="0"/>
              </a:spcBef>
              <a:spcAft>
                <a:spcPts val="0"/>
              </a:spcAft>
              <a:buClr>
                <a:schemeClr val="accent4"/>
              </a:buClr>
              <a:buSzPts val="2500"/>
              <a:buNone/>
              <a:defRPr sz="3333">
                <a:solidFill>
                  <a:schemeClr val="accent4"/>
                </a:solidFill>
              </a:defRPr>
            </a:lvl3pPr>
            <a:lvl4pPr lvl="3" rtl="0">
              <a:spcBef>
                <a:spcPts val="0"/>
              </a:spcBef>
              <a:spcAft>
                <a:spcPts val="0"/>
              </a:spcAft>
              <a:buClr>
                <a:schemeClr val="accent4"/>
              </a:buClr>
              <a:buSzPts val="2500"/>
              <a:buNone/>
              <a:defRPr sz="3333">
                <a:solidFill>
                  <a:schemeClr val="accent4"/>
                </a:solidFill>
              </a:defRPr>
            </a:lvl4pPr>
            <a:lvl5pPr lvl="4" rtl="0">
              <a:spcBef>
                <a:spcPts val="0"/>
              </a:spcBef>
              <a:spcAft>
                <a:spcPts val="0"/>
              </a:spcAft>
              <a:buClr>
                <a:schemeClr val="accent4"/>
              </a:buClr>
              <a:buSzPts val="2500"/>
              <a:buNone/>
              <a:defRPr sz="3333">
                <a:solidFill>
                  <a:schemeClr val="accent4"/>
                </a:solidFill>
              </a:defRPr>
            </a:lvl5pPr>
            <a:lvl6pPr lvl="5" rtl="0">
              <a:spcBef>
                <a:spcPts val="0"/>
              </a:spcBef>
              <a:spcAft>
                <a:spcPts val="0"/>
              </a:spcAft>
              <a:buClr>
                <a:schemeClr val="accent4"/>
              </a:buClr>
              <a:buSzPts val="2500"/>
              <a:buNone/>
              <a:defRPr sz="3333">
                <a:solidFill>
                  <a:schemeClr val="accent4"/>
                </a:solidFill>
              </a:defRPr>
            </a:lvl6pPr>
            <a:lvl7pPr lvl="6" rtl="0">
              <a:spcBef>
                <a:spcPts val="0"/>
              </a:spcBef>
              <a:spcAft>
                <a:spcPts val="0"/>
              </a:spcAft>
              <a:buClr>
                <a:schemeClr val="accent4"/>
              </a:buClr>
              <a:buSzPts val="2500"/>
              <a:buNone/>
              <a:defRPr sz="3333">
                <a:solidFill>
                  <a:schemeClr val="accent4"/>
                </a:solidFill>
              </a:defRPr>
            </a:lvl7pPr>
            <a:lvl8pPr lvl="7" rtl="0">
              <a:spcBef>
                <a:spcPts val="0"/>
              </a:spcBef>
              <a:spcAft>
                <a:spcPts val="0"/>
              </a:spcAft>
              <a:buClr>
                <a:schemeClr val="accent4"/>
              </a:buClr>
              <a:buSzPts val="2500"/>
              <a:buNone/>
              <a:defRPr sz="3333">
                <a:solidFill>
                  <a:schemeClr val="accent4"/>
                </a:solidFill>
              </a:defRPr>
            </a:lvl8pPr>
            <a:lvl9pPr lvl="8" rtl="0">
              <a:spcBef>
                <a:spcPts val="0"/>
              </a:spcBef>
              <a:spcAft>
                <a:spcPts val="0"/>
              </a:spcAft>
              <a:buClr>
                <a:schemeClr val="accent4"/>
              </a:buClr>
              <a:buSzPts val="2500"/>
              <a:buNone/>
              <a:defRPr sz="3333">
                <a:solidFill>
                  <a:schemeClr val="accent4"/>
                </a:solidFill>
              </a:defRPr>
            </a:lvl9pPr>
          </a:lstStyle>
          <a:p>
            <a:endParaRPr/>
          </a:p>
        </p:txBody>
      </p:sp>
      <p:sp>
        <p:nvSpPr>
          <p:cNvPr id="247" name="Google Shape;247;p21"/>
          <p:cNvSpPr txBox="1">
            <a:spLocks noGrp="1"/>
          </p:cNvSpPr>
          <p:nvPr>
            <p:ph type="title" idx="5"/>
          </p:nvPr>
        </p:nvSpPr>
        <p:spPr>
          <a:xfrm>
            <a:off x="969600" y="2526900"/>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Inika"/>
              <a:buNone/>
              <a:defRPr sz="1867" b="0">
                <a:solidFill>
                  <a:schemeClr val="dk2"/>
                </a:solidFill>
                <a:latin typeface="Bitter"/>
                <a:ea typeface="Bitter"/>
                <a:cs typeface="Bitter"/>
                <a:sym typeface="Bitter"/>
              </a:defRPr>
            </a:lvl1pPr>
            <a:lvl2pPr lvl="1" rtl="0">
              <a:spcBef>
                <a:spcPts val="0"/>
              </a:spcBef>
              <a:spcAft>
                <a:spcPts val="0"/>
              </a:spcAft>
              <a:buSzPts val="1400"/>
              <a:buFont typeface="Inika"/>
              <a:buNone/>
              <a:defRPr sz="1867" b="0">
                <a:latin typeface="Inika"/>
                <a:ea typeface="Inika"/>
                <a:cs typeface="Inika"/>
                <a:sym typeface="Inika"/>
              </a:defRPr>
            </a:lvl2pPr>
            <a:lvl3pPr lvl="2" rtl="0">
              <a:spcBef>
                <a:spcPts val="0"/>
              </a:spcBef>
              <a:spcAft>
                <a:spcPts val="0"/>
              </a:spcAft>
              <a:buSzPts val="1400"/>
              <a:buFont typeface="Inika"/>
              <a:buNone/>
              <a:defRPr sz="1867" b="0">
                <a:latin typeface="Inika"/>
                <a:ea typeface="Inika"/>
                <a:cs typeface="Inika"/>
                <a:sym typeface="Inika"/>
              </a:defRPr>
            </a:lvl3pPr>
            <a:lvl4pPr lvl="3" rtl="0">
              <a:spcBef>
                <a:spcPts val="0"/>
              </a:spcBef>
              <a:spcAft>
                <a:spcPts val="0"/>
              </a:spcAft>
              <a:buSzPts val="1400"/>
              <a:buFont typeface="Inika"/>
              <a:buNone/>
              <a:defRPr sz="1867" b="0">
                <a:latin typeface="Inika"/>
                <a:ea typeface="Inika"/>
                <a:cs typeface="Inika"/>
                <a:sym typeface="Inika"/>
              </a:defRPr>
            </a:lvl4pPr>
            <a:lvl5pPr lvl="4" rtl="0">
              <a:spcBef>
                <a:spcPts val="0"/>
              </a:spcBef>
              <a:spcAft>
                <a:spcPts val="0"/>
              </a:spcAft>
              <a:buSzPts val="1400"/>
              <a:buFont typeface="Inika"/>
              <a:buNone/>
              <a:defRPr sz="1867" b="0">
                <a:latin typeface="Inika"/>
                <a:ea typeface="Inika"/>
                <a:cs typeface="Inika"/>
                <a:sym typeface="Inika"/>
              </a:defRPr>
            </a:lvl5pPr>
            <a:lvl6pPr lvl="5" rtl="0">
              <a:spcBef>
                <a:spcPts val="0"/>
              </a:spcBef>
              <a:spcAft>
                <a:spcPts val="0"/>
              </a:spcAft>
              <a:buSzPts val="1400"/>
              <a:buFont typeface="Inika"/>
              <a:buNone/>
              <a:defRPr sz="1867" b="0">
                <a:latin typeface="Inika"/>
                <a:ea typeface="Inika"/>
                <a:cs typeface="Inika"/>
                <a:sym typeface="Inika"/>
              </a:defRPr>
            </a:lvl6pPr>
            <a:lvl7pPr lvl="6" rtl="0">
              <a:spcBef>
                <a:spcPts val="0"/>
              </a:spcBef>
              <a:spcAft>
                <a:spcPts val="0"/>
              </a:spcAft>
              <a:buSzPts val="1400"/>
              <a:buFont typeface="Inika"/>
              <a:buNone/>
              <a:defRPr sz="1867" b="0">
                <a:latin typeface="Inika"/>
                <a:ea typeface="Inika"/>
                <a:cs typeface="Inika"/>
                <a:sym typeface="Inika"/>
              </a:defRPr>
            </a:lvl7pPr>
            <a:lvl8pPr lvl="7" rtl="0">
              <a:spcBef>
                <a:spcPts val="0"/>
              </a:spcBef>
              <a:spcAft>
                <a:spcPts val="0"/>
              </a:spcAft>
              <a:buSzPts val="1400"/>
              <a:buFont typeface="Inika"/>
              <a:buNone/>
              <a:defRPr sz="1867" b="0">
                <a:latin typeface="Inika"/>
                <a:ea typeface="Inika"/>
                <a:cs typeface="Inika"/>
                <a:sym typeface="Inika"/>
              </a:defRPr>
            </a:lvl8pPr>
            <a:lvl9pPr lvl="8" rtl="0">
              <a:spcBef>
                <a:spcPts val="0"/>
              </a:spcBef>
              <a:spcAft>
                <a:spcPts val="0"/>
              </a:spcAft>
              <a:buSzPts val="1400"/>
              <a:buFont typeface="Inika"/>
              <a:buNone/>
              <a:defRPr sz="1867" b="0">
                <a:latin typeface="Inika"/>
                <a:ea typeface="Inika"/>
                <a:cs typeface="Inika"/>
                <a:sym typeface="Inika"/>
              </a:defRPr>
            </a:lvl9pPr>
          </a:lstStyle>
          <a:p>
            <a:endParaRPr/>
          </a:p>
        </p:txBody>
      </p:sp>
      <p:sp>
        <p:nvSpPr>
          <p:cNvPr id="248" name="Google Shape;248;p21"/>
          <p:cNvSpPr txBox="1">
            <a:spLocks noGrp="1"/>
          </p:cNvSpPr>
          <p:nvPr>
            <p:ph type="title" idx="6"/>
          </p:nvPr>
        </p:nvSpPr>
        <p:spPr>
          <a:xfrm>
            <a:off x="7962267" y="1919700"/>
            <a:ext cx="31104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4"/>
              </a:buClr>
              <a:buSzPts val="2500"/>
              <a:buNone/>
              <a:defRPr sz="3333" b="1">
                <a:solidFill>
                  <a:schemeClr val="accent4"/>
                </a:solidFill>
              </a:defRPr>
            </a:lvl1pPr>
            <a:lvl2pPr lvl="1" rtl="0">
              <a:spcBef>
                <a:spcPts val="0"/>
              </a:spcBef>
              <a:spcAft>
                <a:spcPts val="0"/>
              </a:spcAft>
              <a:buClr>
                <a:schemeClr val="accent4"/>
              </a:buClr>
              <a:buSzPts val="2500"/>
              <a:buNone/>
              <a:defRPr sz="3333">
                <a:solidFill>
                  <a:schemeClr val="accent4"/>
                </a:solidFill>
              </a:defRPr>
            </a:lvl2pPr>
            <a:lvl3pPr lvl="2" rtl="0">
              <a:spcBef>
                <a:spcPts val="0"/>
              </a:spcBef>
              <a:spcAft>
                <a:spcPts val="0"/>
              </a:spcAft>
              <a:buClr>
                <a:schemeClr val="accent4"/>
              </a:buClr>
              <a:buSzPts val="2500"/>
              <a:buNone/>
              <a:defRPr sz="3333">
                <a:solidFill>
                  <a:schemeClr val="accent4"/>
                </a:solidFill>
              </a:defRPr>
            </a:lvl3pPr>
            <a:lvl4pPr lvl="3" rtl="0">
              <a:spcBef>
                <a:spcPts val="0"/>
              </a:spcBef>
              <a:spcAft>
                <a:spcPts val="0"/>
              </a:spcAft>
              <a:buClr>
                <a:schemeClr val="accent4"/>
              </a:buClr>
              <a:buSzPts val="2500"/>
              <a:buNone/>
              <a:defRPr sz="3333">
                <a:solidFill>
                  <a:schemeClr val="accent4"/>
                </a:solidFill>
              </a:defRPr>
            </a:lvl4pPr>
            <a:lvl5pPr lvl="4" rtl="0">
              <a:spcBef>
                <a:spcPts val="0"/>
              </a:spcBef>
              <a:spcAft>
                <a:spcPts val="0"/>
              </a:spcAft>
              <a:buClr>
                <a:schemeClr val="accent4"/>
              </a:buClr>
              <a:buSzPts val="2500"/>
              <a:buNone/>
              <a:defRPr sz="3333">
                <a:solidFill>
                  <a:schemeClr val="accent4"/>
                </a:solidFill>
              </a:defRPr>
            </a:lvl5pPr>
            <a:lvl6pPr lvl="5" rtl="0">
              <a:spcBef>
                <a:spcPts val="0"/>
              </a:spcBef>
              <a:spcAft>
                <a:spcPts val="0"/>
              </a:spcAft>
              <a:buClr>
                <a:schemeClr val="accent4"/>
              </a:buClr>
              <a:buSzPts val="2500"/>
              <a:buNone/>
              <a:defRPr sz="3333">
                <a:solidFill>
                  <a:schemeClr val="accent4"/>
                </a:solidFill>
              </a:defRPr>
            </a:lvl6pPr>
            <a:lvl7pPr lvl="6" rtl="0">
              <a:spcBef>
                <a:spcPts val="0"/>
              </a:spcBef>
              <a:spcAft>
                <a:spcPts val="0"/>
              </a:spcAft>
              <a:buClr>
                <a:schemeClr val="accent4"/>
              </a:buClr>
              <a:buSzPts val="2500"/>
              <a:buNone/>
              <a:defRPr sz="3333">
                <a:solidFill>
                  <a:schemeClr val="accent4"/>
                </a:solidFill>
              </a:defRPr>
            </a:lvl7pPr>
            <a:lvl8pPr lvl="7" rtl="0">
              <a:spcBef>
                <a:spcPts val="0"/>
              </a:spcBef>
              <a:spcAft>
                <a:spcPts val="0"/>
              </a:spcAft>
              <a:buClr>
                <a:schemeClr val="accent4"/>
              </a:buClr>
              <a:buSzPts val="2500"/>
              <a:buNone/>
              <a:defRPr sz="3333">
                <a:solidFill>
                  <a:schemeClr val="accent4"/>
                </a:solidFill>
              </a:defRPr>
            </a:lvl8pPr>
            <a:lvl9pPr lvl="8" rtl="0">
              <a:spcBef>
                <a:spcPts val="0"/>
              </a:spcBef>
              <a:spcAft>
                <a:spcPts val="0"/>
              </a:spcAft>
              <a:buClr>
                <a:schemeClr val="accent4"/>
              </a:buClr>
              <a:buSzPts val="2500"/>
              <a:buNone/>
              <a:defRPr sz="3333">
                <a:solidFill>
                  <a:schemeClr val="accent4"/>
                </a:solidFill>
              </a:defRPr>
            </a:lvl9pPr>
          </a:lstStyle>
          <a:p>
            <a:endParaRPr/>
          </a:p>
        </p:txBody>
      </p:sp>
      <p:sp>
        <p:nvSpPr>
          <p:cNvPr id="249" name="Google Shape;249;p21"/>
          <p:cNvSpPr txBox="1">
            <a:spLocks noGrp="1"/>
          </p:cNvSpPr>
          <p:nvPr>
            <p:ph type="title" idx="7"/>
          </p:nvPr>
        </p:nvSpPr>
        <p:spPr>
          <a:xfrm>
            <a:off x="7962267" y="2526900"/>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Inika"/>
              <a:buNone/>
              <a:defRPr sz="1867" b="0">
                <a:solidFill>
                  <a:schemeClr val="dk2"/>
                </a:solidFill>
                <a:latin typeface="Bitter"/>
                <a:ea typeface="Bitter"/>
                <a:cs typeface="Bitter"/>
                <a:sym typeface="Bitter"/>
              </a:defRPr>
            </a:lvl1pPr>
            <a:lvl2pPr lvl="1" rtl="0">
              <a:spcBef>
                <a:spcPts val="0"/>
              </a:spcBef>
              <a:spcAft>
                <a:spcPts val="0"/>
              </a:spcAft>
              <a:buSzPts val="1400"/>
              <a:buFont typeface="Inika"/>
              <a:buNone/>
              <a:defRPr sz="1867" b="0">
                <a:latin typeface="Inika"/>
                <a:ea typeface="Inika"/>
                <a:cs typeface="Inika"/>
                <a:sym typeface="Inika"/>
              </a:defRPr>
            </a:lvl2pPr>
            <a:lvl3pPr lvl="2" rtl="0">
              <a:spcBef>
                <a:spcPts val="0"/>
              </a:spcBef>
              <a:spcAft>
                <a:spcPts val="0"/>
              </a:spcAft>
              <a:buSzPts val="1400"/>
              <a:buFont typeface="Inika"/>
              <a:buNone/>
              <a:defRPr sz="1867" b="0">
                <a:latin typeface="Inika"/>
                <a:ea typeface="Inika"/>
                <a:cs typeface="Inika"/>
                <a:sym typeface="Inika"/>
              </a:defRPr>
            </a:lvl3pPr>
            <a:lvl4pPr lvl="3" rtl="0">
              <a:spcBef>
                <a:spcPts val="0"/>
              </a:spcBef>
              <a:spcAft>
                <a:spcPts val="0"/>
              </a:spcAft>
              <a:buSzPts val="1400"/>
              <a:buFont typeface="Inika"/>
              <a:buNone/>
              <a:defRPr sz="1867" b="0">
                <a:latin typeface="Inika"/>
                <a:ea typeface="Inika"/>
                <a:cs typeface="Inika"/>
                <a:sym typeface="Inika"/>
              </a:defRPr>
            </a:lvl4pPr>
            <a:lvl5pPr lvl="4" rtl="0">
              <a:spcBef>
                <a:spcPts val="0"/>
              </a:spcBef>
              <a:spcAft>
                <a:spcPts val="0"/>
              </a:spcAft>
              <a:buSzPts val="1400"/>
              <a:buFont typeface="Inika"/>
              <a:buNone/>
              <a:defRPr sz="1867" b="0">
                <a:latin typeface="Inika"/>
                <a:ea typeface="Inika"/>
                <a:cs typeface="Inika"/>
                <a:sym typeface="Inika"/>
              </a:defRPr>
            </a:lvl5pPr>
            <a:lvl6pPr lvl="5" rtl="0">
              <a:spcBef>
                <a:spcPts val="0"/>
              </a:spcBef>
              <a:spcAft>
                <a:spcPts val="0"/>
              </a:spcAft>
              <a:buSzPts val="1400"/>
              <a:buFont typeface="Inika"/>
              <a:buNone/>
              <a:defRPr sz="1867" b="0">
                <a:latin typeface="Inika"/>
                <a:ea typeface="Inika"/>
                <a:cs typeface="Inika"/>
                <a:sym typeface="Inika"/>
              </a:defRPr>
            </a:lvl6pPr>
            <a:lvl7pPr lvl="6" rtl="0">
              <a:spcBef>
                <a:spcPts val="0"/>
              </a:spcBef>
              <a:spcAft>
                <a:spcPts val="0"/>
              </a:spcAft>
              <a:buSzPts val="1400"/>
              <a:buFont typeface="Inika"/>
              <a:buNone/>
              <a:defRPr sz="1867" b="0">
                <a:latin typeface="Inika"/>
                <a:ea typeface="Inika"/>
                <a:cs typeface="Inika"/>
                <a:sym typeface="Inika"/>
              </a:defRPr>
            </a:lvl7pPr>
            <a:lvl8pPr lvl="7" rtl="0">
              <a:spcBef>
                <a:spcPts val="0"/>
              </a:spcBef>
              <a:spcAft>
                <a:spcPts val="0"/>
              </a:spcAft>
              <a:buSzPts val="1400"/>
              <a:buFont typeface="Inika"/>
              <a:buNone/>
              <a:defRPr sz="1867" b="0">
                <a:latin typeface="Inika"/>
                <a:ea typeface="Inika"/>
                <a:cs typeface="Inika"/>
                <a:sym typeface="Inika"/>
              </a:defRPr>
            </a:lvl8pPr>
            <a:lvl9pPr lvl="8" rtl="0">
              <a:spcBef>
                <a:spcPts val="0"/>
              </a:spcBef>
              <a:spcAft>
                <a:spcPts val="0"/>
              </a:spcAft>
              <a:buSzPts val="1400"/>
              <a:buFont typeface="Inika"/>
              <a:buNone/>
              <a:defRPr sz="1867" b="0">
                <a:latin typeface="Inika"/>
                <a:ea typeface="Inika"/>
                <a:cs typeface="Inika"/>
                <a:sym typeface="Inika"/>
              </a:defRPr>
            </a:lvl9pPr>
          </a:lstStyle>
          <a:p>
            <a:endParaRPr/>
          </a:p>
        </p:txBody>
      </p:sp>
      <p:sp>
        <p:nvSpPr>
          <p:cNvPr id="250" name="Google Shape;250;p21"/>
          <p:cNvSpPr txBox="1">
            <a:spLocks noGrp="1"/>
          </p:cNvSpPr>
          <p:nvPr>
            <p:ph type="title" idx="8"/>
          </p:nvPr>
        </p:nvSpPr>
        <p:spPr>
          <a:xfrm>
            <a:off x="4466016" y="4122100"/>
            <a:ext cx="31104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4"/>
              </a:buClr>
              <a:buSzPts val="2500"/>
              <a:buNone/>
              <a:defRPr sz="3333" b="1">
                <a:solidFill>
                  <a:schemeClr val="accent4"/>
                </a:solidFill>
              </a:defRPr>
            </a:lvl1pPr>
            <a:lvl2pPr lvl="1" rtl="0">
              <a:spcBef>
                <a:spcPts val="0"/>
              </a:spcBef>
              <a:spcAft>
                <a:spcPts val="0"/>
              </a:spcAft>
              <a:buClr>
                <a:schemeClr val="accent4"/>
              </a:buClr>
              <a:buSzPts val="2500"/>
              <a:buNone/>
              <a:defRPr sz="3333">
                <a:solidFill>
                  <a:schemeClr val="accent4"/>
                </a:solidFill>
              </a:defRPr>
            </a:lvl2pPr>
            <a:lvl3pPr lvl="2" rtl="0">
              <a:spcBef>
                <a:spcPts val="0"/>
              </a:spcBef>
              <a:spcAft>
                <a:spcPts val="0"/>
              </a:spcAft>
              <a:buClr>
                <a:schemeClr val="accent4"/>
              </a:buClr>
              <a:buSzPts val="2500"/>
              <a:buNone/>
              <a:defRPr sz="3333">
                <a:solidFill>
                  <a:schemeClr val="accent4"/>
                </a:solidFill>
              </a:defRPr>
            </a:lvl3pPr>
            <a:lvl4pPr lvl="3" rtl="0">
              <a:spcBef>
                <a:spcPts val="0"/>
              </a:spcBef>
              <a:spcAft>
                <a:spcPts val="0"/>
              </a:spcAft>
              <a:buClr>
                <a:schemeClr val="accent4"/>
              </a:buClr>
              <a:buSzPts val="2500"/>
              <a:buNone/>
              <a:defRPr sz="3333">
                <a:solidFill>
                  <a:schemeClr val="accent4"/>
                </a:solidFill>
              </a:defRPr>
            </a:lvl4pPr>
            <a:lvl5pPr lvl="4" rtl="0">
              <a:spcBef>
                <a:spcPts val="0"/>
              </a:spcBef>
              <a:spcAft>
                <a:spcPts val="0"/>
              </a:spcAft>
              <a:buClr>
                <a:schemeClr val="accent4"/>
              </a:buClr>
              <a:buSzPts val="2500"/>
              <a:buNone/>
              <a:defRPr sz="3333">
                <a:solidFill>
                  <a:schemeClr val="accent4"/>
                </a:solidFill>
              </a:defRPr>
            </a:lvl5pPr>
            <a:lvl6pPr lvl="5" rtl="0">
              <a:spcBef>
                <a:spcPts val="0"/>
              </a:spcBef>
              <a:spcAft>
                <a:spcPts val="0"/>
              </a:spcAft>
              <a:buClr>
                <a:schemeClr val="accent4"/>
              </a:buClr>
              <a:buSzPts val="2500"/>
              <a:buNone/>
              <a:defRPr sz="3333">
                <a:solidFill>
                  <a:schemeClr val="accent4"/>
                </a:solidFill>
              </a:defRPr>
            </a:lvl6pPr>
            <a:lvl7pPr lvl="6" rtl="0">
              <a:spcBef>
                <a:spcPts val="0"/>
              </a:spcBef>
              <a:spcAft>
                <a:spcPts val="0"/>
              </a:spcAft>
              <a:buClr>
                <a:schemeClr val="accent4"/>
              </a:buClr>
              <a:buSzPts val="2500"/>
              <a:buNone/>
              <a:defRPr sz="3333">
                <a:solidFill>
                  <a:schemeClr val="accent4"/>
                </a:solidFill>
              </a:defRPr>
            </a:lvl7pPr>
            <a:lvl8pPr lvl="7" rtl="0">
              <a:spcBef>
                <a:spcPts val="0"/>
              </a:spcBef>
              <a:spcAft>
                <a:spcPts val="0"/>
              </a:spcAft>
              <a:buClr>
                <a:schemeClr val="accent4"/>
              </a:buClr>
              <a:buSzPts val="2500"/>
              <a:buNone/>
              <a:defRPr sz="3333">
                <a:solidFill>
                  <a:schemeClr val="accent4"/>
                </a:solidFill>
              </a:defRPr>
            </a:lvl8pPr>
            <a:lvl9pPr lvl="8" rtl="0">
              <a:spcBef>
                <a:spcPts val="0"/>
              </a:spcBef>
              <a:spcAft>
                <a:spcPts val="0"/>
              </a:spcAft>
              <a:buClr>
                <a:schemeClr val="accent4"/>
              </a:buClr>
              <a:buSzPts val="2500"/>
              <a:buNone/>
              <a:defRPr sz="3333">
                <a:solidFill>
                  <a:schemeClr val="accent4"/>
                </a:solidFill>
              </a:defRPr>
            </a:lvl9pPr>
          </a:lstStyle>
          <a:p>
            <a:endParaRPr/>
          </a:p>
        </p:txBody>
      </p:sp>
      <p:sp>
        <p:nvSpPr>
          <p:cNvPr id="251" name="Google Shape;251;p21"/>
          <p:cNvSpPr txBox="1">
            <a:spLocks noGrp="1"/>
          </p:cNvSpPr>
          <p:nvPr>
            <p:ph type="title" idx="9"/>
          </p:nvPr>
        </p:nvSpPr>
        <p:spPr>
          <a:xfrm>
            <a:off x="4466016" y="4729300"/>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Inika"/>
              <a:buNone/>
              <a:defRPr sz="1867" b="0">
                <a:solidFill>
                  <a:schemeClr val="dk2"/>
                </a:solidFill>
                <a:latin typeface="Bitter"/>
                <a:ea typeface="Bitter"/>
                <a:cs typeface="Bitter"/>
                <a:sym typeface="Bitter"/>
              </a:defRPr>
            </a:lvl1pPr>
            <a:lvl2pPr lvl="1" rtl="0">
              <a:spcBef>
                <a:spcPts val="0"/>
              </a:spcBef>
              <a:spcAft>
                <a:spcPts val="0"/>
              </a:spcAft>
              <a:buSzPts val="1400"/>
              <a:buFont typeface="Inika"/>
              <a:buNone/>
              <a:defRPr sz="1867" b="0">
                <a:latin typeface="Inika"/>
                <a:ea typeface="Inika"/>
                <a:cs typeface="Inika"/>
                <a:sym typeface="Inika"/>
              </a:defRPr>
            </a:lvl2pPr>
            <a:lvl3pPr lvl="2" rtl="0">
              <a:spcBef>
                <a:spcPts val="0"/>
              </a:spcBef>
              <a:spcAft>
                <a:spcPts val="0"/>
              </a:spcAft>
              <a:buSzPts val="1400"/>
              <a:buFont typeface="Inika"/>
              <a:buNone/>
              <a:defRPr sz="1867" b="0">
                <a:latin typeface="Inika"/>
                <a:ea typeface="Inika"/>
                <a:cs typeface="Inika"/>
                <a:sym typeface="Inika"/>
              </a:defRPr>
            </a:lvl3pPr>
            <a:lvl4pPr lvl="3" rtl="0">
              <a:spcBef>
                <a:spcPts val="0"/>
              </a:spcBef>
              <a:spcAft>
                <a:spcPts val="0"/>
              </a:spcAft>
              <a:buSzPts val="1400"/>
              <a:buFont typeface="Inika"/>
              <a:buNone/>
              <a:defRPr sz="1867" b="0">
                <a:latin typeface="Inika"/>
                <a:ea typeface="Inika"/>
                <a:cs typeface="Inika"/>
                <a:sym typeface="Inika"/>
              </a:defRPr>
            </a:lvl4pPr>
            <a:lvl5pPr lvl="4" rtl="0">
              <a:spcBef>
                <a:spcPts val="0"/>
              </a:spcBef>
              <a:spcAft>
                <a:spcPts val="0"/>
              </a:spcAft>
              <a:buSzPts val="1400"/>
              <a:buFont typeface="Inika"/>
              <a:buNone/>
              <a:defRPr sz="1867" b="0">
                <a:latin typeface="Inika"/>
                <a:ea typeface="Inika"/>
                <a:cs typeface="Inika"/>
                <a:sym typeface="Inika"/>
              </a:defRPr>
            </a:lvl5pPr>
            <a:lvl6pPr lvl="5" rtl="0">
              <a:spcBef>
                <a:spcPts val="0"/>
              </a:spcBef>
              <a:spcAft>
                <a:spcPts val="0"/>
              </a:spcAft>
              <a:buSzPts val="1400"/>
              <a:buFont typeface="Inika"/>
              <a:buNone/>
              <a:defRPr sz="1867" b="0">
                <a:latin typeface="Inika"/>
                <a:ea typeface="Inika"/>
                <a:cs typeface="Inika"/>
                <a:sym typeface="Inika"/>
              </a:defRPr>
            </a:lvl6pPr>
            <a:lvl7pPr lvl="6" rtl="0">
              <a:spcBef>
                <a:spcPts val="0"/>
              </a:spcBef>
              <a:spcAft>
                <a:spcPts val="0"/>
              </a:spcAft>
              <a:buSzPts val="1400"/>
              <a:buFont typeface="Inika"/>
              <a:buNone/>
              <a:defRPr sz="1867" b="0">
                <a:latin typeface="Inika"/>
                <a:ea typeface="Inika"/>
                <a:cs typeface="Inika"/>
                <a:sym typeface="Inika"/>
              </a:defRPr>
            </a:lvl7pPr>
            <a:lvl8pPr lvl="7" rtl="0">
              <a:spcBef>
                <a:spcPts val="0"/>
              </a:spcBef>
              <a:spcAft>
                <a:spcPts val="0"/>
              </a:spcAft>
              <a:buSzPts val="1400"/>
              <a:buFont typeface="Inika"/>
              <a:buNone/>
              <a:defRPr sz="1867" b="0">
                <a:latin typeface="Inika"/>
                <a:ea typeface="Inika"/>
                <a:cs typeface="Inika"/>
                <a:sym typeface="Inika"/>
              </a:defRPr>
            </a:lvl8pPr>
            <a:lvl9pPr lvl="8" rtl="0">
              <a:spcBef>
                <a:spcPts val="0"/>
              </a:spcBef>
              <a:spcAft>
                <a:spcPts val="0"/>
              </a:spcAft>
              <a:buSzPts val="1400"/>
              <a:buFont typeface="Inika"/>
              <a:buNone/>
              <a:defRPr sz="1867" b="0">
                <a:latin typeface="Inika"/>
                <a:ea typeface="Inika"/>
                <a:cs typeface="Inika"/>
                <a:sym typeface="Inika"/>
              </a:defRPr>
            </a:lvl9pPr>
          </a:lstStyle>
          <a:p>
            <a:endParaRPr/>
          </a:p>
        </p:txBody>
      </p:sp>
      <p:sp>
        <p:nvSpPr>
          <p:cNvPr id="252" name="Google Shape;252;p21"/>
          <p:cNvSpPr txBox="1">
            <a:spLocks noGrp="1"/>
          </p:cNvSpPr>
          <p:nvPr>
            <p:ph type="title" idx="13"/>
          </p:nvPr>
        </p:nvSpPr>
        <p:spPr>
          <a:xfrm>
            <a:off x="969600" y="4122100"/>
            <a:ext cx="31104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4"/>
              </a:buClr>
              <a:buSzPts val="2500"/>
              <a:buNone/>
              <a:defRPr sz="3333" b="1">
                <a:solidFill>
                  <a:schemeClr val="accent4"/>
                </a:solidFill>
              </a:defRPr>
            </a:lvl1pPr>
            <a:lvl2pPr lvl="1" rtl="0">
              <a:spcBef>
                <a:spcPts val="0"/>
              </a:spcBef>
              <a:spcAft>
                <a:spcPts val="0"/>
              </a:spcAft>
              <a:buClr>
                <a:schemeClr val="accent4"/>
              </a:buClr>
              <a:buSzPts val="2500"/>
              <a:buNone/>
              <a:defRPr sz="3333">
                <a:solidFill>
                  <a:schemeClr val="accent4"/>
                </a:solidFill>
              </a:defRPr>
            </a:lvl2pPr>
            <a:lvl3pPr lvl="2" rtl="0">
              <a:spcBef>
                <a:spcPts val="0"/>
              </a:spcBef>
              <a:spcAft>
                <a:spcPts val="0"/>
              </a:spcAft>
              <a:buClr>
                <a:schemeClr val="accent4"/>
              </a:buClr>
              <a:buSzPts val="2500"/>
              <a:buNone/>
              <a:defRPr sz="3333">
                <a:solidFill>
                  <a:schemeClr val="accent4"/>
                </a:solidFill>
              </a:defRPr>
            </a:lvl3pPr>
            <a:lvl4pPr lvl="3" rtl="0">
              <a:spcBef>
                <a:spcPts val="0"/>
              </a:spcBef>
              <a:spcAft>
                <a:spcPts val="0"/>
              </a:spcAft>
              <a:buClr>
                <a:schemeClr val="accent4"/>
              </a:buClr>
              <a:buSzPts val="2500"/>
              <a:buNone/>
              <a:defRPr sz="3333">
                <a:solidFill>
                  <a:schemeClr val="accent4"/>
                </a:solidFill>
              </a:defRPr>
            </a:lvl4pPr>
            <a:lvl5pPr lvl="4" rtl="0">
              <a:spcBef>
                <a:spcPts val="0"/>
              </a:spcBef>
              <a:spcAft>
                <a:spcPts val="0"/>
              </a:spcAft>
              <a:buClr>
                <a:schemeClr val="accent4"/>
              </a:buClr>
              <a:buSzPts val="2500"/>
              <a:buNone/>
              <a:defRPr sz="3333">
                <a:solidFill>
                  <a:schemeClr val="accent4"/>
                </a:solidFill>
              </a:defRPr>
            </a:lvl5pPr>
            <a:lvl6pPr lvl="5" rtl="0">
              <a:spcBef>
                <a:spcPts val="0"/>
              </a:spcBef>
              <a:spcAft>
                <a:spcPts val="0"/>
              </a:spcAft>
              <a:buClr>
                <a:schemeClr val="accent4"/>
              </a:buClr>
              <a:buSzPts val="2500"/>
              <a:buNone/>
              <a:defRPr sz="3333">
                <a:solidFill>
                  <a:schemeClr val="accent4"/>
                </a:solidFill>
              </a:defRPr>
            </a:lvl6pPr>
            <a:lvl7pPr lvl="6" rtl="0">
              <a:spcBef>
                <a:spcPts val="0"/>
              </a:spcBef>
              <a:spcAft>
                <a:spcPts val="0"/>
              </a:spcAft>
              <a:buClr>
                <a:schemeClr val="accent4"/>
              </a:buClr>
              <a:buSzPts val="2500"/>
              <a:buNone/>
              <a:defRPr sz="3333">
                <a:solidFill>
                  <a:schemeClr val="accent4"/>
                </a:solidFill>
              </a:defRPr>
            </a:lvl7pPr>
            <a:lvl8pPr lvl="7" rtl="0">
              <a:spcBef>
                <a:spcPts val="0"/>
              </a:spcBef>
              <a:spcAft>
                <a:spcPts val="0"/>
              </a:spcAft>
              <a:buClr>
                <a:schemeClr val="accent4"/>
              </a:buClr>
              <a:buSzPts val="2500"/>
              <a:buNone/>
              <a:defRPr sz="3333">
                <a:solidFill>
                  <a:schemeClr val="accent4"/>
                </a:solidFill>
              </a:defRPr>
            </a:lvl8pPr>
            <a:lvl9pPr lvl="8" rtl="0">
              <a:spcBef>
                <a:spcPts val="0"/>
              </a:spcBef>
              <a:spcAft>
                <a:spcPts val="0"/>
              </a:spcAft>
              <a:buClr>
                <a:schemeClr val="accent4"/>
              </a:buClr>
              <a:buSzPts val="2500"/>
              <a:buNone/>
              <a:defRPr sz="3333">
                <a:solidFill>
                  <a:schemeClr val="accent4"/>
                </a:solidFill>
              </a:defRPr>
            </a:lvl9pPr>
          </a:lstStyle>
          <a:p>
            <a:endParaRPr/>
          </a:p>
        </p:txBody>
      </p:sp>
      <p:sp>
        <p:nvSpPr>
          <p:cNvPr id="253" name="Google Shape;253;p21"/>
          <p:cNvSpPr txBox="1">
            <a:spLocks noGrp="1"/>
          </p:cNvSpPr>
          <p:nvPr>
            <p:ph type="title" idx="14"/>
          </p:nvPr>
        </p:nvSpPr>
        <p:spPr>
          <a:xfrm>
            <a:off x="969600" y="4729300"/>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Inika"/>
              <a:buNone/>
              <a:defRPr sz="1867" b="0">
                <a:solidFill>
                  <a:schemeClr val="dk2"/>
                </a:solidFill>
                <a:latin typeface="Bitter"/>
                <a:ea typeface="Bitter"/>
                <a:cs typeface="Bitter"/>
                <a:sym typeface="Bitter"/>
              </a:defRPr>
            </a:lvl1pPr>
            <a:lvl2pPr lvl="1" rtl="0">
              <a:spcBef>
                <a:spcPts val="0"/>
              </a:spcBef>
              <a:spcAft>
                <a:spcPts val="0"/>
              </a:spcAft>
              <a:buSzPts val="1400"/>
              <a:buFont typeface="Inika"/>
              <a:buNone/>
              <a:defRPr sz="1867" b="0">
                <a:latin typeface="Inika"/>
                <a:ea typeface="Inika"/>
                <a:cs typeface="Inika"/>
                <a:sym typeface="Inika"/>
              </a:defRPr>
            </a:lvl2pPr>
            <a:lvl3pPr lvl="2" rtl="0">
              <a:spcBef>
                <a:spcPts val="0"/>
              </a:spcBef>
              <a:spcAft>
                <a:spcPts val="0"/>
              </a:spcAft>
              <a:buSzPts val="1400"/>
              <a:buFont typeface="Inika"/>
              <a:buNone/>
              <a:defRPr sz="1867" b="0">
                <a:latin typeface="Inika"/>
                <a:ea typeface="Inika"/>
                <a:cs typeface="Inika"/>
                <a:sym typeface="Inika"/>
              </a:defRPr>
            </a:lvl3pPr>
            <a:lvl4pPr lvl="3" rtl="0">
              <a:spcBef>
                <a:spcPts val="0"/>
              </a:spcBef>
              <a:spcAft>
                <a:spcPts val="0"/>
              </a:spcAft>
              <a:buSzPts val="1400"/>
              <a:buFont typeface="Inika"/>
              <a:buNone/>
              <a:defRPr sz="1867" b="0">
                <a:latin typeface="Inika"/>
                <a:ea typeface="Inika"/>
                <a:cs typeface="Inika"/>
                <a:sym typeface="Inika"/>
              </a:defRPr>
            </a:lvl4pPr>
            <a:lvl5pPr lvl="4" rtl="0">
              <a:spcBef>
                <a:spcPts val="0"/>
              </a:spcBef>
              <a:spcAft>
                <a:spcPts val="0"/>
              </a:spcAft>
              <a:buSzPts val="1400"/>
              <a:buFont typeface="Inika"/>
              <a:buNone/>
              <a:defRPr sz="1867" b="0">
                <a:latin typeface="Inika"/>
                <a:ea typeface="Inika"/>
                <a:cs typeface="Inika"/>
                <a:sym typeface="Inika"/>
              </a:defRPr>
            </a:lvl5pPr>
            <a:lvl6pPr lvl="5" rtl="0">
              <a:spcBef>
                <a:spcPts val="0"/>
              </a:spcBef>
              <a:spcAft>
                <a:spcPts val="0"/>
              </a:spcAft>
              <a:buSzPts val="1400"/>
              <a:buFont typeface="Inika"/>
              <a:buNone/>
              <a:defRPr sz="1867" b="0">
                <a:latin typeface="Inika"/>
                <a:ea typeface="Inika"/>
                <a:cs typeface="Inika"/>
                <a:sym typeface="Inika"/>
              </a:defRPr>
            </a:lvl6pPr>
            <a:lvl7pPr lvl="6" rtl="0">
              <a:spcBef>
                <a:spcPts val="0"/>
              </a:spcBef>
              <a:spcAft>
                <a:spcPts val="0"/>
              </a:spcAft>
              <a:buSzPts val="1400"/>
              <a:buFont typeface="Inika"/>
              <a:buNone/>
              <a:defRPr sz="1867" b="0">
                <a:latin typeface="Inika"/>
                <a:ea typeface="Inika"/>
                <a:cs typeface="Inika"/>
                <a:sym typeface="Inika"/>
              </a:defRPr>
            </a:lvl7pPr>
            <a:lvl8pPr lvl="7" rtl="0">
              <a:spcBef>
                <a:spcPts val="0"/>
              </a:spcBef>
              <a:spcAft>
                <a:spcPts val="0"/>
              </a:spcAft>
              <a:buSzPts val="1400"/>
              <a:buFont typeface="Inika"/>
              <a:buNone/>
              <a:defRPr sz="1867" b="0">
                <a:latin typeface="Inika"/>
                <a:ea typeface="Inika"/>
                <a:cs typeface="Inika"/>
                <a:sym typeface="Inika"/>
              </a:defRPr>
            </a:lvl8pPr>
            <a:lvl9pPr lvl="8" rtl="0">
              <a:spcBef>
                <a:spcPts val="0"/>
              </a:spcBef>
              <a:spcAft>
                <a:spcPts val="0"/>
              </a:spcAft>
              <a:buSzPts val="1400"/>
              <a:buFont typeface="Inika"/>
              <a:buNone/>
              <a:defRPr sz="1867" b="0">
                <a:latin typeface="Inika"/>
                <a:ea typeface="Inika"/>
                <a:cs typeface="Inika"/>
                <a:sym typeface="Inika"/>
              </a:defRPr>
            </a:lvl9pPr>
          </a:lstStyle>
          <a:p>
            <a:endParaRPr/>
          </a:p>
        </p:txBody>
      </p:sp>
      <p:sp>
        <p:nvSpPr>
          <p:cNvPr id="254" name="Google Shape;254;p21"/>
          <p:cNvSpPr txBox="1">
            <a:spLocks noGrp="1"/>
          </p:cNvSpPr>
          <p:nvPr>
            <p:ph type="title" idx="15"/>
          </p:nvPr>
        </p:nvSpPr>
        <p:spPr>
          <a:xfrm>
            <a:off x="7962267" y="4122100"/>
            <a:ext cx="3110400" cy="70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4"/>
              </a:buClr>
              <a:buSzPts val="2500"/>
              <a:buNone/>
              <a:defRPr sz="3333" b="1">
                <a:solidFill>
                  <a:schemeClr val="accent4"/>
                </a:solidFill>
              </a:defRPr>
            </a:lvl1pPr>
            <a:lvl2pPr lvl="1" rtl="0">
              <a:spcBef>
                <a:spcPts val="0"/>
              </a:spcBef>
              <a:spcAft>
                <a:spcPts val="0"/>
              </a:spcAft>
              <a:buClr>
                <a:schemeClr val="accent4"/>
              </a:buClr>
              <a:buSzPts val="2500"/>
              <a:buNone/>
              <a:defRPr sz="3333">
                <a:solidFill>
                  <a:schemeClr val="accent4"/>
                </a:solidFill>
              </a:defRPr>
            </a:lvl2pPr>
            <a:lvl3pPr lvl="2" rtl="0">
              <a:spcBef>
                <a:spcPts val="0"/>
              </a:spcBef>
              <a:spcAft>
                <a:spcPts val="0"/>
              </a:spcAft>
              <a:buClr>
                <a:schemeClr val="accent4"/>
              </a:buClr>
              <a:buSzPts val="2500"/>
              <a:buNone/>
              <a:defRPr sz="3333">
                <a:solidFill>
                  <a:schemeClr val="accent4"/>
                </a:solidFill>
              </a:defRPr>
            </a:lvl3pPr>
            <a:lvl4pPr lvl="3" rtl="0">
              <a:spcBef>
                <a:spcPts val="0"/>
              </a:spcBef>
              <a:spcAft>
                <a:spcPts val="0"/>
              </a:spcAft>
              <a:buClr>
                <a:schemeClr val="accent4"/>
              </a:buClr>
              <a:buSzPts val="2500"/>
              <a:buNone/>
              <a:defRPr sz="3333">
                <a:solidFill>
                  <a:schemeClr val="accent4"/>
                </a:solidFill>
              </a:defRPr>
            </a:lvl4pPr>
            <a:lvl5pPr lvl="4" rtl="0">
              <a:spcBef>
                <a:spcPts val="0"/>
              </a:spcBef>
              <a:spcAft>
                <a:spcPts val="0"/>
              </a:spcAft>
              <a:buClr>
                <a:schemeClr val="accent4"/>
              </a:buClr>
              <a:buSzPts val="2500"/>
              <a:buNone/>
              <a:defRPr sz="3333">
                <a:solidFill>
                  <a:schemeClr val="accent4"/>
                </a:solidFill>
              </a:defRPr>
            </a:lvl5pPr>
            <a:lvl6pPr lvl="5" rtl="0">
              <a:spcBef>
                <a:spcPts val="0"/>
              </a:spcBef>
              <a:spcAft>
                <a:spcPts val="0"/>
              </a:spcAft>
              <a:buClr>
                <a:schemeClr val="accent4"/>
              </a:buClr>
              <a:buSzPts val="2500"/>
              <a:buNone/>
              <a:defRPr sz="3333">
                <a:solidFill>
                  <a:schemeClr val="accent4"/>
                </a:solidFill>
              </a:defRPr>
            </a:lvl6pPr>
            <a:lvl7pPr lvl="6" rtl="0">
              <a:spcBef>
                <a:spcPts val="0"/>
              </a:spcBef>
              <a:spcAft>
                <a:spcPts val="0"/>
              </a:spcAft>
              <a:buClr>
                <a:schemeClr val="accent4"/>
              </a:buClr>
              <a:buSzPts val="2500"/>
              <a:buNone/>
              <a:defRPr sz="3333">
                <a:solidFill>
                  <a:schemeClr val="accent4"/>
                </a:solidFill>
              </a:defRPr>
            </a:lvl7pPr>
            <a:lvl8pPr lvl="7" rtl="0">
              <a:spcBef>
                <a:spcPts val="0"/>
              </a:spcBef>
              <a:spcAft>
                <a:spcPts val="0"/>
              </a:spcAft>
              <a:buClr>
                <a:schemeClr val="accent4"/>
              </a:buClr>
              <a:buSzPts val="2500"/>
              <a:buNone/>
              <a:defRPr sz="3333">
                <a:solidFill>
                  <a:schemeClr val="accent4"/>
                </a:solidFill>
              </a:defRPr>
            </a:lvl8pPr>
            <a:lvl9pPr lvl="8" rtl="0">
              <a:spcBef>
                <a:spcPts val="0"/>
              </a:spcBef>
              <a:spcAft>
                <a:spcPts val="0"/>
              </a:spcAft>
              <a:buClr>
                <a:schemeClr val="accent4"/>
              </a:buClr>
              <a:buSzPts val="2500"/>
              <a:buNone/>
              <a:defRPr sz="3333">
                <a:solidFill>
                  <a:schemeClr val="accent4"/>
                </a:solidFill>
              </a:defRPr>
            </a:lvl9pPr>
          </a:lstStyle>
          <a:p>
            <a:endParaRPr/>
          </a:p>
        </p:txBody>
      </p:sp>
      <p:sp>
        <p:nvSpPr>
          <p:cNvPr id="255" name="Google Shape;255;p21"/>
          <p:cNvSpPr txBox="1">
            <a:spLocks noGrp="1"/>
          </p:cNvSpPr>
          <p:nvPr>
            <p:ph type="title" idx="16"/>
          </p:nvPr>
        </p:nvSpPr>
        <p:spPr>
          <a:xfrm>
            <a:off x="7962267" y="4729300"/>
            <a:ext cx="3260000" cy="100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Inika"/>
              <a:buNone/>
              <a:defRPr sz="1867" b="0">
                <a:solidFill>
                  <a:schemeClr val="dk2"/>
                </a:solidFill>
                <a:latin typeface="Bitter"/>
                <a:ea typeface="Bitter"/>
                <a:cs typeface="Bitter"/>
                <a:sym typeface="Bitter"/>
              </a:defRPr>
            </a:lvl1pPr>
            <a:lvl2pPr lvl="1" rtl="0">
              <a:spcBef>
                <a:spcPts val="0"/>
              </a:spcBef>
              <a:spcAft>
                <a:spcPts val="0"/>
              </a:spcAft>
              <a:buSzPts val="1400"/>
              <a:buFont typeface="Inika"/>
              <a:buNone/>
              <a:defRPr sz="1867" b="0">
                <a:latin typeface="Inika"/>
                <a:ea typeface="Inika"/>
                <a:cs typeface="Inika"/>
                <a:sym typeface="Inika"/>
              </a:defRPr>
            </a:lvl2pPr>
            <a:lvl3pPr lvl="2" rtl="0">
              <a:spcBef>
                <a:spcPts val="0"/>
              </a:spcBef>
              <a:spcAft>
                <a:spcPts val="0"/>
              </a:spcAft>
              <a:buSzPts val="1400"/>
              <a:buFont typeface="Inika"/>
              <a:buNone/>
              <a:defRPr sz="1867" b="0">
                <a:latin typeface="Inika"/>
                <a:ea typeface="Inika"/>
                <a:cs typeface="Inika"/>
                <a:sym typeface="Inika"/>
              </a:defRPr>
            </a:lvl3pPr>
            <a:lvl4pPr lvl="3" rtl="0">
              <a:spcBef>
                <a:spcPts val="0"/>
              </a:spcBef>
              <a:spcAft>
                <a:spcPts val="0"/>
              </a:spcAft>
              <a:buSzPts val="1400"/>
              <a:buFont typeface="Inika"/>
              <a:buNone/>
              <a:defRPr sz="1867" b="0">
                <a:latin typeface="Inika"/>
                <a:ea typeface="Inika"/>
                <a:cs typeface="Inika"/>
                <a:sym typeface="Inika"/>
              </a:defRPr>
            </a:lvl4pPr>
            <a:lvl5pPr lvl="4" rtl="0">
              <a:spcBef>
                <a:spcPts val="0"/>
              </a:spcBef>
              <a:spcAft>
                <a:spcPts val="0"/>
              </a:spcAft>
              <a:buSzPts val="1400"/>
              <a:buFont typeface="Inika"/>
              <a:buNone/>
              <a:defRPr sz="1867" b="0">
                <a:latin typeface="Inika"/>
                <a:ea typeface="Inika"/>
                <a:cs typeface="Inika"/>
                <a:sym typeface="Inika"/>
              </a:defRPr>
            </a:lvl5pPr>
            <a:lvl6pPr lvl="5" rtl="0">
              <a:spcBef>
                <a:spcPts val="0"/>
              </a:spcBef>
              <a:spcAft>
                <a:spcPts val="0"/>
              </a:spcAft>
              <a:buSzPts val="1400"/>
              <a:buFont typeface="Inika"/>
              <a:buNone/>
              <a:defRPr sz="1867" b="0">
                <a:latin typeface="Inika"/>
                <a:ea typeface="Inika"/>
                <a:cs typeface="Inika"/>
                <a:sym typeface="Inika"/>
              </a:defRPr>
            </a:lvl6pPr>
            <a:lvl7pPr lvl="6" rtl="0">
              <a:spcBef>
                <a:spcPts val="0"/>
              </a:spcBef>
              <a:spcAft>
                <a:spcPts val="0"/>
              </a:spcAft>
              <a:buSzPts val="1400"/>
              <a:buFont typeface="Inika"/>
              <a:buNone/>
              <a:defRPr sz="1867" b="0">
                <a:latin typeface="Inika"/>
                <a:ea typeface="Inika"/>
                <a:cs typeface="Inika"/>
                <a:sym typeface="Inika"/>
              </a:defRPr>
            </a:lvl7pPr>
            <a:lvl8pPr lvl="7" rtl="0">
              <a:spcBef>
                <a:spcPts val="0"/>
              </a:spcBef>
              <a:spcAft>
                <a:spcPts val="0"/>
              </a:spcAft>
              <a:buSzPts val="1400"/>
              <a:buFont typeface="Inika"/>
              <a:buNone/>
              <a:defRPr sz="1867" b="0">
                <a:latin typeface="Inika"/>
                <a:ea typeface="Inika"/>
                <a:cs typeface="Inika"/>
                <a:sym typeface="Inika"/>
              </a:defRPr>
            </a:lvl8pPr>
            <a:lvl9pPr lvl="8" rtl="0">
              <a:spcBef>
                <a:spcPts val="0"/>
              </a:spcBef>
              <a:spcAft>
                <a:spcPts val="0"/>
              </a:spcAft>
              <a:buSzPts val="1400"/>
              <a:buFont typeface="Inika"/>
              <a:buNone/>
              <a:defRPr sz="1867" b="0">
                <a:latin typeface="Inika"/>
                <a:ea typeface="Inika"/>
                <a:cs typeface="Inika"/>
                <a:sym typeface="Inika"/>
              </a:defRPr>
            </a:lvl9pPr>
          </a:lstStyle>
          <a:p>
            <a:endParaRPr/>
          </a:p>
        </p:txBody>
      </p:sp>
    </p:spTree>
    <p:extLst>
      <p:ext uri="{BB962C8B-B14F-4D97-AF65-F5344CB8AC3E}">
        <p14:creationId xmlns:p14="http://schemas.microsoft.com/office/powerpoint/2010/main" val="25250488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70"/>
        <p:cNvGrpSpPr/>
        <p:nvPr/>
      </p:nvGrpSpPr>
      <p:grpSpPr>
        <a:xfrm>
          <a:off x="0" y="0"/>
          <a:ext cx="0" cy="0"/>
          <a:chOff x="0" y="0"/>
          <a:chExt cx="0" cy="0"/>
        </a:xfrm>
      </p:grpSpPr>
      <p:grpSp>
        <p:nvGrpSpPr>
          <p:cNvPr id="71" name="Google Shape;71;p7"/>
          <p:cNvGrpSpPr/>
          <p:nvPr/>
        </p:nvGrpSpPr>
        <p:grpSpPr>
          <a:xfrm>
            <a:off x="-3445361" y="-1137673"/>
            <a:ext cx="16504517" cy="7995721"/>
            <a:chOff x="-2584021" y="-853255"/>
            <a:chExt cx="12378388" cy="5996791"/>
          </a:xfrm>
        </p:grpSpPr>
        <p:sp>
          <p:nvSpPr>
            <p:cNvPr id="72" name="Google Shape;72;p7"/>
            <p:cNvSpPr/>
            <p:nvPr/>
          </p:nvSpPr>
          <p:spPr>
            <a:xfrm flipH="1">
              <a:off x="2605099" y="3514797"/>
              <a:ext cx="6538901" cy="1628739"/>
            </a:xfrm>
            <a:custGeom>
              <a:avLst/>
              <a:gdLst/>
              <a:ahLst/>
              <a:cxnLst/>
              <a:rect l="l" t="t" r="r" b="b"/>
              <a:pathLst>
                <a:path w="102716" h="33636" extrusionOk="0">
                  <a:moveTo>
                    <a:pt x="102716" y="33493"/>
                  </a:moveTo>
                  <a:cubicBezTo>
                    <a:pt x="102716" y="33493"/>
                    <a:pt x="93310" y="6549"/>
                    <a:pt x="67914" y="11645"/>
                  </a:cubicBezTo>
                  <a:cubicBezTo>
                    <a:pt x="25420" y="20158"/>
                    <a:pt x="42113" y="4763"/>
                    <a:pt x="0" y="1"/>
                  </a:cubicBezTo>
                  <a:lnTo>
                    <a:pt x="0" y="33433"/>
                  </a:lnTo>
                  <a:cubicBezTo>
                    <a:pt x="0" y="33540"/>
                    <a:pt x="84" y="33636"/>
                    <a:pt x="203" y="33636"/>
                  </a:cubicBezTo>
                  <a:lnTo>
                    <a:pt x="102513" y="33636"/>
                  </a:lnTo>
                  <a:cubicBezTo>
                    <a:pt x="102620" y="33636"/>
                    <a:pt x="102716" y="33540"/>
                    <a:pt x="102716" y="3343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 name="Google Shape;73;p7"/>
            <p:cNvSpPr/>
            <p:nvPr/>
          </p:nvSpPr>
          <p:spPr>
            <a:xfrm>
              <a:off x="7654976" y="486339"/>
              <a:ext cx="2139391" cy="1475170"/>
            </a:xfrm>
            <a:custGeom>
              <a:avLst/>
              <a:gdLst/>
              <a:ahLst/>
              <a:cxnLst/>
              <a:rect l="l" t="t" r="r" b="b"/>
              <a:pathLst>
                <a:path w="19289" h="13300" extrusionOk="0">
                  <a:moveTo>
                    <a:pt x="8878" y="1"/>
                  </a:moveTo>
                  <a:cubicBezTo>
                    <a:pt x="8356" y="1"/>
                    <a:pt x="7835" y="75"/>
                    <a:pt x="7335" y="231"/>
                  </a:cubicBezTo>
                  <a:cubicBezTo>
                    <a:pt x="5739" y="720"/>
                    <a:pt x="4406" y="2113"/>
                    <a:pt x="4168" y="3768"/>
                  </a:cubicBezTo>
                  <a:cubicBezTo>
                    <a:pt x="4055" y="3755"/>
                    <a:pt x="3942" y="3749"/>
                    <a:pt x="3828" y="3749"/>
                  </a:cubicBezTo>
                  <a:cubicBezTo>
                    <a:pt x="2402" y="3749"/>
                    <a:pt x="930" y="4697"/>
                    <a:pt x="488" y="6054"/>
                  </a:cubicBezTo>
                  <a:cubicBezTo>
                    <a:pt x="0" y="7518"/>
                    <a:pt x="715" y="9280"/>
                    <a:pt x="2084" y="9983"/>
                  </a:cubicBezTo>
                  <a:cubicBezTo>
                    <a:pt x="2819" y="10350"/>
                    <a:pt x="3658" y="10429"/>
                    <a:pt x="4491" y="10429"/>
                  </a:cubicBezTo>
                  <a:cubicBezTo>
                    <a:pt x="4629" y="10429"/>
                    <a:pt x="4768" y="10427"/>
                    <a:pt x="4906" y="10423"/>
                  </a:cubicBezTo>
                  <a:cubicBezTo>
                    <a:pt x="5370" y="11673"/>
                    <a:pt x="6632" y="12483"/>
                    <a:pt x="7882" y="12923"/>
                  </a:cubicBezTo>
                  <a:cubicBezTo>
                    <a:pt x="8263" y="13054"/>
                    <a:pt x="8656" y="13162"/>
                    <a:pt x="9061" y="13245"/>
                  </a:cubicBezTo>
                  <a:cubicBezTo>
                    <a:pt x="9310" y="13281"/>
                    <a:pt x="9559" y="13299"/>
                    <a:pt x="9806" y="13299"/>
                  </a:cubicBezTo>
                  <a:cubicBezTo>
                    <a:pt x="11495" y="13299"/>
                    <a:pt x="13096" y="12465"/>
                    <a:pt x="14062" y="11042"/>
                  </a:cubicBezTo>
                  <a:cubicBezTo>
                    <a:pt x="14561" y="11269"/>
                    <a:pt x="15095" y="11382"/>
                    <a:pt x="15629" y="11382"/>
                  </a:cubicBezTo>
                  <a:cubicBezTo>
                    <a:pt x="16217" y="11382"/>
                    <a:pt x="16805" y="11245"/>
                    <a:pt x="17348" y="10971"/>
                  </a:cubicBezTo>
                  <a:cubicBezTo>
                    <a:pt x="18372" y="10435"/>
                    <a:pt x="19062" y="9423"/>
                    <a:pt x="19193" y="8268"/>
                  </a:cubicBezTo>
                  <a:cubicBezTo>
                    <a:pt x="19288" y="7137"/>
                    <a:pt x="18729" y="5911"/>
                    <a:pt x="17776" y="5280"/>
                  </a:cubicBezTo>
                  <a:cubicBezTo>
                    <a:pt x="18312" y="4530"/>
                    <a:pt x="18372" y="3541"/>
                    <a:pt x="17931" y="2732"/>
                  </a:cubicBezTo>
                  <a:cubicBezTo>
                    <a:pt x="17467" y="1946"/>
                    <a:pt x="16645" y="1434"/>
                    <a:pt x="15728" y="1363"/>
                  </a:cubicBezTo>
                  <a:cubicBezTo>
                    <a:pt x="15673" y="1359"/>
                    <a:pt x="15617" y="1357"/>
                    <a:pt x="15561" y="1357"/>
                  </a:cubicBezTo>
                  <a:cubicBezTo>
                    <a:pt x="14720" y="1357"/>
                    <a:pt x="13854" y="1770"/>
                    <a:pt x="13240" y="2351"/>
                  </a:cubicBezTo>
                  <a:cubicBezTo>
                    <a:pt x="13169" y="1744"/>
                    <a:pt x="12657" y="1291"/>
                    <a:pt x="12145" y="958"/>
                  </a:cubicBezTo>
                  <a:cubicBezTo>
                    <a:pt x="11172" y="353"/>
                    <a:pt x="10021" y="1"/>
                    <a:pt x="88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74" name="Google Shape;74;p7"/>
            <p:cNvGrpSpPr/>
            <p:nvPr/>
          </p:nvGrpSpPr>
          <p:grpSpPr>
            <a:xfrm>
              <a:off x="6973634" y="796094"/>
              <a:ext cx="1893037" cy="962690"/>
              <a:chOff x="6186650" y="997000"/>
              <a:chExt cx="1616875" cy="822250"/>
            </a:xfrm>
          </p:grpSpPr>
          <p:sp>
            <p:nvSpPr>
              <p:cNvPr id="75" name="Google Shape;75;p7"/>
              <p:cNvSpPr/>
              <p:nvPr/>
            </p:nvSpPr>
            <p:spPr>
              <a:xfrm>
                <a:off x="7271300" y="1156000"/>
                <a:ext cx="265525" cy="84675"/>
              </a:xfrm>
              <a:custGeom>
                <a:avLst/>
                <a:gdLst/>
                <a:ahLst/>
                <a:cxnLst/>
                <a:rect l="l" t="t" r="r" b="b"/>
                <a:pathLst>
                  <a:path w="10621" h="3387" extrusionOk="0">
                    <a:moveTo>
                      <a:pt x="9008" y="1"/>
                    </a:moveTo>
                    <a:cubicBezTo>
                      <a:pt x="8495" y="1"/>
                      <a:pt x="7988" y="143"/>
                      <a:pt x="7549" y="411"/>
                    </a:cubicBezTo>
                    <a:cubicBezTo>
                      <a:pt x="7061" y="721"/>
                      <a:pt x="6656" y="1125"/>
                      <a:pt x="6359" y="1614"/>
                    </a:cubicBezTo>
                    <a:cubicBezTo>
                      <a:pt x="6125" y="1988"/>
                      <a:pt x="5920" y="2376"/>
                      <a:pt x="5757" y="2785"/>
                    </a:cubicBezTo>
                    <a:lnTo>
                      <a:pt x="5757" y="2785"/>
                    </a:lnTo>
                    <a:cubicBezTo>
                      <a:pt x="5115" y="1997"/>
                      <a:pt x="4239" y="1428"/>
                      <a:pt x="3239" y="1173"/>
                    </a:cubicBezTo>
                    <a:cubicBezTo>
                      <a:pt x="2837" y="1066"/>
                      <a:pt x="2415" y="1012"/>
                      <a:pt x="1998" y="1012"/>
                    </a:cubicBezTo>
                    <a:cubicBezTo>
                      <a:pt x="1859" y="1012"/>
                      <a:pt x="1721" y="1018"/>
                      <a:pt x="1584" y="1030"/>
                    </a:cubicBezTo>
                    <a:cubicBezTo>
                      <a:pt x="1025" y="1078"/>
                      <a:pt x="489" y="1233"/>
                      <a:pt x="1" y="1494"/>
                    </a:cubicBezTo>
                    <a:cubicBezTo>
                      <a:pt x="524" y="1304"/>
                      <a:pt x="1075" y="1208"/>
                      <a:pt x="1627" y="1208"/>
                    </a:cubicBezTo>
                    <a:cubicBezTo>
                      <a:pt x="2144" y="1208"/>
                      <a:pt x="2661" y="1292"/>
                      <a:pt x="3156" y="1459"/>
                    </a:cubicBezTo>
                    <a:cubicBezTo>
                      <a:pt x="4180" y="1768"/>
                      <a:pt x="5061" y="2411"/>
                      <a:pt x="5656" y="3292"/>
                    </a:cubicBezTo>
                    <a:cubicBezTo>
                      <a:pt x="5680" y="3328"/>
                      <a:pt x="5716" y="3352"/>
                      <a:pt x="5751" y="3376"/>
                    </a:cubicBezTo>
                    <a:cubicBezTo>
                      <a:pt x="5773" y="3383"/>
                      <a:pt x="5794" y="3386"/>
                      <a:pt x="5815" y="3386"/>
                    </a:cubicBezTo>
                    <a:cubicBezTo>
                      <a:pt x="5899" y="3386"/>
                      <a:pt x="5973" y="3333"/>
                      <a:pt x="6001" y="3257"/>
                    </a:cubicBezTo>
                    <a:cubicBezTo>
                      <a:pt x="6359" y="2256"/>
                      <a:pt x="6859" y="1268"/>
                      <a:pt x="7716" y="661"/>
                    </a:cubicBezTo>
                    <a:cubicBezTo>
                      <a:pt x="8145" y="363"/>
                      <a:pt x="8645" y="197"/>
                      <a:pt x="9168" y="197"/>
                    </a:cubicBezTo>
                    <a:cubicBezTo>
                      <a:pt x="9197" y="195"/>
                      <a:pt x="9226" y="195"/>
                      <a:pt x="9255" y="195"/>
                    </a:cubicBezTo>
                    <a:cubicBezTo>
                      <a:pt x="9771" y="195"/>
                      <a:pt x="10260" y="395"/>
                      <a:pt x="10621" y="756"/>
                    </a:cubicBezTo>
                    <a:cubicBezTo>
                      <a:pt x="10300" y="292"/>
                      <a:pt x="9740" y="54"/>
                      <a:pt x="9180" y="6"/>
                    </a:cubicBezTo>
                    <a:cubicBezTo>
                      <a:pt x="9123" y="3"/>
                      <a:pt x="9065" y="1"/>
                      <a:pt x="90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 name="Google Shape;76;p7"/>
              <p:cNvSpPr/>
              <p:nvPr/>
            </p:nvSpPr>
            <p:spPr>
              <a:xfrm>
                <a:off x="7543950" y="997000"/>
                <a:ext cx="259575" cy="86450"/>
              </a:xfrm>
              <a:custGeom>
                <a:avLst/>
                <a:gdLst/>
                <a:ahLst/>
                <a:cxnLst/>
                <a:rect l="l" t="t" r="r" b="b"/>
                <a:pathLst>
                  <a:path w="10383" h="3458" extrusionOk="0">
                    <a:moveTo>
                      <a:pt x="9868" y="0"/>
                    </a:moveTo>
                    <a:cubicBezTo>
                      <a:pt x="9549" y="0"/>
                      <a:pt x="9232" y="51"/>
                      <a:pt x="8930" y="151"/>
                    </a:cubicBezTo>
                    <a:cubicBezTo>
                      <a:pt x="8466" y="318"/>
                      <a:pt x="8026" y="568"/>
                      <a:pt x="7645" y="889"/>
                    </a:cubicBezTo>
                    <a:cubicBezTo>
                      <a:pt x="6946" y="1459"/>
                      <a:pt x="6432" y="2193"/>
                      <a:pt x="5954" y="2925"/>
                    </a:cubicBezTo>
                    <a:lnTo>
                      <a:pt x="5954" y="2925"/>
                    </a:lnTo>
                    <a:cubicBezTo>
                      <a:pt x="5302" y="2040"/>
                      <a:pt x="4436" y="1353"/>
                      <a:pt x="3418" y="937"/>
                    </a:cubicBezTo>
                    <a:cubicBezTo>
                      <a:pt x="2882" y="711"/>
                      <a:pt x="2311" y="556"/>
                      <a:pt x="1727" y="485"/>
                    </a:cubicBezTo>
                    <a:cubicBezTo>
                      <a:pt x="1528" y="464"/>
                      <a:pt x="1326" y="453"/>
                      <a:pt x="1124" y="453"/>
                    </a:cubicBezTo>
                    <a:cubicBezTo>
                      <a:pt x="745" y="453"/>
                      <a:pt x="365" y="490"/>
                      <a:pt x="1" y="568"/>
                    </a:cubicBezTo>
                    <a:cubicBezTo>
                      <a:pt x="137" y="559"/>
                      <a:pt x="274" y="555"/>
                      <a:pt x="410" y="555"/>
                    </a:cubicBezTo>
                    <a:cubicBezTo>
                      <a:pt x="1406" y="555"/>
                      <a:pt x="2398" y="783"/>
                      <a:pt x="3299" y="1223"/>
                    </a:cubicBezTo>
                    <a:cubicBezTo>
                      <a:pt x="4311" y="1699"/>
                      <a:pt x="5168" y="2449"/>
                      <a:pt x="5799" y="3378"/>
                    </a:cubicBezTo>
                    <a:cubicBezTo>
                      <a:pt x="5811" y="3390"/>
                      <a:pt x="5835" y="3413"/>
                      <a:pt x="5859" y="3425"/>
                    </a:cubicBezTo>
                    <a:cubicBezTo>
                      <a:pt x="5889" y="3447"/>
                      <a:pt x="5925" y="3458"/>
                      <a:pt x="5960" y="3458"/>
                    </a:cubicBezTo>
                    <a:cubicBezTo>
                      <a:pt x="6021" y="3458"/>
                      <a:pt x="6083" y="3426"/>
                      <a:pt x="6121" y="3366"/>
                    </a:cubicBezTo>
                    <a:cubicBezTo>
                      <a:pt x="6633" y="2556"/>
                      <a:pt x="7145" y="1747"/>
                      <a:pt x="7823" y="1092"/>
                    </a:cubicBezTo>
                    <a:cubicBezTo>
                      <a:pt x="8168" y="770"/>
                      <a:pt x="8561" y="508"/>
                      <a:pt x="8990" y="318"/>
                    </a:cubicBezTo>
                    <a:cubicBezTo>
                      <a:pt x="9386" y="136"/>
                      <a:pt x="9811" y="40"/>
                      <a:pt x="10239" y="40"/>
                    </a:cubicBezTo>
                    <a:cubicBezTo>
                      <a:pt x="10287" y="40"/>
                      <a:pt x="10335" y="42"/>
                      <a:pt x="10383" y="44"/>
                    </a:cubicBezTo>
                    <a:cubicBezTo>
                      <a:pt x="10212" y="15"/>
                      <a:pt x="10040" y="0"/>
                      <a:pt x="9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 name="Google Shape;77;p7"/>
              <p:cNvSpPr/>
              <p:nvPr/>
            </p:nvSpPr>
            <p:spPr>
              <a:xfrm>
                <a:off x="6186650" y="1653225"/>
                <a:ext cx="349475" cy="166025"/>
              </a:xfrm>
              <a:custGeom>
                <a:avLst/>
                <a:gdLst/>
                <a:ahLst/>
                <a:cxnLst/>
                <a:rect l="l" t="t" r="r" b="b"/>
                <a:pathLst>
                  <a:path w="13979" h="6641" extrusionOk="0">
                    <a:moveTo>
                      <a:pt x="13978" y="1"/>
                    </a:moveTo>
                    <a:lnTo>
                      <a:pt x="13978" y="1"/>
                    </a:lnTo>
                    <a:cubicBezTo>
                      <a:pt x="13264" y="96"/>
                      <a:pt x="12597" y="370"/>
                      <a:pt x="12037" y="810"/>
                    </a:cubicBezTo>
                    <a:cubicBezTo>
                      <a:pt x="11466" y="1239"/>
                      <a:pt x="10990" y="1775"/>
                      <a:pt x="10609" y="2382"/>
                    </a:cubicBezTo>
                    <a:cubicBezTo>
                      <a:pt x="9916" y="3486"/>
                      <a:pt x="9538" y="4738"/>
                      <a:pt x="9215" y="5959"/>
                    </a:cubicBezTo>
                    <a:lnTo>
                      <a:pt x="9215" y="5959"/>
                    </a:lnTo>
                    <a:cubicBezTo>
                      <a:pt x="7933" y="5038"/>
                      <a:pt x="6420" y="4478"/>
                      <a:pt x="4846" y="4346"/>
                    </a:cubicBezTo>
                    <a:cubicBezTo>
                      <a:pt x="4610" y="4326"/>
                      <a:pt x="4373" y="4317"/>
                      <a:pt x="4137" y="4317"/>
                    </a:cubicBezTo>
                    <a:cubicBezTo>
                      <a:pt x="3529" y="4317"/>
                      <a:pt x="2926" y="4381"/>
                      <a:pt x="2334" y="4501"/>
                    </a:cubicBezTo>
                    <a:cubicBezTo>
                      <a:pt x="1512" y="4668"/>
                      <a:pt x="727" y="4965"/>
                      <a:pt x="0" y="5382"/>
                    </a:cubicBezTo>
                    <a:cubicBezTo>
                      <a:pt x="762" y="5061"/>
                      <a:pt x="1560" y="4858"/>
                      <a:pt x="2382" y="4751"/>
                    </a:cubicBezTo>
                    <a:cubicBezTo>
                      <a:pt x="2769" y="4705"/>
                      <a:pt x="3161" y="4681"/>
                      <a:pt x="3554" y="4681"/>
                    </a:cubicBezTo>
                    <a:cubicBezTo>
                      <a:pt x="3971" y="4681"/>
                      <a:pt x="4388" y="4708"/>
                      <a:pt x="4798" y="4763"/>
                    </a:cubicBezTo>
                    <a:cubicBezTo>
                      <a:pt x="6406" y="4965"/>
                      <a:pt x="7930" y="5597"/>
                      <a:pt x="9204" y="6585"/>
                    </a:cubicBezTo>
                    <a:cubicBezTo>
                      <a:pt x="9240" y="6609"/>
                      <a:pt x="9275" y="6620"/>
                      <a:pt x="9299" y="6632"/>
                    </a:cubicBezTo>
                    <a:cubicBezTo>
                      <a:pt x="9321" y="6638"/>
                      <a:pt x="9343" y="6641"/>
                      <a:pt x="9365" y="6641"/>
                    </a:cubicBezTo>
                    <a:cubicBezTo>
                      <a:pt x="9480" y="6641"/>
                      <a:pt x="9578" y="6562"/>
                      <a:pt x="9609" y="6442"/>
                    </a:cubicBezTo>
                    <a:cubicBezTo>
                      <a:pt x="9954" y="5108"/>
                      <a:pt x="10275" y="3763"/>
                      <a:pt x="10942" y="2572"/>
                    </a:cubicBezTo>
                    <a:cubicBezTo>
                      <a:pt x="11264" y="1989"/>
                      <a:pt x="11692" y="1441"/>
                      <a:pt x="12192" y="989"/>
                    </a:cubicBezTo>
                    <a:cubicBezTo>
                      <a:pt x="12692" y="524"/>
                      <a:pt x="13311" y="179"/>
                      <a:pt x="13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 name="Google Shape;78;p7"/>
              <p:cNvSpPr/>
              <p:nvPr/>
            </p:nvSpPr>
            <p:spPr>
              <a:xfrm>
                <a:off x="6774675" y="1212300"/>
                <a:ext cx="184275" cy="61725"/>
              </a:xfrm>
              <a:custGeom>
                <a:avLst/>
                <a:gdLst/>
                <a:ahLst/>
                <a:cxnLst/>
                <a:rect l="l" t="t" r="r" b="b"/>
                <a:pathLst>
                  <a:path w="7371" h="2469" extrusionOk="0">
                    <a:moveTo>
                      <a:pt x="745" y="1"/>
                    </a:moveTo>
                    <a:cubicBezTo>
                      <a:pt x="497" y="1"/>
                      <a:pt x="247" y="30"/>
                      <a:pt x="1" y="90"/>
                    </a:cubicBezTo>
                    <a:cubicBezTo>
                      <a:pt x="58" y="87"/>
                      <a:pt x="116" y="86"/>
                      <a:pt x="173" y="86"/>
                    </a:cubicBezTo>
                    <a:cubicBezTo>
                      <a:pt x="875" y="86"/>
                      <a:pt x="1561" y="288"/>
                      <a:pt x="2156" y="673"/>
                    </a:cubicBezTo>
                    <a:cubicBezTo>
                      <a:pt x="2775" y="1054"/>
                      <a:pt x="3239" y="1649"/>
                      <a:pt x="3489" y="2340"/>
                    </a:cubicBezTo>
                    <a:cubicBezTo>
                      <a:pt x="3501" y="2376"/>
                      <a:pt x="3525" y="2411"/>
                      <a:pt x="3561" y="2435"/>
                    </a:cubicBezTo>
                    <a:cubicBezTo>
                      <a:pt x="3597" y="2458"/>
                      <a:pt x="3636" y="2468"/>
                      <a:pt x="3674" y="2468"/>
                    </a:cubicBezTo>
                    <a:cubicBezTo>
                      <a:pt x="3738" y="2468"/>
                      <a:pt x="3798" y="2439"/>
                      <a:pt x="3835" y="2388"/>
                    </a:cubicBezTo>
                    <a:cubicBezTo>
                      <a:pt x="4251" y="1768"/>
                      <a:pt x="4752" y="1197"/>
                      <a:pt x="5430" y="935"/>
                    </a:cubicBezTo>
                    <a:cubicBezTo>
                      <a:pt x="5634" y="855"/>
                      <a:pt x="5851" y="815"/>
                      <a:pt x="6068" y="815"/>
                    </a:cubicBezTo>
                    <a:cubicBezTo>
                      <a:pt x="6206" y="815"/>
                      <a:pt x="6344" y="831"/>
                      <a:pt x="6478" y="864"/>
                    </a:cubicBezTo>
                    <a:cubicBezTo>
                      <a:pt x="6847" y="923"/>
                      <a:pt x="7169" y="1149"/>
                      <a:pt x="7371" y="1471"/>
                    </a:cubicBezTo>
                    <a:cubicBezTo>
                      <a:pt x="7216" y="1090"/>
                      <a:pt x="6907" y="804"/>
                      <a:pt x="6526" y="673"/>
                    </a:cubicBezTo>
                    <a:cubicBezTo>
                      <a:pt x="6315" y="603"/>
                      <a:pt x="6098" y="567"/>
                      <a:pt x="5881" y="567"/>
                    </a:cubicBezTo>
                    <a:cubicBezTo>
                      <a:pt x="5693" y="567"/>
                      <a:pt x="5505" y="594"/>
                      <a:pt x="5323" y="649"/>
                    </a:cubicBezTo>
                    <a:cubicBezTo>
                      <a:pt x="4930" y="768"/>
                      <a:pt x="4573" y="983"/>
                      <a:pt x="4275" y="1256"/>
                    </a:cubicBezTo>
                    <a:cubicBezTo>
                      <a:pt x="4073" y="1451"/>
                      <a:pt x="3882" y="1663"/>
                      <a:pt x="3712" y="1884"/>
                    </a:cubicBezTo>
                    <a:lnTo>
                      <a:pt x="3712" y="1884"/>
                    </a:lnTo>
                    <a:cubicBezTo>
                      <a:pt x="3412" y="1256"/>
                      <a:pt x="2921" y="737"/>
                      <a:pt x="2299" y="411"/>
                    </a:cubicBezTo>
                    <a:cubicBezTo>
                      <a:pt x="1825" y="141"/>
                      <a:pt x="1289" y="1"/>
                      <a:pt x="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79" name="Google Shape;79;p7"/>
            <p:cNvSpPr/>
            <p:nvPr/>
          </p:nvSpPr>
          <p:spPr>
            <a:xfrm>
              <a:off x="-2584021" y="-853255"/>
              <a:ext cx="3362362" cy="2318423"/>
            </a:xfrm>
            <a:custGeom>
              <a:avLst/>
              <a:gdLst/>
              <a:ahLst/>
              <a:cxnLst/>
              <a:rect l="l" t="t" r="r" b="b"/>
              <a:pathLst>
                <a:path w="19289" h="13300" extrusionOk="0">
                  <a:moveTo>
                    <a:pt x="8878" y="1"/>
                  </a:moveTo>
                  <a:cubicBezTo>
                    <a:pt x="8356" y="1"/>
                    <a:pt x="7835" y="75"/>
                    <a:pt x="7335" y="231"/>
                  </a:cubicBezTo>
                  <a:cubicBezTo>
                    <a:pt x="5739" y="720"/>
                    <a:pt x="4406" y="2113"/>
                    <a:pt x="4168" y="3768"/>
                  </a:cubicBezTo>
                  <a:cubicBezTo>
                    <a:pt x="4055" y="3755"/>
                    <a:pt x="3942" y="3749"/>
                    <a:pt x="3828" y="3749"/>
                  </a:cubicBezTo>
                  <a:cubicBezTo>
                    <a:pt x="2402" y="3749"/>
                    <a:pt x="930" y="4697"/>
                    <a:pt x="488" y="6054"/>
                  </a:cubicBezTo>
                  <a:cubicBezTo>
                    <a:pt x="0" y="7518"/>
                    <a:pt x="715" y="9280"/>
                    <a:pt x="2084" y="9983"/>
                  </a:cubicBezTo>
                  <a:cubicBezTo>
                    <a:pt x="2819" y="10350"/>
                    <a:pt x="3658" y="10429"/>
                    <a:pt x="4491" y="10429"/>
                  </a:cubicBezTo>
                  <a:cubicBezTo>
                    <a:pt x="4629" y="10429"/>
                    <a:pt x="4768" y="10427"/>
                    <a:pt x="4906" y="10423"/>
                  </a:cubicBezTo>
                  <a:cubicBezTo>
                    <a:pt x="5370" y="11673"/>
                    <a:pt x="6632" y="12483"/>
                    <a:pt x="7882" y="12923"/>
                  </a:cubicBezTo>
                  <a:cubicBezTo>
                    <a:pt x="8263" y="13054"/>
                    <a:pt x="8656" y="13162"/>
                    <a:pt x="9061" y="13245"/>
                  </a:cubicBezTo>
                  <a:cubicBezTo>
                    <a:pt x="9310" y="13281"/>
                    <a:pt x="9559" y="13299"/>
                    <a:pt x="9806" y="13299"/>
                  </a:cubicBezTo>
                  <a:cubicBezTo>
                    <a:pt x="11495" y="13299"/>
                    <a:pt x="13096" y="12465"/>
                    <a:pt x="14062" y="11042"/>
                  </a:cubicBezTo>
                  <a:cubicBezTo>
                    <a:pt x="14561" y="11269"/>
                    <a:pt x="15095" y="11382"/>
                    <a:pt x="15629" y="11382"/>
                  </a:cubicBezTo>
                  <a:cubicBezTo>
                    <a:pt x="16217" y="11382"/>
                    <a:pt x="16805" y="11245"/>
                    <a:pt x="17348" y="10971"/>
                  </a:cubicBezTo>
                  <a:cubicBezTo>
                    <a:pt x="18372" y="10435"/>
                    <a:pt x="19062" y="9423"/>
                    <a:pt x="19193" y="8268"/>
                  </a:cubicBezTo>
                  <a:cubicBezTo>
                    <a:pt x="19288" y="7137"/>
                    <a:pt x="18729" y="5911"/>
                    <a:pt x="17776" y="5280"/>
                  </a:cubicBezTo>
                  <a:cubicBezTo>
                    <a:pt x="18312" y="4530"/>
                    <a:pt x="18372" y="3541"/>
                    <a:pt x="17931" y="2732"/>
                  </a:cubicBezTo>
                  <a:cubicBezTo>
                    <a:pt x="17467" y="1946"/>
                    <a:pt x="16645" y="1434"/>
                    <a:pt x="15728" y="1363"/>
                  </a:cubicBezTo>
                  <a:cubicBezTo>
                    <a:pt x="15673" y="1359"/>
                    <a:pt x="15617" y="1357"/>
                    <a:pt x="15561" y="1357"/>
                  </a:cubicBezTo>
                  <a:cubicBezTo>
                    <a:pt x="14720" y="1357"/>
                    <a:pt x="13854" y="1770"/>
                    <a:pt x="13240" y="2351"/>
                  </a:cubicBezTo>
                  <a:cubicBezTo>
                    <a:pt x="13169" y="1744"/>
                    <a:pt x="12657" y="1291"/>
                    <a:pt x="12145" y="958"/>
                  </a:cubicBezTo>
                  <a:cubicBezTo>
                    <a:pt x="11172" y="353"/>
                    <a:pt x="10021" y="1"/>
                    <a:pt x="88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80" name="Google Shape;80;p7"/>
          <p:cNvSpPr txBox="1">
            <a:spLocks noGrp="1"/>
          </p:cNvSpPr>
          <p:nvPr>
            <p:ph type="title"/>
          </p:nvPr>
        </p:nvSpPr>
        <p:spPr>
          <a:xfrm>
            <a:off x="1081033" y="1549900"/>
            <a:ext cx="6299200" cy="1007600"/>
          </a:xfrm>
          <a:prstGeom prst="rect">
            <a:avLst/>
          </a:prstGeom>
        </p:spPr>
        <p:txBody>
          <a:bodyPr spcFirstLastPara="1" wrap="square" lIns="91425" tIns="91425" rIns="91425" bIns="91425" anchor="ctr" anchorCtr="0">
            <a:noAutofit/>
          </a:bodyPr>
          <a:lstStyle>
            <a:lvl1pPr lvl="0" algn="l">
              <a:spcBef>
                <a:spcPts val="0"/>
              </a:spcBef>
              <a:spcAft>
                <a:spcPts val="0"/>
              </a:spcAft>
              <a:buClr>
                <a:schemeClr val="accent4"/>
              </a:buClr>
              <a:buSzPts val="2400"/>
              <a:buNone/>
              <a:defRPr>
                <a:solidFill>
                  <a:schemeClr val="accent4"/>
                </a:solidFill>
              </a:defRPr>
            </a:lvl1pPr>
            <a:lvl2pPr lvl="1">
              <a:spcBef>
                <a:spcPts val="0"/>
              </a:spcBef>
              <a:spcAft>
                <a:spcPts val="0"/>
              </a:spcAft>
              <a:buClr>
                <a:schemeClr val="accent4"/>
              </a:buClr>
              <a:buSzPts val="2400"/>
              <a:buNone/>
              <a:defRPr sz="3200">
                <a:solidFill>
                  <a:schemeClr val="accent4"/>
                </a:solidFill>
              </a:defRPr>
            </a:lvl2pPr>
            <a:lvl3pPr lvl="2">
              <a:spcBef>
                <a:spcPts val="0"/>
              </a:spcBef>
              <a:spcAft>
                <a:spcPts val="0"/>
              </a:spcAft>
              <a:buClr>
                <a:schemeClr val="accent4"/>
              </a:buClr>
              <a:buSzPts val="2400"/>
              <a:buNone/>
              <a:defRPr sz="3200">
                <a:solidFill>
                  <a:schemeClr val="accent4"/>
                </a:solidFill>
              </a:defRPr>
            </a:lvl3pPr>
            <a:lvl4pPr lvl="3">
              <a:spcBef>
                <a:spcPts val="0"/>
              </a:spcBef>
              <a:spcAft>
                <a:spcPts val="0"/>
              </a:spcAft>
              <a:buClr>
                <a:schemeClr val="accent4"/>
              </a:buClr>
              <a:buSzPts val="2400"/>
              <a:buNone/>
              <a:defRPr sz="3200">
                <a:solidFill>
                  <a:schemeClr val="accent4"/>
                </a:solidFill>
              </a:defRPr>
            </a:lvl4pPr>
            <a:lvl5pPr lvl="4">
              <a:spcBef>
                <a:spcPts val="0"/>
              </a:spcBef>
              <a:spcAft>
                <a:spcPts val="0"/>
              </a:spcAft>
              <a:buClr>
                <a:schemeClr val="accent4"/>
              </a:buClr>
              <a:buSzPts val="2400"/>
              <a:buNone/>
              <a:defRPr sz="3200">
                <a:solidFill>
                  <a:schemeClr val="accent4"/>
                </a:solidFill>
              </a:defRPr>
            </a:lvl5pPr>
            <a:lvl6pPr lvl="5">
              <a:spcBef>
                <a:spcPts val="0"/>
              </a:spcBef>
              <a:spcAft>
                <a:spcPts val="0"/>
              </a:spcAft>
              <a:buClr>
                <a:schemeClr val="accent4"/>
              </a:buClr>
              <a:buSzPts val="2400"/>
              <a:buNone/>
              <a:defRPr sz="3200">
                <a:solidFill>
                  <a:schemeClr val="accent4"/>
                </a:solidFill>
              </a:defRPr>
            </a:lvl6pPr>
            <a:lvl7pPr lvl="6">
              <a:spcBef>
                <a:spcPts val="0"/>
              </a:spcBef>
              <a:spcAft>
                <a:spcPts val="0"/>
              </a:spcAft>
              <a:buClr>
                <a:schemeClr val="accent4"/>
              </a:buClr>
              <a:buSzPts val="2400"/>
              <a:buNone/>
              <a:defRPr sz="3200">
                <a:solidFill>
                  <a:schemeClr val="accent4"/>
                </a:solidFill>
              </a:defRPr>
            </a:lvl7pPr>
            <a:lvl8pPr lvl="7">
              <a:spcBef>
                <a:spcPts val="0"/>
              </a:spcBef>
              <a:spcAft>
                <a:spcPts val="0"/>
              </a:spcAft>
              <a:buClr>
                <a:schemeClr val="accent4"/>
              </a:buClr>
              <a:buSzPts val="2400"/>
              <a:buNone/>
              <a:defRPr sz="3200">
                <a:solidFill>
                  <a:schemeClr val="accent4"/>
                </a:solidFill>
              </a:defRPr>
            </a:lvl8pPr>
            <a:lvl9pPr lvl="8">
              <a:spcBef>
                <a:spcPts val="0"/>
              </a:spcBef>
              <a:spcAft>
                <a:spcPts val="0"/>
              </a:spcAft>
              <a:buClr>
                <a:schemeClr val="accent4"/>
              </a:buClr>
              <a:buSzPts val="2400"/>
              <a:buNone/>
              <a:defRPr sz="3200">
                <a:solidFill>
                  <a:schemeClr val="accent4"/>
                </a:solidFill>
              </a:defRPr>
            </a:lvl9pPr>
          </a:lstStyle>
          <a:p>
            <a:endParaRPr/>
          </a:p>
        </p:txBody>
      </p:sp>
      <p:sp>
        <p:nvSpPr>
          <p:cNvPr id="81" name="Google Shape;81;p7"/>
          <p:cNvSpPr txBox="1">
            <a:spLocks noGrp="1"/>
          </p:cNvSpPr>
          <p:nvPr>
            <p:ph type="body" idx="1"/>
          </p:nvPr>
        </p:nvSpPr>
        <p:spPr>
          <a:xfrm>
            <a:off x="1284233" y="2762917"/>
            <a:ext cx="6530000" cy="2545200"/>
          </a:xfrm>
          <a:prstGeom prst="rect">
            <a:avLst/>
          </a:prstGeom>
        </p:spPr>
        <p:txBody>
          <a:bodyPr spcFirstLastPara="1" wrap="square" lIns="91425" tIns="91425" rIns="91425" bIns="91425" anchor="t" anchorCtr="0">
            <a:noAutofit/>
          </a:bodyPr>
          <a:lstStyle>
            <a:lvl1pPr marL="609585" lvl="0" indent="-389457">
              <a:lnSpc>
                <a:spcPct val="115000"/>
              </a:lnSpc>
              <a:spcBef>
                <a:spcPts val="0"/>
              </a:spcBef>
              <a:spcAft>
                <a:spcPts val="0"/>
              </a:spcAft>
              <a:buClr>
                <a:schemeClr val="accent4"/>
              </a:buClr>
              <a:buSzPts val="1000"/>
              <a:buChar char="■"/>
              <a:defRPr/>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Tree>
    <p:extLst>
      <p:ext uri="{BB962C8B-B14F-4D97-AF65-F5344CB8AC3E}">
        <p14:creationId xmlns:p14="http://schemas.microsoft.com/office/powerpoint/2010/main" val="10044064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215"/>
        <p:cNvGrpSpPr/>
        <p:nvPr/>
      </p:nvGrpSpPr>
      <p:grpSpPr>
        <a:xfrm>
          <a:off x="0" y="0"/>
          <a:ext cx="0" cy="0"/>
          <a:chOff x="0" y="0"/>
          <a:chExt cx="0" cy="0"/>
        </a:xfrm>
      </p:grpSpPr>
      <p:grpSp>
        <p:nvGrpSpPr>
          <p:cNvPr id="216" name="Google Shape;216;p20"/>
          <p:cNvGrpSpPr/>
          <p:nvPr/>
        </p:nvGrpSpPr>
        <p:grpSpPr>
          <a:xfrm>
            <a:off x="-1901331" y="648452"/>
            <a:ext cx="14093332" cy="6209563"/>
            <a:chOff x="-1425999" y="486339"/>
            <a:chExt cx="10569999" cy="4657172"/>
          </a:xfrm>
        </p:grpSpPr>
        <p:sp>
          <p:nvSpPr>
            <p:cNvPr id="217" name="Google Shape;217;p20"/>
            <p:cNvSpPr/>
            <p:nvPr/>
          </p:nvSpPr>
          <p:spPr>
            <a:xfrm flipH="1">
              <a:off x="0" y="3295325"/>
              <a:ext cx="3039100" cy="1848186"/>
            </a:xfrm>
            <a:custGeom>
              <a:avLst/>
              <a:gdLst/>
              <a:ahLst/>
              <a:cxnLst/>
              <a:rect l="l" t="t" r="r" b="b"/>
              <a:pathLst>
                <a:path w="121564" h="55067" extrusionOk="0">
                  <a:moveTo>
                    <a:pt x="53638" y="33076"/>
                  </a:moveTo>
                  <a:cubicBezTo>
                    <a:pt x="79082" y="36052"/>
                    <a:pt x="76618" y="0"/>
                    <a:pt x="121564" y="21289"/>
                  </a:cubicBezTo>
                  <a:lnTo>
                    <a:pt x="121564" y="54864"/>
                  </a:lnTo>
                  <a:cubicBezTo>
                    <a:pt x="121564" y="54971"/>
                    <a:pt x="121468" y="55067"/>
                    <a:pt x="121349" y="55067"/>
                  </a:cubicBezTo>
                  <a:lnTo>
                    <a:pt x="120" y="55067"/>
                  </a:lnTo>
                  <a:cubicBezTo>
                    <a:pt x="1" y="55067"/>
                    <a:pt x="120" y="54971"/>
                    <a:pt x="120" y="54864"/>
                  </a:cubicBezTo>
                  <a:cubicBezTo>
                    <a:pt x="120" y="54864"/>
                    <a:pt x="120" y="26789"/>
                    <a:pt x="53638" y="33076"/>
                  </a:cubicBezTo>
                  <a:close/>
                </a:path>
              </a:pathLst>
            </a:custGeom>
            <a:solidFill>
              <a:srgbClr val="F5F1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8" name="Google Shape;218;p20"/>
            <p:cNvSpPr/>
            <p:nvPr/>
          </p:nvSpPr>
          <p:spPr>
            <a:xfrm>
              <a:off x="-1425999" y="486339"/>
              <a:ext cx="2139391" cy="1475170"/>
            </a:xfrm>
            <a:custGeom>
              <a:avLst/>
              <a:gdLst/>
              <a:ahLst/>
              <a:cxnLst/>
              <a:rect l="l" t="t" r="r" b="b"/>
              <a:pathLst>
                <a:path w="19289" h="13300" extrusionOk="0">
                  <a:moveTo>
                    <a:pt x="8878" y="1"/>
                  </a:moveTo>
                  <a:cubicBezTo>
                    <a:pt x="8356" y="1"/>
                    <a:pt x="7835" y="75"/>
                    <a:pt x="7335" y="231"/>
                  </a:cubicBezTo>
                  <a:cubicBezTo>
                    <a:pt x="5739" y="720"/>
                    <a:pt x="4406" y="2113"/>
                    <a:pt x="4168" y="3768"/>
                  </a:cubicBezTo>
                  <a:cubicBezTo>
                    <a:pt x="4055" y="3755"/>
                    <a:pt x="3942" y="3749"/>
                    <a:pt x="3828" y="3749"/>
                  </a:cubicBezTo>
                  <a:cubicBezTo>
                    <a:pt x="2402" y="3749"/>
                    <a:pt x="930" y="4697"/>
                    <a:pt x="488" y="6054"/>
                  </a:cubicBezTo>
                  <a:cubicBezTo>
                    <a:pt x="0" y="7518"/>
                    <a:pt x="715" y="9280"/>
                    <a:pt x="2084" y="9983"/>
                  </a:cubicBezTo>
                  <a:cubicBezTo>
                    <a:pt x="2819" y="10350"/>
                    <a:pt x="3658" y="10429"/>
                    <a:pt x="4491" y="10429"/>
                  </a:cubicBezTo>
                  <a:cubicBezTo>
                    <a:pt x="4629" y="10429"/>
                    <a:pt x="4768" y="10427"/>
                    <a:pt x="4906" y="10423"/>
                  </a:cubicBezTo>
                  <a:cubicBezTo>
                    <a:pt x="5370" y="11673"/>
                    <a:pt x="6632" y="12483"/>
                    <a:pt x="7882" y="12923"/>
                  </a:cubicBezTo>
                  <a:cubicBezTo>
                    <a:pt x="8263" y="13054"/>
                    <a:pt x="8656" y="13162"/>
                    <a:pt x="9061" y="13245"/>
                  </a:cubicBezTo>
                  <a:cubicBezTo>
                    <a:pt x="9310" y="13281"/>
                    <a:pt x="9559" y="13299"/>
                    <a:pt x="9806" y="13299"/>
                  </a:cubicBezTo>
                  <a:cubicBezTo>
                    <a:pt x="11495" y="13299"/>
                    <a:pt x="13096" y="12465"/>
                    <a:pt x="14062" y="11042"/>
                  </a:cubicBezTo>
                  <a:cubicBezTo>
                    <a:pt x="14561" y="11269"/>
                    <a:pt x="15095" y="11382"/>
                    <a:pt x="15629" y="11382"/>
                  </a:cubicBezTo>
                  <a:cubicBezTo>
                    <a:pt x="16217" y="11382"/>
                    <a:pt x="16805" y="11245"/>
                    <a:pt x="17348" y="10971"/>
                  </a:cubicBezTo>
                  <a:cubicBezTo>
                    <a:pt x="18372" y="10435"/>
                    <a:pt x="19062" y="9423"/>
                    <a:pt x="19193" y="8268"/>
                  </a:cubicBezTo>
                  <a:cubicBezTo>
                    <a:pt x="19288" y="7137"/>
                    <a:pt x="18729" y="5911"/>
                    <a:pt x="17776" y="5280"/>
                  </a:cubicBezTo>
                  <a:cubicBezTo>
                    <a:pt x="18312" y="4530"/>
                    <a:pt x="18372" y="3541"/>
                    <a:pt x="17931" y="2732"/>
                  </a:cubicBezTo>
                  <a:cubicBezTo>
                    <a:pt x="17467" y="1946"/>
                    <a:pt x="16645" y="1434"/>
                    <a:pt x="15728" y="1363"/>
                  </a:cubicBezTo>
                  <a:cubicBezTo>
                    <a:pt x="15673" y="1359"/>
                    <a:pt x="15617" y="1357"/>
                    <a:pt x="15561" y="1357"/>
                  </a:cubicBezTo>
                  <a:cubicBezTo>
                    <a:pt x="14720" y="1357"/>
                    <a:pt x="13854" y="1770"/>
                    <a:pt x="13240" y="2351"/>
                  </a:cubicBezTo>
                  <a:cubicBezTo>
                    <a:pt x="13169" y="1744"/>
                    <a:pt x="12657" y="1291"/>
                    <a:pt x="12145" y="958"/>
                  </a:cubicBezTo>
                  <a:cubicBezTo>
                    <a:pt x="11172" y="353"/>
                    <a:pt x="10021" y="1"/>
                    <a:pt x="88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219" name="Google Shape;219;p20"/>
            <p:cNvGrpSpPr/>
            <p:nvPr/>
          </p:nvGrpSpPr>
          <p:grpSpPr>
            <a:xfrm flipH="1">
              <a:off x="485475" y="2171924"/>
              <a:ext cx="1143519" cy="799674"/>
              <a:chOff x="1330800" y="1140849"/>
              <a:chExt cx="1143519" cy="799674"/>
            </a:xfrm>
          </p:grpSpPr>
          <p:sp>
            <p:nvSpPr>
              <p:cNvPr id="220" name="Google Shape;220;p20"/>
              <p:cNvSpPr/>
              <p:nvPr/>
            </p:nvSpPr>
            <p:spPr>
              <a:xfrm>
                <a:off x="2186368" y="1312440"/>
                <a:ext cx="287951" cy="93651"/>
              </a:xfrm>
              <a:custGeom>
                <a:avLst/>
                <a:gdLst/>
                <a:ahLst/>
                <a:cxnLst/>
                <a:rect l="l" t="t" r="r" b="b"/>
                <a:pathLst>
                  <a:path w="10371" h="3373" extrusionOk="0">
                    <a:moveTo>
                      <a:pt x="954" y="0"/>
                    </a:moveTo>
                    <a:cubicBezTo>
                      <a:pt x="634" y="0"/>
                      <a:pt x="313" y="36"/>
                      <a:pt x="0" y="113"/>
                    </a:cubicBezTo>
                    <a:cubicBezTo>
                      <a:pt x="143" y="100"/>
                      <a:pt x="285" y="94"/>
                      <a:pt x="427" y="94"/>
                    </a:cubicBezTo>
                    <a:cubicBezTo>
                      <a:pt x="1345" y="94"/>
                      <a:pt x="2253" y="358"/>
                      <a:pt x="3036" y="863"/>
                    </a:cubicBezTo>
                    <a:cubicBezTo>
                      <a:pt x="3929" y="1411"/>
                      <a:pt x="4620" y="2244"/>
                      <a:pt x="4977" y="3244"/>
                    </a:cubicBezTo>
                    <a:cubicBezTo>
                      <a:pt x="4989" y="3280"/>
                      <a:pt x="5013" y="3316"/>
                      <a:pt x="5049" y="3339"/>
                    </a:cubicBezTo>
                    <a:cubicBezTo>
                      <a:pt x="5080" y="3362"/>
                      <a:pt x="5117" y="3372"/>
                      <a:pt x="5153" y="3372"/>
                    </a:cubicBezTo>
                    <a:cubicBezTo>
                      <a:pt x="5213" y="3372"/>
                      <a:pt x="5273" y="3344"/>
                      <a:pt x="5310" y="3292"/>
                    </a:cubicBezTo>
                    <a:cubicBezTo>
                      <a:pt x="5906" y="2423"/>
                      <a:pt x="6632" y="1601"/>
                      <a:pt x="7596" y="1232"/>
                    </a:cubicBezTo>
                    <a:cubicBezTo>
                      <a:pt x="7881" y="1121"/>
                      <a:pt x="8182" y="1066"/>
                      <a:pt x="8483" y="1066"/>
                    </a:cubicBezTo>
                    <a:cubicBezTo>
                      <a:pt x="8698" y="1066"/>
                      <a:pt x="8912" y="1094"/>
                      <a:pt x="9120" y="1149"/>
                    </a:cubicBezTo>
                    <a:cubicBezTo>
                      <a:pt x="9644" y="1256"/>
                      <a:pt x="10097" y="1577"/>
                      <a:pt x="10371" y="2042"/>
                    </a:cubicBezTo>
                    <a:cubicBezTo>
                      <a:pt x="10180" y="1530"/>
                      <a:pt x="9692" y="1149"/>
                      <a:pt x="9168" y="970"/>
                    </a:cubicBezTo>
                    <a:cubicBezTo>
                      <a:pt x="8886" y="876"/>
                      <a:pt x="8591" y="828"/>
                      <a:pt x="8295" y="828"/>
                    </a:cubicBezTo>
                    <a:cubicBezTo>
                      <a:pt x="8029" y="828"/>
                      <a:pt x="7761" y="867"/>
                      <a:pt x="7501" y="946"/>
                    </a:cubicBezTo>
                    <a:cubicBezTo>
                      <a:pt x="6965" y="1125"/>
                      <a:pt x="6477" y="1423"/>
                      <a:pt x="6061" y="1804"/>
                    </a:cubicBezTo>
                    <a:cubicBezTo>
                      <a:pt x="5750" y="2104"/>
                      <a:pt x="5462" y="2435"/>
                      <a:pt x="5203" y="2783"/>
                    </a:cubicBezTo>
                    <a:lnTo>
                      <a:pt x="5203" y="2783"/>
                    </a:lnTo>
                    <a:cubicBezTo>
                      <a:pt x="4791" y="1859"/>
                      <a:pt x="4087" y="1093"/>
                      <a:pt x="3191" y="613"/>
                    </a:cubicBezTo>
                    <a:cubicBezTo>
                      <a:pt x="2715" y="339"/>
                      <a:pt x="2179" y="149"/>
                      <a:pt x="1631" y="53"/>
                    </a:cubicBezTo>
                    <a:cubicBezTo>
                      <a:pt x="1409" y="19"/>
                      <a:pt x="1182" y="0"/>
                      <a:pt x="9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1" name="Google Shape;221;p20"/>
              <p:cNvSpPr/>
              <p:nvPr/>
            </p:nvSpPr>
            <p:spPr>
              <a:xfrm>
                <a:off x="2053454" y="1140849"/>
                <a:ext cx="204656" cy="68552"/>
              </a:xfrm>
              <a:custGeom>
                <a:avLst/>
                <a:gdLst/>
                <a:ahLst/>
                <a:cxnLst/>
                <a:rect l="l" t="t" r="r" b="b"/>
                <a:pathLst>
                  <a:path w="7371" h="2469" extrusionOk="0">
                    <a:moveTo>
                      <a:pt x="745" y="1"/>
                    </a:moveTo>
                    <a:cubicBezTo>
                      <a:pt x="497" y="1"/>
                      <a:pt x="247" y="30"/>
                      <a:pt x="1" y="90"/>
                    </a:cubicBezTo>
                    <a:cubicBezTo>
                      <a:pt x="58" y="87"/>
                      <a:pt x="116" y="86"/>
                      <a:pt x="173" y="86"/>
                    </a:cubicBezTo>
                    <a:cubicBezTo>
                      <a:pt x="875" y="86"/>
                      <a:pt x="1561" y="288"/>
                      <a:pt x="2156" y="673"/>
                    </a:cubicBezTo>
                    <a:cubicBezTo>
                      <a:pt x="2775" y="1054"/>
                      <a:pt x="3239" y="1649"/>
                      <a:pt x="3489" y="2340"/>
                    </a:cubicBezTo>
                    <a:cubicBezTo>
                      <a:pt x="3501" y="2376"/>
                      <a:pt x="3525" y="2411"/>
                      <a:pt x="3561" y="2435"/>
                    </a:cubicBezTo>
                    <a:cubicBezTo>
                      <a:pt x="3597" y="2458"/>
                      <a:pt x="3636" y="2468"/>
                      <a:pt x="3674" y="2468"/>
                    </a:cubicBezTo>
                    <a:cubicBezTo>
                      <a:pt x="3738" y="2468"/>
                      <a:pt x="3798" y="2439"/>
                      <a:pt x="3835" y="2388"/>
                    </a:cubicBezTo>
                    <a:cubicBezTo>
                      <a:pt x="4251" y="1768"/>
                      <a:pt x="4752" y="1197"/>
                      <a:pt x="5430" y="935"/>
                    </a:cubicBezTo>
                    <a:cubicBezTo>
                      <a:pt x="5634" y="855"/>
                      <a:pt x="5851" y="815"/>
                      <a:pt x="6068" y="815"/>
                    </a:cubicBezTo>
                    <a:cubicBezTo>
                      <a:pt x="6206" y="815"/>
                      <a:pt x="6344" y="831"/>
                      <a:pt x="6478" y="864"/>
                    </a:cubicBezTo>
                    <a:cubicBezTo>
                      <a:pt x="6847" y="923"/>
                      <a:pt x="7169" y="1149"/>
                      <a:pt x="7371" y="1471"/>
                    </a:cubicBezTo>
                    <a:cubicBezTo>
                      <a:pt x="7216" y="1090"/>
                      <a:pt x="6907" y="804"/>
                      <a:pt x="6526" y="673"/>
                    </a:cubicBezTo>
                    <a:cubicBezTo>
                      <a:pt x="6315" y="603"/>
                      <a:pt x="6098" y="567"/>
                      <a:pt x="5881" y="567"/>
                    </a:cubicBezTo>
                    <a:cubicBezTo>
                      <a:pt x="5693" y="567"/>
                      <a:pt x="5505" y="594"/>
                      <a:pt x="5323" y="649"/>
                    </a:cubicBezTo>
                    <a:cubicBezTo>
                      <a:pt x="4930" y="768"/>
                      <a:pt x="4573" y="983"/>
                      <a:pt x="4275" y="1256"/>
                    </a:cubicBezTo>
                    <a:cubicBezTo>
                      <a:pt x="4073" y="1451"/>
                      <a:pt x="3882" y="1663"/>
                      <a:pt x="3712" y="1884"/>
                    </a:cubicBezTo>
                    <a:lnTo>
                      <a:pt x="3712" y="1884"/>
                    </a:lnTo>
                    <a:cubicBezTo>
                      <a:pt x="3412" y="1256"/>
                      <a:pt x="2921" y="737"/>
                      <a:pt x="2299" y="411"/>
                    </a:cubicBezTo>
                    <a:cubicBezTo>
                      <a:pt x="1825" y="141"/>
                      <a:pt x="1289" y="1"/>
                      <a:pt x="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2" name="Google Shape;222;p20"/>
              <p:cNvSpPr/>
              <p:nvPr/>
            </p:nvSpPr>
            <p:spPr>
              <a:xfrm>
                <a:off x="1901410" y="1508632"/>
                <a:ext cx="280010" cy="118445"/>
              </a:xfrm>
              <a:custGeom>
                <a:avLst/>
                <a:gdLst/>
                <a:ahLst/>
                <a:cxnLst/>
                <a:rect l="l" t="t" r="r" b="b"/>
                <a:pathLst>
                  <a:path w="10085" h="4266" extrusionOk="0">
                    <a:moveTo>
                      <a:pt x="0" y="0"/>
                    </a:moveTo>
                    <a:cubicBezTo>
                      <a:pt x="1107" y="214"/>
                      <a:pt x="2143" y="714"/>
                      <a:pt x="3000" y="1465"/>
                    </a:cubicBezTo>
                    <a:cubicBezTo>
                      <a:pt x="3846" y="2167"/>
                      <a:pt x="4489" y="3096"/>
                      <a:pt x="4870" y="4143"/>
                    </a:cubicBezTo>
                    <a:cubicBezTo>
                      <a:pt x="4892" y="4219"/>
                      <a:pt x="4967" y="4266"/>
                      <a:pt x="5047" y="4266"/>
                    </a:cubicBezTo>
                    <a:cubicBezTo>
                      <a:pt x="5093" y="4266"/>
                      <a:pt x="5140" y="4250"/>
                      <a:pt x="5179" y="4215"/>
                    </a:cubicBezTo>
                    <a:cubicBezTo>
                      <a:pt x="5870" y="3560"/>
                      <a:pt x="6560" y="2905"/>
                      <a:pt x="7382" y="2465"/>
                    </a:cubicBezTo>
                    <a:cubicBezTo>
                      <a:pt x="7787" y="2238"/>
                      <a:pt x="8227" y="2084"/>
                      <a:pt x="8692" y="2000"/>
                    </a:cubicBezTo>
                    <a:cubicBezTo>
                      <a:pt x="8857" y="1971"/>
                      <a:pt x="9024" y="1956"/>
                      <a:pt x="9191" y="1956"/>
                    </a:cubicBezTo>
                    <a:cubicBezTo>
                      <a:pt x="9492" y="1956"/>
                      <a:pt x="9793" y="2004"/>
                      <a:pt x="10085" y="2096"/>
                    </a:cubicBezTo>
                    <a:cubicBezTo>
                      <a:pt x="9719" y="1917"/>
                      <a:pt x="9320" y="1822"/>
                      <a:pt x="8915" y="1822"/>
                    </a:cubicBezTo>
                    <a:cubicBezTo>
                      <a:pt x="8833" y="1822"/>
                      <a:pt x="8750" y="1826"/>
                      <a:pt x="8668" y="1834"/>
                    </a:cubicBezTo>
                    <a:cubicBezTo>
                      <a:pt x="8180" y="1869"/>
                      <a:pt x="7703" y="2000"/>
                      <a:pt x="7251" y="2215"/>
                    </a:cubicBezTo>
                    <a:cubicBezTo>
                      <a:pt x="6446" y="2580"/>
                      <a:pt x="5767" y="3157"/>
                      <a:pt x="5126" y="3739"/>
                    </a:cubicBezTo>
                    <a:lnTo>
                      <a:pt x="5126" y="3739"/>
                    </a:lnTo>
                    <a:cubicBezTo>
                      <a:pt x="4728" y="2734"/>
                      <a:pt x="4066" y="1858"/>
                      <a:pt x="3203" y="1203"/>
                    </a:cubicBezTo>
                    <a:cubicBezTo>
                      <a:pt x="2739" y="845"/>
                      <a:pt x="2227" y="560"/>
                      <a:pt x="1679" y="345"/>
                    </a:cubicBezTo>
                    <a:cubicBezTo>
                      <a:pt x="1143" y="143"/>
                      <a:pt x="583" y="24"/>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3" name="Google Shape;223;p20"/>
              <p:cNvSpPr/>
              <p:nvPr/>
            </p:nvSpPr>
            <p:spPr>
              <a:xfrm>
                <a:off x="1330800" y="1812248"/>
                <a:ext cx="401676" cy="128274"/>
              </a:xfrm>
              <a:custGeom>
                <a:avLst/>
                <a:gdLst/>
                <a:ahLst/>
                <a:cxnLst/>
                <a:rect l="l" t="t" r="r" b="b"/>
                <a:pathLst>
                  <a:path w="14467" h="4620" extrusionOk="0">
                    <a:moveTo>
                      <a:pt x="13626" y="0"/>
                    </a:moveTo>
                    <a:cubicBezTo>
                      <a:pt x="13232" y="0"/>
                      <a:pt x="12837" y="60"/>
                      <a:pt x="12455" y="185"/>
                    </a:cubicBezTo>
                    <a:cubicBezTo>
                      <a:pt x="11788" y="388"/>
                      <a:pt x="11169" y="709"/>
                      <a:pt x="10621" y="1138"/>
                    </a:cubicBezTo>
                    <a:cubicBezTo>
                      <a:pt x="9630" y="1903"/>
                      <a:pt x="8872" y="2903"/>
                      <a:pt x="8172" y="3907"/>
                    </a:cubicBezTo>
                    <a:lnTo>
                      <a:pt x="8172" y="3907"/>
                    </a:lnTo>
                    <a:cubicBezTo>
                      <a:pt x="7315" y="2644"/>
                      <a:pt x="6134" y="1644"/>
                      <a:pt x="4751" y="1007"/>
                    </a:cubicBezTo>
                    <a:cubicBezTo>
                      <a:pt x="4001" y="662"/>
                      <a:pt x="3216" y="424"/>
                      <a:pt x="2418" y="305"/>
                    </a:cubicBezTo>
                    <a:cubicBezTo>
                      <a:pt x="2031" y="248"/>
                      <a:pt x="1645" y="218"/>
                      <a:pt x="1260" y="218"/>
                    </a:cubicBezTo>
                    <a:cubicBezTo>
                      <a:pt x="838" y="218"/>
                      <a:pt x="418" y="254"/>
                      <a:pt x="1" y="328"/>
                    </a:cubicBezTo>
                    <a:cubicBezTo>
                      <a:pt x="121" y="323"/>
                      <a:pt x="242" y="320"/>
                      <a:pt x="362" y="320"/>
                    </a:cubicBezTo>
                    <a:cubicBezTo>
                      <a:pt x="1036" y="320"/>
                      <a:pt x="1701" y="405"/>
                      <a:pt x="2358" y="566"/>
                    </a:cubicBezTo>
                    <a:cubicBezTo>
                      <a:pt x="3132" y="745"/>
                      <a:pt x="3870" y="1019"/>
                      <a:pt x="4561" y="1388"/>
                    </a:cubicBezTo>
                    <a:cubicBezTo>
                      <a:pt x="5942" y="2102"/>
                      <a:pt x="7121" y="3174"/>
                      <a:pt x="7954" y="4496"/>
                    </a:cubicBezTo>
                    <a:cubicBezTo>
                      <a:pt x="7966" y="4531"/>
                      <a:pt x="7990" y="4555"/>
                      <a:pt x="8026" y="4579"/>
                    </a:cubicBezTo>
                    <a:cubicBezTo>
                      <a:pt x="8066" y="4606"/>
                      <a:pt x="8114" y="4619"/>
                      <a:pt x="8163" y="4619"/>
                    </a:cubicBezTo>
                    <a:cubicBezTo>
                      <a:pt x="8244" y="4619"/>
                      <a:pt x="8326" y="4582"/>
                      <a:pt x="8371" y="4507"/>
                    </a:cubicBezTo>
                    <a:cubicBezTo>
                      <a:pt x="9133" y="3400"/>
                      <a:pt x="9871" y="2293"/>
                      <a:pt x="10859" y="1436"/>
                    </a:cubicBezTo>
                    <a:cubicBezTo>
                      <a:pt x="11359" y="995"/>
                      <a:pt x="11919" y="650"/>
                      <a:pt x="12526" y="400"/>
                    </a:cubicBezTo>
                    <a:cubicBezTo>
                      <a:pt x="13050" y="188"/>
                      <a:pt x="13607" y="79"/>
                      <a:pt x="14162" y="79"/>
                    </a:cubicBezTo>
                    <a:cubicBezTo>
                      <a:pt x="14264" y="79"/>
                      <a:pt x="14366" y="83"/>
                      <a:pt x="14467" y="90"/>
                    </a:cubicBezTo>
                    <a:cubicBezTo>
                      <a:pt x="14189" y="31"/>
                      <a:pt x="13908" y="0"/>
                      <a:pt x="136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224" name="Google Shape;224;p20"/>
            <p:cNvSpPr/>
            <p:nvPr/>
          </p:nvSpPr>
          <p:spPr>
            <a:xfrm>
              <a:off x="6104900" y="3766825"/>
              <a:ext cx="3039100" cy="1376675"/>
            </a:xfrm>
            <a:custGeom>
              <a:avLst/>
              <a:gdLst/>
              <a:ahLst/>
              <a:cxnLst/>
              <a:rect l="l" t="t" r="r" b="b"/>
              <a:pathLst>
                <a:path w="121564" h="55067" extrusionOk="0">
                  <a:moveTo>
                    <a:pt x="53638" y="33076"/>
                  </a:moveTo>
                  <a:cubicBezTo>
                    <a:pt x="79082" y="36052"/>
                    <a:pt x="76618" y="0"/>
                    <a:pt x="121564" y="21289"/>
                  </a:cubicBezTo>
                  <a:lnTo>
                    <a:pt x="121564" y="54864"/>
                  </a:lnTo>
                  <a:cubicBezTo>
                    <a:pt x="121564" y="54971"/>
                    <a:pt x="121468" y="55067"/>
                    <a:pt x="121349" y="55067"/>
                  </a:cubicBezTo>
                  <a:lnTo>
                    <a:pt x="120" y="55067"/>
                  </a:lnTo>
                  <a:cubicBezTo>
                    <a:pt x="1" y="55067"/>
                    <a:pt x="120" y="54971"/>
                    <a:pt x="120" y="54864"/>
                  </a:cubicBezTo>
                  <a:cubicBezTo>
                    <a:pt x="120" y="54864"/>
                    <a:pt x="120" y="26789"/>
                    <a:pt x="53638" y="3307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225" name="Google Shape;225;p20"/>
          <p:cNvSpPr txBox="1">
            <a:spLocks noGrp="1"/>
          </p:cNvSpPr>
          <p:nvPr>
            <p:ph type="title"/>
          </p:nvPr>
        </p:nvSpPr>
        <p:spPr>
          <a:xfrm>
            <a:off x="828787" y="547745"/>
            <a:ext cx="101684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4"/>
              </a:buClr>
              <a:buSzPts val="3500"/>
              <a:buNone/>
              <a:defRPr>
                <a:solidFill>
                  <a:schemeClr val="accent4"/>
                </a:solidFill>
              </a:defRPr>
            </a:lvl1pPr>
            <a:lvl2pPr lvl="1" rtl="0">
              <a:spcBef>
                <a:spcPts val="0"/>
              </a:spcBef>
              <a:spcAft>
                <a:spcPts val="0"/>
              </a:spcAft>
              <a:buClr>
                <a:schemeClr val="accent4"/>
              </a:buClr>
              <a:buSzPts val="3500"/>
              <a:buNone/>
              <a:defRPr>
                <a:solidFill>
                  <a:schemeClr val="accent4"/>
                </a:solidFill>
              </a:defRPr>
            </a:lvl2pPr>
            <a:lvl3pPr lvl="2" rtl="0">
              <a:spcBef>
                <a:spcPts val="0"/>
              </a:spcBef>
              <a:spcAft>
                <a:spcPts val="0"/>
              </a:spcAft>
              <a:buClr>
                <a:schemeClr val="accent4"/>
              </a:buClr>
              <a:buSzPts val="3500"/>
              <a:buNone/>
              <a:defRPr>
                <a:solidFill>
                  <a:schemeClr val="accent4"/>
                </a:solidFill>
              </a:defRPr>
            </a:lvl3pPr>
            <a:lvl4pPr lvl="3" rtl="0">
              <a:spcBef>
                <a:spcPts val="0"/>
              </a:spcBef>
              <a:spcAft>
                <a:spcPts val="0"/>
              </a:spcAft>
              <a:buClr>
                <a:schemeClr val="accent4"/>
              </a:buClr>
              <a:buSzPts val="3500"/>
              <a:buNone/>
              <a:defRPr>
                <a:solidFill>
                  <a:schemeClr val="accent4"/>
                </a:solidFill>
              </a:defRPr>
            </a:lvl4pPr>
            <a:lvl5pPr lvl="4" rtl="0">
              <a:spcBef>
                <a:spcPts val="0"/>
              </a:spcBef>
              <a:spcAft>
                <a:spcPts val="0"/>
              </a:spcAft>
              <a:buClr>
                <a:schemeClr val="accent4"/>
              </a:buClr>
              <a:buSzPts val="3500"/>
              <a:buNone/>
              <a:defRPr>
                <a:solidFill>
                  <a:schemeClr val="accent4"/>
                </a:solidFill>
              </a:defRPr>
            </a:lvl5pPr>
            <a:lvl6pPr lvl="5" rtl="0">
              <a:spcBef>
                <a:spcPts val="0"/>
              </a:spcBef>
              <a:spcAft>
                <a:spcPts val="0"/>
              </a:spcAft>
              <a:buClr>
                <a:schemeClr val="accent4"/>
              </a:buClr>
              <a:buSzPts val="3500"/>
              <a:buNone/>
              <a:defRPr>
                <a:solidFill>
                  <a:schemeClr val="accent4"/>
                </a:solidFill>
              </a:defRPr>
            </a:lvl6pPr>
            <a:lvl7pPr lvl="6" rtl="0">
              <a:spcBef>
                <a:spcPts val="0"/>
              </a:spcBef>
              <a:spcAft>
                <a:spcPts val="0"/>
              </a:spcAft>
              <a:buClr>
                <a:schemeClr val="accent4"/>
              </a:buClr>
              <a:buSzPts val="3500"/>
              <a:buNone/>
              <a:defRPr>
                <a:solidFill>
                  <a:schemeClr val="accent4"/>
                </a:solidFill>
              </a:defRPr>
            </a:lvl7pPr>
            <a:lvl8pPr lvl="7" rtl="0">
              <a:spcBef>
                <a:spcPts val="0"/>
              </a:spcBef>
              <a:spcAft>
                <a:spcPts val="0"/>
              </a:spcAft>
              <a:buClr>
                <a:schemeClr val="accent4"/>
              </a:buClr>
              <a:buSzPts val="3500"/>
              <a:buNone/>
              <a:defRPr>
                <a:solidFill>
                  <a:schemeClr val="accent4"/>
                </a:solidFill>
              </a:defRPr>
            </a:lvl8pPr>
            <a:lvl9pPr lvl="8" rtl="0">
              <a:spcBef>
                <a:spcPts val="0"/>
              </a:spcBef>
              <a:spcAft>
                <a:spcPts val="0"/>
              </a:spcAft>
              <a:buClr>
                <a:schemeClr val="accent4"/>
              </a:buClr>
              <a:buSzPts val="3500"/>
              <a:buNone/>
              <a:defRPr>
                <a:solidFill>
                  <a:schemeClr val="accent4"/>
                </a:solidFill>
              </a:defRPr>
            </a:lvl9pPr>
          </a:lstStyle>
          <a:p>
            <a:endParaRPr/>
          </a:p>
        </p:txBody>
      </p:sp>
      <p:sp>
        <p:nvSpPr>
          <p:cNvPr id="226" name="Google Shape;226;p20"/>
          <p:cNvSpPr txBox="1">
            <a:spLocks noGrp="1"/>
          </p:cNvSpPr>
          <p:nvPr>
            <p:ph type="title" idx="2"/>
          </p:nvPr>
        </p:nvSpPr>
        <p:spPr>
          <a:xfrm>
            <a:off x="7756465" y="1801167"/>
            <a:ext cx="3358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4"/>
              </a:buClr>
              <a:buSzPts val="2000"/>
              <a:buNone/>
              <a:defRPr sz="3333" b="1">
                <a:solidFill>
                  <a:schemeClr val="accent4"/>
                </a:solidFill>
              </a:defRPr>
            </a:lvl1pPr>
            <a:lvl2pPr lvl="1" rtl="0">
              <a:spcBef>
                <a:spcPts val="0"/>
              </a:spcBef>
              <a:spcAft>
                <a:spcPts val="0"/>
              </a:spcAft>
              <a:buClr>
                <a:schemeClr val="accent4"/>
              </a:buClr>
              <a:buSzPts val="2000"/>
              <a:buNone/>
              <a:defRPr sz="2667">
                <a:solidFill>
                  <a:schemeClr val="accent4"/>
                </a:solidFill>
              </a:defRPr>
            </a:lvl2pPr>
            <a:lvl3pPr lvl="2" rtl="0">
              <a:spcBef>
                <a:spcPts val="0"/>
              </a:spcBef>
              <a:spcAft>
                <a:spcPts val="0"/>
              </a:spcAft>
              <a:buClr>
                <a:schemeClr val="accent4"/>
              </a:buClr>
              <a:buSzPts val="2000"/>
              <a:buNone/>
              <a:defRPr sz="2667">
                <a:solidFill>
                  <a:schemeClr val="accent4"/>
                </a:solidFill>
              </a:defRPr>
            </a:lvl3pPr>
            <a:lvl4pPr lvl="3" rtl="0">
              <a:spcBef>
                <a:spcPts val="0"/>
              </a:spcBef>
              <a:spcAft>
                <a:spcPts val="0"/>
              </a:spcAft>
              <a:buClr>
                <a:schemeClr val="accent4"/>
              </a:buClr>
              <a:buSzPts val="2000"/>
              <a:buNone/>
              <a:defRPr sz="2667">
                <a:solidFill>
                  <a:schemeClr val="accent4"/>
                </a:solidFill>
              </a:defRPr>
            </a:lvl4pPr>
            <a:lvl5pPr lvl="4" rtl="0">
              <a:spcBef>
                <a:spcPts val="0"/>
              </a:spcBef>
              <a:spcAft>
                <a:spcPts val="0"/>
              </a:spcAft>
              <a:buClr>
                <a:schemeClr val="accent4"/>
              </a:buClr>
              <a:buSzPts val="2000"/>
              <a:buNone/>
              <a:defRPr sz="2667">
                <a:solidFill>
                  <a:schemeClr val="accent4"/>
                </a:solidFill>
              </a:defRPr>
            </a:lvl5pPr>
            <a:lvl6pPr lvl="5" rtl="0">
              <a:spcBef>
                <a:spcPts val="0"/>
              </a:spcBef>
              <a:spcAft>
                <a:spcPts val="0"/>
              </a:spcAft>
              <a:buClr>
                <a:schemeClr val="accent4"/>
              </a:buClr>
              <a:buSzPts val="2000"/>
              <a:buNone/>
              <a:defRPr sz="2667">
                <a:solidFill>
                  <a:schemeClr val="accent4"/>
                </a:solidFill>
              </a:defRPr>
            </a:lvl6pPr>
            <a:lvl7pPr lvl="6" rtl="0">
              <a:spcBef>
                <a:spcPts val="0"/>
              </a:spcBef>
              <a:spcAft>
                <a:spcPts val="0"/>
              </a:spcAft>
              <a:buClr>
                <a:schemeClr val="accent4"/>
              </a:buClr>
              <a:buSzPts val="2000"/>
              <a:buNone/>
              <a:defRPr sz="2667">
                <a:solidFill>
                  <a:schemeClr val="accent4"/>
                </a:solidFill>
              </a:defRPr>
            </a:lvl7pPr>
            <a:lvl8pPr lvl="7" rtl="0">
              <a:spcBef>
                <a:spcPts val="0"/>
              </a:spcBef>
              <a:spcAft>
                <a:spcPts val="0"/>
              </a:spcAft>
              <a:buClr>
                <a:schemeClr val="accent4"/>
              </a:buClr>
              <a:buSzPts val="2000"/>
              <a:buNone/>
              <a:defRPr sz="2667">
                <a:solidFill>
                  <a:schemeClr val="accent4"/>
                </a:solidFill>
              </a:defRPr>
            </a:lvl8pPr>
            <a:lvl9pPr lvl="8" rtl="0">
              <a:spcBef>
                <a:spcPts val="0"/>
              </a:spcBef>
              <a:spcAft>
                <a:spcPts val="0"/>
              </a:spcAft>
              <a:buClr>
                <a:schemeClr val="accent4"/>
              </a:buClr>
              <a:buSzPts val="2000"/>
              <a:buNone/>
              <a:defRPr sz="2667">
                <a:solidFill>
                  <a:schemeClr val="accent4"/>
                </a:solidFill>
              </a:defRPr>
            </a:lvl9pPr>
          </a:lstStyle>
          <a:p>
            <a:endParaRPr/>
          </a:p>
        </p:txBody>
      </p:sp>
      <p:sp>
        <p:nvSpPr>
          <p:cNvPr id="227" name="Google Shape;227;p20"/>
          <p:cNvSpPr txBox="1">
            <a:spLocks noGrp="1"/>
          </p:cNvSpPr>
          <p:nvPr>
            <p:ph type="title" idx="3"/>
          </p:nvPr>
        </p:nvSpPr>
        <p:spPr>
          <a:xfrm>
            <a:off x="7756400" y="2408367"/>
            <a:ext cx="3484400" cy="10044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Inika"/>
              <a:buNone/>
              <a:defRPr sz="1867" b="0">
                <a:solidFill>
                  <a:schemeClr val="dk2"/>
                </a:solidFill>
                <a:latin typeface="Inika"/>
                <a:ea typeface="Inika"/>
                <a:cs typeface="Inika"/>
                <a:sym typeface="Inika"/>
              </a:defRPr>
            </a:lvl1pPr>
            <a:lvl2pPr lvl="1" rtl="0">
              <a:spcBef>
                <a:spcPts val="0"/>
              </a:spcBef>
              <a:spcAft>
                <a:spcPts val="0"/>
              </a:spcAft>
              <a:buSzPts val="1400"/>
              <a:buFont typeface="Inika"/>
              <a:buNone/>
              <a:defRPr sz="1867" b="0">
                <a:latin typeface="Inika"/>
                <a:ea typeface="Inika"/>
                <a:cs typeface="Inika"/>
                <a:sym typeface="Inika"/>
              </a:defRPr>
            </a:lvl2pPr>
            <a:lvl3pPr lvl="2" rtl="0">
              <a:spcBef>
                <a:spcPts val="0"/>
              </a:spcBef>
              <a:spcAft>
                <a:spcPts val="0"/>
              </a:spcAft>
              <a:buSzPts val="1400"/>
              <a:buFont typeface="Inika"/>
              <a:buNone/>
              <a:defRPr sz="1867" b="0">
                <a:latin typeface="Inika"/>
                <a:ea typeface="Inika"/>
                <a:cs typeface="Inika"/>
                <a:sym typeface="Inika"/>
              </a:defRPr>
            </a:lvl3pPr>
            <a:lvl4pPr lvl="3" rtl="0">
              <a:spcBef>
                <a:spcPts val="0"/>
              </a:spcBef>
              <a:spcAft>
                <a:spcPts val="0"/>
              </a:spcAft>
              <a:buSzPts val="1400"/>
              <a:buFont typeface="Inika"/>
              <a:buNone/>
              <a:defRPr sz="1867" b="0">
                <a:latin typeface="Inika"/>
                <a:ea typeface="Inika"/>
                <a:cs typeface="Inika"/>
                <a:sym typeface="Inika"/>
              </a:defRPr>
            </a:lvl4pPr>
            <a:lvl5pPr lvl="4" rtl="0">
              <a:spcBef>
                <a:spcPts val="0"/>
              </a:spcBef>
              <a:spcAft>
                <a:spcPts val="0"/>
              </a:spcAft>
              <a:buSzPts val="1400"/>
              <a:buFont typeface="Inika"/>
              <a:buNone/>
              <a:defRPr sz="1867" b="0">
                <a:latin typeface="Inika"/>
                <a:ea typeface="Inika"/>
                <a:cs typeface="Inika"/>
                <a:sym typeface="Inika"/>
              </a:defRPr>
            </a:lvl5pPr>
            <a:lvl6pPr lvl="5" rtl="0">
              <a:spcBef>
                <a:spcPts val="0"/>
              </a:spcBef>
              <a:spcAft>
                <a:spcPts val="0"/>
              </a:spcAft>
              <a:buSzPts val="1400"/>
              <a:buFont typeface="Inika"/>
              <a:buNone/>
              <a:defRPr sz="1867" b="0">
                <a:latin typeface="Inika"/>
                <a:ea typeface="Inika"/>
                <a:cs typeface="Inika"/>
                <a:sym typeface="Inika"/>
              </a:defRPr>
            </a:lvl6pPr>
            <a:lvl7pPr lvl="6" rtl="0">
              <a:spcBef>
                <a:spcPts val="0"/>
              </a:spcBef>
              <a:spcAft>
                <a:spcPts val="0"/>
              </a:spcAft>
              <a:buSzPts val="1400"/>
              <a:buFont typeface="Inika"/>
              <a:buNone/>
              <a:defRPr sz="1867" b="0">
                <a:latin typeface="Inika"/>
                <a:ea typeface="Inika"/>
                <a:cs typeface="Inika"/>
                <a:sym typeface="Inika"/>
              </a:defRPr>
            </a:lvl7pPr>
            <a:lvl8pPr lvl="7" rtl="0">
              <a:spcBef>
                <a:spcPts val="0"/>
              </a:spcBef>
              <a:spcAft>
                <a:spcPts val="0"/>
              </a:spcAft>
              <a:buSzPts val="1400"/>
              <a:buFont typeface="Inika"/>
              <a:buNone/>
              <a:defRPr sz="1867" b="0">
                <a:latin typeface="Inika"/>
                <a:ea typeface="Inika"/>
                <a:cs typeface="Inika"/>
                <a:sym typeface="Inika"/>
              </a:defRPr>
            </a:lvl8pPr>
            <a:lvl9pPr lvl="8" rtl="0">
              <a:spcBef>
                <a:spcPts val="0"/>
              </a:spcBef>
              <a:spcAft>
                <a:spcPts val="0"/>
              </a:spcAft>
              <a:buSzPts val="1400"/>
              <a:buFont typeface="Inika"/>
              <a:buNone/>
              <a:defRPr sz="1867" b="0">
                <a:latin typeface="Inika"/>
                <a:ea typeface="Inika"/>
                <a:cs typeface="Inika"/>
                <a:sym typeface="Inika"/>
              </a:defRPr>
            </a:lvl9pPr>
          </a:lstStyle>
          <a:p>
            <a:endParaRPr/>
          </a:p>
        </p:txBody>
      </p:sp>
      <p:sp>
        <p:nvSpPr>
          <p:cNvPr id="228" name="Google Shape;228;p20"/>
          <p:cNvSpPr txBox="1">
            <a:spLocks noGrp="1"/>
          </p:cNvSpPr>
          <p:nvPr>
            <p:ph type="title" idx="4"/>
          </p:nvPr>
        </p:nvSpPr>
        <p:spPr>
          <a:xfrm>
            <a:off x="3379833" y="1801167"/>
            <a:ext cx="3358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4"/>
              </a:buClr>
              <a:buSzPts val="2000"/>
              <a:buNone/>
              <a:defRPr sz="3333" b="1">
                <a:solidFill>
                  <a:schemeClr val="accent4"/>
                </a:solidFill>
              </a:defRPr>
            </a:lvl1pPr>
            <a:lvl2pPr lvl="1" rtl="0">
              <a:spcBef>
                <a:spcPts val="0"/>
              </a:spcBef>
              <a:spcAft>
                <a:spcPts val="0"/>
              </a:spcAft>
              <a:buClr>
                <a:schemeClr val="accent4"/>
              </a:buClr>
              <a:buSzPts val="2000"/>
              <a:buNone/>
              <a:defRPr sz="2667">
                <a:solidFill>
                  <a:schemeClr val="accent4"/>
                </a:solidFill>
              </a:defRPr>
            </a:lvl2pPr>
            <a:lvl3pPr lvl="2" rtl="0">
              <a:spcBef>
                <a:spcPts val="0"/>
              </a:spcBef>
              <a:spcAft>
                <a:spcPts val="0"/>
              </a:spcAft>
              <a:buClr>
                <a:schemeClr val="accent4"/>
              </a:buClr>
              <a:buSzPts val="2000"/>
              <a:buNone/>
              <a:defRPr sz="2667">
                <a:solidFill>
                  <a:schemeClr val="accent4"/>
                </a:solidFill>
              </a:defRPr>
            </a:lvl3pPr>
            <a:lvl4pPr lvl="3" rtl="0">
              <a:spcBef>
                <a:spcPts val="0"/>
              </a:spcBef>
              <a:spcAft>
                <a:spcPts val="0"/>
              </a:spcAft>
              <a:buClr>
                <a:schemeClr val="accent4"/>
              </a:buClr>
              <a:buSzPts val="2000"/>
              <a:buNone/>
              <a:defRPr sz="2667">
                <a:solidFill>
                  <a:schemeClr val="accent4"/>
                </a:solidFill>
              </a:defRPr>
            </a:lvl4pPr>
            <a:lvl5pPr lvl="4" rtl="0">
              <a:spcBef>
                <a:spcPts val="0"/>
              </a:spcBef>
              <a:spcAft>
                <a:spcPts val="0"/>
              </a:spcAft>
              <a:buClr>
                <a:schemeClr val="accent4"/>
              </a:buClr>
              <a:buSzPts val="2000"/>
              <a:buNone/>
              <a:defRPr sz="2667">
                <a:solidFill>
                  <a:schemeClr val="accent4"/>
                </a:solidFill>
              </a:defRPr>
            </a:lvl5pPr>
            <a:lvl6pPr lvl="5" rtl="0">
              <a:spcBef>
                <a:spcPts val="0"/>
              </a:spcBef>
              <a:spcAft>
                <a:spcPts val="0"/>
              </a:spcAft>
              <a:buClr>
                <a:schemeClr val="accent4"/>
              </a:buClr>
              <a:buSzPts val="2000"/>
              <a:buNone/>
              <a:defRPr sz="2667">
                <a:solidFill>
                  <a:schemeClr val="accent4"/>
                </a:solidFill>
              </a:defRPr>
            </a:lvl6pPr>
            <a:lvl7pPr lvl="6" rtl="0">
              <a:spcBef>
                <a:spcPts val="0"/>
              </a:spcBef>
              <a:spcAft>
                <a:spcPts val="0"/>
              </a:spcAft>
              <a:buClr>
                <a:schemeClr val="accent4"/>
              </a:buClr>
              <a:buSzPts val="2000"/>
              <a:buNone/>
              <a:defRPr sz="2667">
                <a:solidFill>
                  <a:schemeClr val="accent4"/>
                </a:solidFill>
              </a:defRPr>
            </a:lvl7pPr>
            <a:lvl8pPr lvl="7" rtl="0">
              <a:spcBef>
                <a:spcPts val="0"/>
              </a:spcBef>
              <a:spcAft>
                <a:spcPts val="0"/>
              </a:spcAft>
              <a:buClr>
                <a:schemeClr val="accent4"/>
              </a:buClr>
              <a:buSzPts val="2000"/>
              <a:buNone/>
              <a:defRPr sz="2667">
                <a:solidFill>
                  <a:schemeClr val="accent4"/>
                </a:solidFill>
              </a:defRPr>
            </a:lvl8pPr>
            <a:lvl9pPr lvl="8" rtl="0">
              <a:spcBef>
                <a:spcPts val="0"/>
              </a:spcBef>
              <a:spcAft>
                <a:spcPts val="0"/>
              </a:spcAft>
              <a:buClr>
                <a:schemeClr val="accent4"/>
              </a:buClr>
              <a:buSzPts val="2000"/>
              <a:buNone/>
              <a:defRPr sz="2667">
                <a:solidFill>
                  <a:schemeClr val="accent4"/>
                </a:solidFill>
              </a:defRPr>
            </a:lvl9pPr>
          </a:lstStyle>
          <a:p>
            <a:endParaRPr/>
          </a:p>
        </p:txBody>
      </p:sp>
      <p:sp>
        <p:nvSpPr>
          <p:cNvPr id="229" name="Google Shape;229;p20"/>
          <p:cNvSpPr txBox="1">
            <a:spLocks noGrp="1"/>
          </p:cNvSpPr>
          <p:nvPr>
            <p:ph type="title" idx="5"/>
          </p:nvPr>
        </p:nvSpPr>
        <p:spPr>
          <a:xfrm>
            <a:off x="3379767" y="2408367"/>
            <a:ext cx="3484400" cy="10044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Inika"/>
              <a:buNone/>
              <a:defRPr sz="1867" b="0">
                <a:solidFill>
                  <a:schemeClr val="dk2"/>
                </a:solidFill>
                <a:latin typeface="Inika"/>
                <a:ea typeface="Inika"/>
                <a:cs typeface="Inika"/>
                <a:sym typeface="Inika"/>
              </a:defRPr>
            </a:lvl1pPr>
            <a:lvl2pPr lvl="1" rtl="0">
              <a:spcBef>
                <a:spcPts val="0"/>
              </a:spcBef>
              <a:spcAft>
                <a:spcPts val="0"/>
              </a:spcAft>
              <a:buSzPts val="1400"/>
              <a:buFont typeface="Inika"/>
              <a:buNone/>
              <a:defRPr sz="1867" b="0">
                <a:latin typeface="Inika"/>
                <a:ea typeface="Inika"/>
                <a:cs typeface="Inika"/>
                <a:sym typeface="Inika"/>
              </a:defRPr>
            </a:lvl2pPr>
            <a:lvl3pPr lvl="2" rtl="0">
              <a:spcBef>
                <a:spcPts val="0"/>
              </a:spcBef>
              <a:spcAft>
                <a:spcPts val="0"/>
              </a:spcAft>
              <a:buSzPts val="1400"/>
              <a:buFont typeface="Inika"/>
              <a:buNone/>
              <a:defRPr sz="1867" b="0">
                <a:latin typeface="Inika"/>
                <a:ea typeface="Inika"/>
                <a:cs typeface="Inika"/>
                <a:sym typeface="Inika"/>
              </a:defRPr>
            </a:lvl3pPr>
            <a:lvl4pPr lvl="3" rtl="0">
              <a:spcBef>
                <a:spcPts val="0"/>
              </a:spcBef>
              <a:spcAft>
                <a:spcPts val="0"/>
              </a:spcAft>
              <a:buSzPts val="1400"/>
              <a:buFont typeface="Inika"/>
              <a:buNone/>
              <a:defRPr sz="1867" b="0">
                <a:latin typeface="Inika"/>
                <a:ea typeface="Inika"/>
                <a:cs typeface="Inika"/>
                <a:sym typeface="Inika"/>
              </a:defRPr>
            </a:lvl4pPr>
            <a:lvl5pPr lvl="4" rtl="0">
              <a:spcBef>
                <a:spcPts val="0"/>
              </a:spcBef>
              <a:spcAft>
                <a:spcPts val="0"/>
              </a:spcAft>
              <a:buSzPts val="1400"/>
              <a:buFont typeface="Inika"/>
              <a:buNone/>
              <a:defRPr sz="1867" b="0">
                <a:latin typeface="Inika"/>
                <a:ea typeface="Inika"/>
                <a:cs typeface="Inika"/>
                <a:sym typeface="Inika"/>
              </a:defRPr>
            </a:lvl5pPr>
            <a:lvl6pPr lvl="5" rtl="0">
              <a:spcBef>
                <a:spcPts val="0"/>
              </a:spcBef>
              <a:spcAft>
                <a:spcPts val="0"/>
              </a:spcAft>
              <a:buSzPts val="1400"/>
              <a:buFont typeface="Inika"/>
              <a:buNone/>
              <a:defRPr sz="1867" b="0">
                <a:latin typeface="Inika"/>
                <a:ea typeface="Inika"/>
                <a:cs typeface="Inika"/>
                <a:sym typeface="Inika"/>
              </a:defRPr>
            </a:lvl6pPr>
            <a:lvl7pPr lvl="6" rtl="0">
              <a:spcBef>
                <a:spcPts val="0"/>
              </a:spcBef>
              <a:spcAft>
                <a:spcPts val="0"/>
              </a:spcAft>
              <a:buSzPts val="1400"/>
              <a:buFont typeface="Inika"/>
              <a:buNone/>
              <a:defRPr sz="1867" b="0">
                <a:latin typeface="Inika"/>
                <a:ea typeface="Inika"/>
                <a:cs typeface="Inika"/>
                <a:sym typeface="Inika"/>
              </a:defRPr>
            </a:lvl7pPr>
            <a:lvl8pPr lvl="7" rtl="0">
              <a:spcBef>
                <a:spcPts val="0"/>
              </a:spcBef>
              <a:spcAft>
                <a:spcPts val="0"/>
              </a:spcAft>
              <a:buSzPts val="1400"/>
              <a:buFont typeface="Inika"/>
              <a:buNone/>
              <a:defRPr sz="1867" b="0">
                <a:latin typeface="Inika"/>
                <a:ea typeface="Inika"/>
                <a:cs typeface="Inika"/>
                <a:sym typeface="Inika"/>
              </a:defRPr>
            </a:lvl8pPr>
            <a:lvl9pPr lvl="8" rtl="0">
              <a:spcBef>
                <a:spcPts val="0"/>
              </a:spcBef>
              <a:spcAft>
                <a:spcPts val="0"/>
              </a:spcAft>
              <a:buSzPts val="1400"/>
              <a:buFont typeface="Inika"/>
              <a:buNone/>
              <a:defRPr sz="1867" b="0">
                <a:latin typeface="Inika"/>
                <a:ea typeface="Inika"/>
                <a:cs typeface="Inika"/>
                <a:sym typeface="Inika"/>
              </a:defRPr>
            </a:lvl9pPr>
          </a:lstStyle>
          <a:p>
            <a:endParaRPr/>
          </a:p>
        </p:txBody>
      </p:sp>
      <p:sp>
        <p:nvSpPr>
          <p:cNvPr id="230" name="Google Shape;230;p20"/>
          <p:cNvSpPr txBox="1">
            <a:spLocks noGrp="1"/>
          </p:cNvSpPr>
          <p:nvPr>
            <p:ph type="title" idx="6"/>
          </p:nvPr>
        </p:nvSpPr>
        <p:spPr>
          <a:xfrm>
            <a:off x="7756465" y="3901967"/>
            <a:ext cx="3358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4"/>
              </a:buClr>
              <a:buSzPts val="2000"/>
              <a:buNone/>
              <a:defRPr sz="3333" b="1">
                <a:solidFill>
                  <a:schemeClr val="accent4"/>
                </a:solidFill>
              </a:defRPr>
            </a:lvl1pPr>
            <a:lvl2pPr lvl="1" rtl="0">
              <a:spcBef>
                <a:spcPts val="0"/>
              </a:spcBef>
              <a:spcAft>
                <a:spcPts val="0"/>
              </a:spcAft>
              <a:buClr>
                <a:schemeClr val="accent4"/>
              </a:buClr>
              <a:buSzPts val="2000"/>
              <a:buNone/>
              <a:defRPr sz="2667">
                <a:solidFill>
                  <a:schemeClr val="accent4"/>
                </a:solidFill>
              </a:defRPr>
            </a:lvl2pPr>
            <a:lvl3pPr lvl="2" rtl="0">
              <a:spcBef>
                <a:spcPts val="0"/>
              </a:spcBef>
              <a:spcAft>
                <a:spcPts val="0"/>
              </a:spcAft>
              <a:buClr>
                <a:schemeClr val="accent4"/>
              </a:buClr>
              <a:buSzPts val="2000"/>
              <a:buNone/>
              <a:defRPr sz="2667">
                <a:solidFill>
                  <a:schemeClr val="accent4"/>
                </a:solidFill>
              </a:defRPr>
            </a:lvl3pPr>
            <a:lvl4pPr lvl="3" rtl="0">
              <a:spcBef>
                <a:spcPts val="0"/>
              </a:spcBef>
              <a:spcAft>
                <a:spcPts val="0"/>
              </a:spcAft>
              <a:buClr>
                <a:schemeClr val="accent4"/>
              </a:buClr>
              <a:buSzPts val="2000"/>
              <a:buNone/>
              <a:defRPr sz="2667">
                <a:solidFill>
                  <a:schemeClr val="accent4"/>
                </a:solidFill>
              </a:defRPr>
            </a:lvl4pPr>
            <a:lvl5pPr lvl="4" rtl="0">
              <a:spcBef>
                <a:spcPts val="0"/>
              </a:spcBef>
              <a:spcAft>
                <a:spcPts val="0"/>
              </a:spcAft>
              <a:buClr>
                <a:schemeClr val="accent4"/>
              </a:buClr>
              <a:buSzPts val="2000"/>
              <a:buNone/>
              <a:defRPr sz="2667">
                <a:solidFill>
                  <a:schemeClr val="accent4"/>
                </a:solidFill>
              </a:defRPr>
            </a:lvl5pPr>
            <a:lvl6pPr lvl="5" rtl="0">
              <a:spcBef>
                <a:spcPts val="0"/>
              </a:spcBef>
              <a:spcAft>
                <a:spcPts val="0"/>
              </a:spcAft>
              <a:buClr>
                <a:schemeClr val="accent4"/>
              </a:buClr>
              <a:buSzPts val="2000"/>
              <a:buNone/>
              <a:defRPr sz="2667">
                <a:solidFill>
                  <a:schemeClr val="accent4"/>
                </a:solidFill>
              </a:defRPr>
            </a:lvl6pPr>
            <a:lvl7pPr lvl="6" rtl="0">
              <a:spcBef>
                <a:spcPts val="0"/>
              </a:spcBef>
              <a:spcAft>
                <a:spcPts val="0"/>
              </a:spcAft>
              <a:buClr>
                <a:schemeClr val="accent4"/>
              </a:buClr>
              <a:buSzPts val="2000"/>
              <a:buNone/>
              <a:defRPr sz="2667">
                <a:solidFill>
                  <a:schemeClr val="accent4"/>
                </a:solidFill>
              </a:defRPr>
            </a:lvl7pPr>
            <a:lvl8pPr lvl="7" rtl="0">
              <a:spcBef>
                <a:spcPts val="0"/>
              </a:spcBef>
              <a:spcAft>
                <a:spcPts val="0"/>
              </a:spcAft>
              <a:buClr>
                <a:schemeClr val="accent4"/>
              </a:buClr>
              <a:buSzPts val="2000"/>
              <a:buNone/>
              <a:defRPr sz="2667">
                <a:solidFill>
                  <a:schemeClr val="accent4"/>
                </a:solidFill>
              </a:defRPr>
            </a:lvl8pPr>
            <a:lvl9pPr lvl="8" rtl="0">
              <a:spcBef>
                <a:spcPts val="0"/>
              </a:spcBef>
              <a:spcAft>
                <a:spcPts val="0"/>
              </a:spcAft>
              <a:buClr>
                <a:schemeClr val="accent4"/>
              </a:buClr>
              <a:buSzPts val="2000"/>
              <a:buNone/>
              <a:defRPr sz="2667">
                <a:solidFill>
                  <a:schemeClr val="accent4"/>
                </a:solidFill>
              </a:defRPr>
            </a:lvl9pPr>
          </a:lstStyle>
          <a:p>
            <a:endParaRPr/>
          </a:p>
        </p:txBody>
      </p:sp>
      <p:sp>
        <p:nvSpPr>
          <p:cNvPr id="231" name="Google Shape;231;p20"/>
          <p:cNvSpPr txBox="1">
            <a:spLocks noGrp="1"/>
          </p:cNvSpPr>
          <p:nvPr>
            <p:ph type="title" idx="7"/>
          </p:nvPr>
        </p:nvSpPr>
        <p:spPr>
          <a:xfrm>
            <a:off x="7756400" y="4509167"/>
            <a:ext cx="3484400" cy="10044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Inika"/>
              <a:buNone/>
              <a:defRPr sz="1867" b="0">
                <a:solidFill>
                  <a:schemeClr val="dk2"/>
                </a:solidFill>
                <a:latin typeface="Inika"/>
                <a:ea typeface="Inika"/>
                <a:cs typeface="Inika"/>
                <a:sym typeface="Inika"/>
              </a:defRPr>
            </a:lvl1pPr>
            <a:lvl2pPr lvl="1" rtl="0">
              <a:spcBef>
                <a:spcPts val="0"/>
              </a:spcBef>
              <a:spcAft>
                <a:spcPts val="0"/>
              </a:spcAft>
              <a:buSzPts val="1400"/>
              <a:buFont typeface="Inika"/>
              <a:buNone/>
              <a:defRPr sz="1867" b="0">
                <a:latin typeface="Inika"/>
                <a:ea typeface="Inika"/>
                <a:cs typeface="Inika"/>
                <a:sym typeface="Inika"/>
              </a:defRPr>
            </a:lvl2pPr>
            <a:lvl3pPr lvl="2" rtl="0">
              <a:spcBef>
                <a:spcPts val="0"/>
              </a:spcBef>
              <a:spcAft>
                <a:spcPts val="0"/>
              </a:spcAft>
              <a:buSzPts val="1400"/>
              <a:buFont typeface="Inika"/>
              <a:buNone/>
              <a:defRPr sz="1867" b="0">
                <a:latin typeface="Inika"/>
                <a:ea typeface="Inika"/>
                <a:cs typeface="Inika"/>
                <a:sym typeface="Inika"/>
              </a:defRPr>
            </a:lvl3pPr>
            <a:lvl4pPr lvl="3" rtl="0">
              <a:spcBef>
                <a:spcPts val="0"/>
              </a:spcBef>
              <a:spcAft>
                <a:spcPts val="0"/>
              </a:spcAft>
              <a:buSzPts val="1400"/>
              <a:buFont typeface="Inika"/>
              <a:buNone/>
              <a:defRPr sz="1867" b="0">
                <a:latin typeface="Inika"/>
                <a:ea typeface="Inika"/>
                <a:cs typeface="Inika"/>
                <a:sym typeface="Inika"/>
              </a:defRPr>
            </a:lvl4pPr>
            <a:lvl5pPr lvl="4" rtl="0">
              <a:spcBef>
                <a:spcPts val="0"/>
              </a:spcBef>
              <a:spcAft>
                <a:spcPts val="0"/>
              </a:spcAft>
              <a:buSzPts val="1400"/>
              <a:buFont typeface="Inika"/>
              <a:buNone/>
              <a:defRPr sz="1867" b="0">
                <a:latin typeface="Inika"/>
                <a:ea typeface="Inika"/>
                <a:cs typeface="Inika"/>
                <a:sym typeface="Inika"/>
              </a:defRPr>
            </a:lvl5pPr>
            <a:lvl6pPr lvl="5" rtl="0">
              <a:spcBef>
                <a:spcPts val="0"/>
              </a:spcBef>
              <a:spcAft>
                <a:spcPts val="0"/>
              </a:spcAft>
              <a:buSzPts val="1400"/>
              <a:buFont typeface="Inika"/>
              <a:buNone/>
              <a:defRPr sz="1867" b="0">
                <a:latin typeface="Inika"/>
                <a:ea typeface="Inika"/>
                <a:cs typeface="Inika"/>
                <a:sym typeface="Inika"/>
              </a:defRPr>
            </a:lvl6pPr>
            <a:lvl7pPr lvl="6" rtl="0">
              <a:spcBef>
                <a:spcPts val="0"/>
              </a:spcBef>
              <a:spcAft>
                <a:spcPts val="0"/>
              </a:spcAft>
              <a:buSzPts val="1400"/>
              <a:buFont typeface="Inika"/>
              <a:buNone/>
              <a:defRPr sz="1867" b="0">
                <a:latin typeface="Inika"/>
                <a:ea typeface="Inika"/>
                <a:cs typeface="Inika"/>
                <a:sym typeface="Inika"/>
              </a:defRPr>
            </a:lvl7pPr>
            <a:lvl8pPr lvl="7" rtl="0">
              <a:spcBef>
                <a:spcPts val="0"/>
              </a:spcBef>
              <a:spcAft>
                <a:spcPts val="0"/>
              </a:spcAft>
              <a:buSzPts val="1400"/>
              <a:buFont typeface="Inika"/>
              <a:buNone/>
              <a:defRPr sz="1867" b="0">
                <a:latin typeface="Inika"/>
                <a:ea typeface="Inika"/>
                <a:cs typeface="Inika"/>
                <a:sym typeface="Inika"/>
              </a:defRPr>
            </a:lvl8pPr>
            <a:lvl9pPr lvl="8" rtl="0">
              <a:spcBef>
                <a:spcPts val="0"/>
              </a:spcBef>
              <a:spcAft>
                <a:spcPts val="0"/>
              </a:spcAft>
              <a:buSzPts val="1400"/>
              <a:buFont typeface="Inika"/>
              <a:buNone/>
              <a:defRPr sz="1867" b="0">
                <a:latin typeface="Inika"/>
                <a:ea typeface="Inika"/>
                <a:cs typeface="Inika"/>
                <a:sym typeface="Inika"/>
              </a:defRPr>
            </a:lvl9pPr>
          </a:lstStyle>
          <a:p>
            <a:endParaRPr/>
          </a:p>
        </p:txBody>
      </p:sp>
      <p:sp>
        <p:nvSpPr>
          <p:cNvPr id="232" name="Google Shape;232;p20"/>
          <p:cNvSpPr txBox="1">
            <a:spLocks noGrp="1"/>
          </p:cNvSpPr>
          <p:nvPr>
            <p:ph type="title" idx="8"/>
          </p:nvPr>
        </p:nvSpPr>
        <p:spPr>
          <a:xfrm>
            <a:off x="3379833" y="3901967"/>
            <a:ext cx="3358400" cy="7088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4"/>
              </a:buClr>
              <a:buSzPts val="2000"/>
              <a:buNone/>
              <a:defRPr sz="3333" b="1">
                <a:solidFill>
                  <a:schemeClr val="accent4"/>
                </a:solidFill>
              </a:defRPr>
            </a:lvl1pPr>
            <a:lvl2pPr lvl="1" rtl="0">
              <a:spcBef>
                <a:spcPts val="0"/>
              </a:spcBef>
              <a:spcAft>
                <a:spcPts val="0"/>
              </a:spcAft>
              <a:buClr>
                <a:schemeClr val="accent4"/>
              </a:buClr>
              <a:buSzPts val="2000"/>
              <a:buNone/>
              <a:defRPr sz="2667">
                <a:solidFill>
                  <a:schemeClr val="accent4"/>
                </a:solidFill>
              </a:defRPr>
            </a:lvl2pPr>
            <a:lvl3pPr lvl="2" rtl="0">
              <a:spcBef>
                <a:spcPts val="0"/>
              </a:spcBef>
              <a:spcAft>
                <a:spcPts val="0"/>
              </a:spcAft>
              <a:buClr>
                <a:schemeClr val="accent4"/>
              </a:buClr>
              <a:buSzPts val="2000"/>
              <a:buNone/>
              <a:defRPr sz="2667">
                <a:solidFill>
                  <a:schemeClr val="accent4"/>
                </a:solidFill>
              </a:defRPr>
            </a:lvl3pPr>
            <a:lvl4pPr lvl="3" rtl="0">
              <a:spcBef>
                <a:spcPts val="0"/>
              </a:spcBef>
              <a:spcAft>
                <a:spcPts val="0"/>
              </a:spcAft>
              <a:buClr>
                <a:schemeClr val="accent4"/>
              </a:buClr>
              <a:buSzPts val="2000"/>
              <a:buNone/>
              <a:defRPr sz="2667">
                <a:solidFill>
                  <a:schemeClr val="accent4"/>
                </a:solidFill>
              </a:defRPr>
            </a:lvl4pPr>
            <a:lvl5pPr lvl="4" rtl="0">
              <a:spcBef>
                <a:spcPts val="0"/>
              </a:spcBef>
              <a:spcAft>
                <a:spcPts val="0"/>
              </a:spcAft>
              <a:buClr>
                <a:schemeClr val="accent4"/>
              </a:buClr>
              <a:buSzPts val="2000"/>
              <a:buNone/>
              <a:defRPr sz="2667">
                <a:solidFill>
                  <a:schemeClr val="accent4"/>
                </a:solidFill>
              </a:defRPr>
            </a:lvl5pPr>
            <a:lvl6pPr lvl="5" rtl="0">
              <a:spcBef>
                <a:spcPts val="0"/>
              </a:spcBef>
              <a:spcAft>
                <a:spcPts val="0"/>
              </a:spcAft>
              <a:buClr>
                <a:schemeClr val="accent4"/>
              </a:buClr>
              <a:buSzPts val="2000"/>
              <a:buNone/>
              <a:defRPr sz="2667">
                <a:solidFill>
                  <a:schemeClr val="accent4"/>
                </a:solidFill>
              </a:defRPr>
            </a:lvl6pPr>
            <a:lvl7pPr lvl="6" rtl="0">
              <a:spcBef>
                <a:spcPts val="0"/>
              </a:spcBef>
              <a:spcAft>
                <a:spcPts val="0"/>
              </a:spcAft>
              <a:buClr>
                <a:schemeClr val="accent4"/>
              </a:buClr>
              <a:buSzPts val="2000"/>
              <a:buNone/>
              <a:defRPr sz="2667">
                <a:solidFill>
                  <a:schemeClr val="accent4"/>
                </a:solidFill>
              </a:defRPr>
            </a:lvl7pPr>
            <a:lvl8pPr lvl="7" rtl="0">
              <a:spcBef>
                <a:spcPts val="0"/>
              </a:spcBef>
              <a:spcAft>
                <a:spcPts val="0"/>
              </a:spcAft>
              <a:buClr>
                <a:schemeClr val="accent4"/>
              </a:buClr>
              <a:buSzPts val="2000"/>
              <a:buNone/>
              <a:defRPr sz="2667">
                <a:solidFill>
                  <a:schemeClr val="accent4"/>
                </a:solidFill>
              </a:defRPr>
            </a:lvl8pPr>
            <a:lvl9pPr lvl="8" rtl="0">
              <a:spcBef>
                <a:spcPts val="0"/>
              </a:spcBef>
              <a:spcAft>
                <a:spcPts val="0"/>
              </a:spcAft>
              <a:buClr>
                <a:schemeClr val="accent4"/>
              </a:buClr>
              <a:buSzPts val="2000"/>
              <a:buNone/>
              <a:defRPr sz="2667">
                <a:solidFill>
                  <a:schemeClr val="accent4"/>
                </a:solidFill>
              </a:defRPr>
            </a:lvl9pPr>
          </a:lstStyle>
          <a:p>
            <a:endParaRPr/>
          </a:p>
        </p:txBody>
      </p:sp>
      <p:sp>
        <p:nvSpPr>
          <p:cNvPr id="233" name="Google Shape;233;p20"/>
          <p:cNvSpPr txBox="1">
            <a:spLocks noGrp="1"/>
          </p:cNvSpPr>
          <p:nvPr>
            <p:ph type="title" idx="9"/>
          </p:nvPr>
        </p:nvSpPr>
        <p:spPr>
          <a:xfrm>
            <a:off x="3379767" y="4509167"/>
            <a:ext cx="3484400" cy="10044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Inika"/>
              <a:buNone/>
              <a:defRPr sz="1867" b="0">
                <a:solidFill>
                  <a:schemeClr val="dk2"/>
                </a:solidFill>
                <a:latin typeface="Inika"/>
                <a:ea typeface="Inika"/>
                <a:cs typeface="Inika"/>
                <a:sym typeface="Inika"/>
              </a:defRPr>
            </a:lvl1pPr>
            <a:lvl2pPr lvl="1" rtl="0">
              <a:spcBef>
                <a:spcPts val="0"/>
              </a:spcBef>
              <a:spcAft>
                <a:spcPts val="0"/>
              </a:spcAft>
              <a:buSzPts val="1400"/>
              <a:buFont typeface="Inika"/>
              <a:buNone/>
              <a:defRPr sz="1867" b="0">
                <a:latin typeface="Inika"/>
                <a:ea typeface="Inika"/>
                <a:cs typeface="Inika"/>
                <a:sym typeface="Inika"/>
              </a:defRPr>
            </a:lvl2pPr>
            <a:lvl3pPr lvl="2" rtl="0">
              <a:spcBef>
                <a:spcPts val="0"/>
              </a:spcBef>
              <a:spcAft>
                <a:spcPts val="0"/>
              </a:spcAft>
              <a:buSzPts val="1400"/>
              <a:buFont typeface="Inika"/>
              <a:buNone/>
              <a:defRPr sz="1867" b="0">
                <a:latin typeface="Inika"/>
                <a:ea typeface="Inika"/>
                <a:cs typeface="Inika"/>
                <a:sym typeface="Inika"/>
              </a:defRPr>
            </a:lvl3pPr>
            <a:lvl4pPr lvl="3" rtl="0">
              <a:spcBef>
                <a:spcPts val="0"/>
              </a:spcBef>
              <a:spcAft>
                <a:spcPts val="0"/>
              </a:spcAft>
              <a:buSzPts val="1400"/>
              <a:buFont typeface="Inika"/>
              <a:buNone/>
              <a:defRPr sz="1867" b="0">
                <a:latin typeface="Inika"/>
                <a:ea typeface="Inika"/>
                <a:cs typeface="Inika"/>
                <a:sym typeface="Inika"/>
              </a:defRPr>
            </a:lvl4pPr>
            <a:lvl5pPr lvl="4" rtl="0">
              <a:spcBef>
                <a:spcPts val="0"/>
              </a:spcBef>
              <a:spcAft>
                <a:spcPts val="0"/>
              </a:spcAft>
              <a:buSzPts val="1400"/>
              <a:buFont typeface="Inika"/>
              <a:buNone/>
              <a:defRPr sz="1867" b="0">
                <a:latin typeface="Inika"/>
                <a:ea typeface="Inika"/>
                <a:cs typeface="Inika"/>
                <a:sym typeface="Inika"/>
              </a:defRPr>
            </a:lvl5pPr>
            <a:lvl6pPr lvl="5" rtl="0">
              <a:spcBef>
                <a:spcPts val="0"/>
              </a:spcBef>
              <a:spcAft>
                <a:spcPts val="0"/>
              </a:spcAft>
              <a:buSzPts val="1400"/>
              <a:buFont typeface="Inika"/>
              <a:buNone/>
              <a:defRPr sz="1867" b="0">
                <a:latin typeface="Inika"/>
                <a:ea typeface="Inika"/>
                <a:cs typeface="Inika"/>
                <a:sym typeface="Inika"/>
              </a:defRPr>
            </a:lvl6pPr>
            <a:lvl7pPr lvl="6" rtl="0">
              <a:spcBef>
                <a:spcPts val="0"/>
              </a:spcBef>
              <a:spcAft>
                <a:spcPts val="0"/>
              </a:spcAft>
              <a:buSzPts val="1400"/>
              <a:buFont typeface="Inika"/>
              <a:buNone/>
              <a:defRPr sz="1867" b="0">
                <a:latin typeface="Inika"/>
                <a:ea typeface="Inika"/>
                <a:cs typeface="Inika"/>
                <a:sym typeface="Inika"/>
              </a:defRPr>
            </a:lvl7pPr>
            <a:lvl8pPr lvl="7" rtl="0">
              <a:spcBef>
                <a:spcPts val="0"/>
              </a:spcBef>
              <a:spcAft>
                <a:spcPts val="0"/>
              </a:spcAft>
              <a:buSzPts val="1400"/>
              <a:buFont typeface="Inika"/>
              <a:buNone/>
              <a:defRPr sz="1867" b="0">
                <a:latin typeface="Inika"/>
                <a:ea typeface="Inika"/>
                <a:cs typeface="Inika"/>
                <a:sym typeface="Inika"/>
              </a:defRPr>
            </a:lvl8pPr>
            <a:lvl9pPr lvl="8" rtl="0">
              <a:spcBef>
                <a:spcPts val="0"/>
              </a:spcBef>
              <a:spcAft>
                <a:spcPts val="0"/>
              </a:spcAft>
              <a:buSzPts val="1400"/>
              <a:buFont typeface="Inika"/>
              <a:buNone/>
              <a:defRPr sz="1867" b="0">
                <a:latin typeface="Inika"/>
                <a:ea typeface="Inika"/>
                <a:cs typeface="Inika"/>
                <a:sym typeface="Inika"/>
              </a:defRPr>
            </a:lvl9pPr>
          </a:lstStyle>
          <a:p>
            <a:endParaRPr/>
          </a:p>
        </p:txBody>
      </p:sp>
    </p:spTree>
    <p:extLst>
      <p:ext uri="{BB962C8B-B14F-4D97-AF65-F5344CB8AC3E}">
        <p14:creationId xmlns:p14="http://schemas.microsoft.com/office/powerpoint/2010/main" val="40790368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56"/>
        <p:cNvGrpSpPr/>
        <p:nvPr/>
      </p:nvGrpSpPr>
      <p:grpSpPr>
        <a:xfrm>
          <a:off x="0" y="0"/>
          <a:ext cx="0" cy="0"/>
          <a:chOff x="0" y="0"/>
          <a:chExt cx="0" cy="0"/>
        </a:xfrm>
      </p:grpSpPr>
      <p:grpSp>
        <p:nvGrpSpPr>
          <p:cNvPr id="257" name="Google Shape;257;p22"/>
          <p:cNvGrpSpPr/>
          <p:nvPr/>
        </p:nvGrpSpPr>
        <p:grpSpPr>
          <a:xfrm>
            <a:off x="1" y="1180265"/>
            <a:ext cx="12191940" cy="5710412"/>
            <a:chOff x="0" y="885198"/>
            <a:chExt cx="9143955" cy="4282809"/>
          </a:xfrm>
        </p:grpSpPr>
        <p:sp>
          <p:nvSpPr>
            <p:cNvPr id="258" name="Google Shape;258;p22"/>
            <p:cNvSpPr/>
            <p:nvPr/>
          </p:nvSpPr>
          <p:spPr>
            <a:xfrm>
              <a:off x="2711700" y="1688599"/>
              <a:ext cx="6432255" cy="3479408"/>
            </a:xfrm>
            <a:custGeom>
              <a:avLst/>
              <a:gdLst/>
              <a:ahLst/>
              <a:cxnLst/>
              <a:rect l="l" t="t" r="r" b="b"/>
              <a:pathLst>
                <a:path w="121564" h="55067" extrusionOk="0">
                  <a:moveTo>
                    <a:pt x="53638" y="33076"/>
                  </a:moveTo>
                  <a:cubicBezTo>
                    <a:pt x="79082" y="36052"/>
                    <a:pt x="76618" y="0"/>
                    <a:pt x="121564" y="21289"/>
                  </a:cubicBezTo>
                  <a:lnTo>
                    <a:pt x="121564" y="54864"/>
                  </a:lnTo>
                  <a:cubicBezTo>
                    <a:pt x="121564" y="54971"/>
                    <a:pt x="121468" y="55067"/>
                    <a:pt x="121349" y="55067"/>
                  </a:cubicBezTo>
                  <a:lnTo>
                    <a:pt x="120" y="55067"/>
                  </a:lnTo>
                  <a:cubicBezTo>
                    <a:pt x="1" y="55067"/>
                    <a:pt x="120" y="54971"/>
                    <a:pt x="120" y="54864"/>
                  </a:cubicBezTo>
                  <a:cubicBezTo>
                    <a:pt x="120" y="54864"/>
                    <a:pt x="120" y="26789"/>
                    <a:pt x="53638" y="33076"/>
                  </a:cubicBezTo>
                  <a:close/>
                </a:path>
              </a:pathLst>
            </a:custGeom>
            <a:solidFill>
              <a:srgbClr val="F5F1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9" name="Google Shape;259;p22"/>
            <p:cNvSpPr/>
            <p:nvPr/>
          </p:nvSpPr>
          <p:spPr>
            <a:xfrm>
              <a:off x="0" y="4441525"/>
              <a:ext cx="1883041" cy="701983"/>
            </a:xfrm>
            <a:custGeom>
              <a:avLst/>
              <a:gdLst/>
              <a:ahLst/>
              <a:cxnLst/>
              <a:rect l="l" t="t" r="r" b="b"/>
              <a:pathLst>
                <a:path w="102716" h="33636" extrusionOk="0">
                  <a:moveTo>
                    <a:pt x="102716" y="33493"/>
                  </a:moveTo>
                  <a:cubicBezTo>
                    <a:pt x="102716" y="33493"/>
                    <a:pt x="93310" y="6549"/>
                    <a:pt x="67914" y="11645"/>
                  </a:cubicBezTo>
                  <a:cubicBezTo>
                    <a:pt x="25420" y="20158"/>
                    <a:pt x="42113" y="4763"/>
                    <a:pt x="0" y="1"/>
                  </a:cubicBezTo>
                  <a:lnTo>
                    <a:pt x="0" y="33433"/>
                  </a:lnTo>
                  <a:cubicBezTo>
                    <a:pt x="0" y="33540"/>
                    <a:pt x="84" y="33636"/>
                    <a:pt x="203" y="33636"/>
                  </a:cubicBezTo>
                  <a:lnTo>
                    <a:pt x="102513" y="33636"/>
                  </a:lnTo>
                  <a:cubicBezTo>
                    <a:pt x="102620" y="33636"/>
                    <a:pt x="102716" y="33540"/>
                    <a:pt x="102716" y="3343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260" name="Google Shape;260;p22"/>
            <p:cNvGrpSpPr/>
            <p:nvPr/>
          </p:nvGrpSpPr>
          <p:grpSpPr>
            <a:xfrm flipH="1">
              <a:off x="2832565" y="885198"/>
              <a:ext cx="1624026" cy="1135616"/>
              <a:chOff x="1330800" y="1140849"/>
              <a:chExt cx="1143519" cy="799674"/>
            </a:xfrm>
          </p:grpSpPr>
          <p:sp>
            <p:nvSpPr>
              <p:cNvPr id="261" name="Google Shape;261;p22"/>
              <p:cNvSpPr/>
              <p:nvPr/>
            </p:nvSpPr>
            <p:spPr>
              <a:xfrm>
                <a:off x="2186368" y="1312440"/>
                <a:ext cx="287951" cy="93651"/>
              </a:xfrm>
              <a:custGeom>
                <a:avLst/>
                <a:gdLst/>
                <a:ahLst/>
                <a:cxnLst/>
                <a:rect l="l" t="t" r="r" b="b"/>
                <a:pathLst>
                  <a:path w="10371" h="3373" extrusionOk="0">
                    <a:moveTo>
                      <a:pt x="954" y="0"/>
                    </a:moveTo>
                    <a:cubicBezTo>
                      <a:pt x="634" y="0"/>
                      <a:pt x="313" y="36"/>
                      <a:pt x="0" y="113"/>
                    </a:cubicBezTo>
                    <a:cubicBezTo>
                      <a:pt x="143" y="100"/>
                      <a:pt x="285" y="94"/>
                      <a:pt x="427" y="94"/>
                    </a:cubicBezTo>
                    <a:cubicBezTo>
                      <a:pt x="1345" y="94"/>
                      <a:pt x="2253" y="358"/>
                      <a:pt x="3036" y="863"/>
                    </a:cubicBezTo>
                    <a:cubicBezTo>
                      <a:pt x="3929" y="1411"/>
                      <a:pt x="4620" y="2244"/>
                      <a:pt x="4977" y="3244"/>
                    </a:cubicBezTo>
                    <a:cubicBezTo>
                      <a:pt x="4989" y="3280"/>
                      <a:pt x="5013" y="3316"/>
                      <a:pt x="5049" y="3339"/>
                    </a:cubicBezTo>
                    <a:cubicBezTo>
                      <a:pt x="5080" y="3362"/>
                      <a:pt x="5117" y="3372"/>
                      <a:pt x="5153" y="3372"/>
                    </a:cubicBezTo>
                    <a:cubicBezTo>
                      <a:pt x="5213" y="3372"/>
                      <a:pt x="5273" y="3344"/>
                      <a:pt x="5310" y="3292"/>
                    </a:cubicBezTo>
                    <a:cubicBezTo>
                      <a:pt x="5906" y="2423"/>
                      <a:pt x="6632" y="1601"/>
                      <a:pt x="7596" y="1232"/>
                    </a:cubicBezTo>
                    <a:cubicBezTo>
                      <a:pt x="7881" y="1121"/>
                      <a:pt x="8182" y="1066"/>
                      <a:pt x="8483" y="1066"/>
                    </a:cubicBezTo>
                    <a:cubicBezTo>
                      <a:pt x="8698" y="1066"/>
                      <a:pt x="8912" y="1094"/>
                      <a:pt x="9120" y="1149"/>
                    </a:cubicBezTo>
                    <a:cubicBezTo>
                      <a:pt x="9644" y="1256"/>
                      <a:pt x="10097" y="1577"/>
                      <a:pt x="10371" y="2042"/>
                    </a:cubicBezTo>
                    <a:cubicBezTo>
                      <a:pt x="10180" y="1530"/>
                      <a:pt x="9692" y="1149"/>
                      <a:pt x="9168" y="970"/>
                    </a:cubicBezTo>
                    <a:cubicBezTo>
                      <a:pt x="8886" y="876"/>
                      <a:pt x="8591" y="828"/>
                      <a:pt x="8295" y="828"/>
                    </a:cubicBezTo>
                    <a:cubicBezTo>
                      <a:pt x="8029" y="828"/>
                      <a:pt x="7761" y="867"/>
                      <a:pt x="7501" y="946"/>
                    </a:cubicBezTo>
                    <a:cubicBezTo>
                      <a:pt x="6965" y="1125"/>
                      <a:pt x="6477" y="1423"/>
                      <a:pt x="6061" y="1804"/>
                    </a:cubicBezTo>
                    <a:cubicBezTo>
                      <a:pt x="5750" y="2104"/>
                      <a:pt x="5462" y="2435"/>
                      <a:pt x="5203" y="2783"/>
                    </a:cubicBezTo>
                    <a:lnTo>
                      <a:pt x="5203" y="2783"/>
                    </a:lnTo>
                    <a:cubicBezTo>
                      <a:pt x="4791" y="1859"/>
                      <a:pt x="4087" y="1093"/>
                      <a:pt x="3191" y="613"/>
                    </a:cubicBezTo>
                    <a:cubicBezTo>
                      <a:pt x="2715" y="339"/>
                      <a:pt x="2179" y="149"/>
                      <a:pt x="1631" y="53"/>
                    </a:cubicBezTo>
                    <a:cubicBezTo>
                      <a:pt x="1409" y="19"/>
                      <a:pt x="1182" y="0"/>
                      <a:pt x="9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2" name="Google Shape;262;p22"/>
              <p:cNvSpPr/>
              <p:nvPr/>
            </p:nvSpPr>
            <p:spPr>
              <a:xfrm>
                <a:off x="2053454" y="1140849"/>
                <a:ext cx="204656" cy="68552"/>
              </a:xfrm>
              <a:custGeom>
                <a:avLst/>
                <a:gdLst/>
                <a:ahLst/>
                <a:cxnLst/>
                <a:rect l="l" t="t" r="r" b="b"/>
                <a:pathLst>
                  <a:path w="7371" h="2469" extrusionOk="0">
                    <a:moveTo>
                      <a:pt x="745" y="1"/>
                    </a:moveTo>
                    <a:cubicBezTo>
                      <a:pt x="497" y="1"/>
                      <a:pt x="247" y="30"/>
                      <a:pt x="1" y="90"/>
                    </a:cubicBezTo>
                    <a:cubicBezTo>
                      <a:pt x="58" y="87"/>
                      <a:pt x="116" y="86"/>
                      <a:pt x="173" y="86"/>
                    </a:cubicBezTo>
                    <a:cubicBezTo>
                      <a:pt x="875" y="86"/>
                      <a:pt x="1561" y="288"/>
                      <a:pt x="2156" y="673"/>
                    </a:cubicBezTo>
                    <a:cubicBezTo>
                      <a:pt x="2775" y="1054"/>
                      <a:pt x="3239" y="1649"/>
                      <a:pt x="3489" y="2340"/>
                    </a:cubicBezTo>
                    <a:cubicBezTo>
                      <a:pt x="3501" y="2376"/>
                      <a:pt x="3525" y="2411"/>
                      <a:pt x="3561" y="2435"/>
                    </a:cubicBezTo>
                    <a:cubicBezTo>
                      <a:pt x="3597" y="2458"/>
                      <a:pt x="3636" y="2468"/>
                      <a:pt x="3674" y="2468"/>
                    </a:cubicBezTo>
                    <a:cubicBezTo>
                      <a:pt x="3738" y="2468"/>
                      <a:pt x="3798" y="2439"/>
                      <a:pt x="3835" y="2388"/>
                    </a:cubicBezTo>
                    <a:cubicBezTo>
                      <a:pt x="4251" y="1768"/>
                      <a:pt x="4752" y="1197"/>
                      <a:pt x="5430" y="935"/>
                    </a:cubicBezTo>
                    <a:cubicBezTo>
                      <a:pt x="5634" y="855"/>
                      <a:pt x="5851" y="815"/>
                      <a:pt x="6068" y="815"/>
                    </a:cubicBezTo>
                    <a:cubicBezTo>
                      <a:pt x="6206" y="815"/>
                      <a:pt x="6344" y="831"/>
                      <a:pt x="6478" y="864"/>
                    </a:cubicBezTo>
                    <a:cubicBezTo>
                      <a:pt x="6847" y="923"/>
                      <a:pt x="7169" y="1149"/>
                      <a:pt x="7371" y="1471"/>
                    </a:cubicBezTo>
                    <a:cubicBezTo>
                      <a:pt x="7216" y="1090"/>
                      <a:pt x="6907" y="804"/>
                      <a:pt x="6526" y="673"/>
                    </a:cubicBezTo>
                    <a:cubicBezTo>
                      <a:pt x="6315" y="603"/>
                      <a:pt x="6098" y="567"/>
                      <a:pt x="5881" y="567"/>
                    </a:cubicBezTo>
                    <a:cubicBezTo>
                      <a:pt x="5693" y="567"/>
                      <a:pt x="5505" y="594"/>
                      <a:pt x="5323" y="649"/>
                    </a:cubicBezTo>
                    <a:cubicBezTo>
                      <a:pt x="4930" y="768"/>
                      <a:pt x="4573" y="983"/>
                      <a:pt x="4275" y="1256"/>
                    </a:cubicBezTo>
                    <a:cubicBezTo>
                      <a:pt x="4073" y="1451"/>
                      <a:pt x="3882" y="1663"/>
                      <a:pt x="3712" y="1884"/>
                    </a:cubicBezTo>
                    <a:lnTo>
                      <a:pt x="3712" y="1884"/>
                    </a:lnTo>
                    <a:cubicBezTo>
                      <a:pt x="3412" y="1256"/>
                      <a:pt x="2921" y="737"/>
                      <a:pt x="2299" y="411"/>
                    </a:cubicBezTo>
                    <a:cubicBezTo>
                      <a:pt x="1825" y="141"/>
                      <a:pt x="1289" y="1"/>
                      <a:pt x="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3" name="Google Shape;263;p22"/>
              <p:cNvSpPr/>
              <p:nvPr/>
            </p:nvSpPr>
            <p:spPr>
              <a:xfrm>
                <a:off x="1901410" y="1508632"/>
                <a:ext cx="280010" cy="118445"/>
              </a:xfrm>
              <a:custGeom>
                <a:avLst/>
                <a:gdLst/>
                <a:ahLst/>
                <a:cxnLst/>
                <a:rect l="l" t="t" r="r" b="b"/>
                <a:pathLst>
                  <a:path w="10085" h="4266" extrusionOk="0">
                    <a:moveTo>
                      <a:pt x="0" y="0"/>
                    </a:moveTo>
                    <a:cubicBezTo>
                      <a:pt x="1107" y="214"/>
                      <a:pt x="2143" y="714"/>
                      <a:pt x="3000" y="1465"/>
                    </a:cubicBezTo>
                    <a:cubicBezTo>
                      <a:pt x="3846" y="2167"/>
                      <a:pt x="4489" y="3096"/>
                      <a:pt x="4870" y="4143"/>
                    </a:cubicBezTo>
                    <a:cubicBezTo>
                      <a:pt x="4892" y="4219"/>
                      <a:pt x="4967" y="4266"/>
                      <a:pt x="5047" y="4266"/>
                    </a:cubicBezTo>
                    <a:cubicBezTo>
                      <a:pt x="5093" y="4266"/>
                      <a:pt x="5140" y="4250"/>
                      <a:pt x="5179" y="4215"/>
                    </a:cubicBezTo>
                    <a:cubicBezTo>
                      <a:pt x="5870" y="3560"/>
                      <a:pt x="6560" y="2905"/>
                      <a:pt x="7382" y="2465"/>
                    </a:cubicBezTo>
                    <a:cubicBezTo>
                      <a:pt x="7787" y="2238"/>
                      <a:pt x="8227" y="2084"/>
                      <a:pt x="8692" y="2000"/>
                    </a:cubicBezTo>
                    <a:cubicBezTo>
                      <a:pt x="8857" y="1971"/>
                      <a:pt x="9024" y="1956"/>
                      <a:pt x="9191" y="1956"/>
                    </a:cubicBezTo>
                    <a:cubicBezTo>
                      <a:pt x="9492" y="1956"/>
                      <a:pt x="9793" y="2004"/>
                      <a:pt x="10085" y="2096"/>
                    </a:cubicBezTo>
                    <a:cubicBezTo>
                      <a:pt x="9719" y="1917"/>
                      <a:pt x="9320" y="1822"/>
                      <a:pt x="8915" y="1822"/>
                    </a:cubicBezTo>
                    <a:cubicBezTo>
                      <a:pt x="8833" y="1822"/>
                      <a:pt x="8750" y="1826"/>
                      <a:pt x="8668" y="1834"/>
                    </a:cubicBezTo>
                    <a:cubicBezTo>
                      <a:pt x="8180" y="1869"/>
                      <a:pt x="7703" y="2000"/>
                      <a:pt x="7251" y="2215"/>
                    </a:cubicBezTo>
                    <a:cubicBezTo>
                      <a:pt x="6446" y="2580"/>
                      <a:pt x="5767" y="3157"/>
                      <a:pt x="5126" y="3739"/>
                    </a:cubicBezTo>
                    <a:lnTo>
                      <a:pt x="5126" y="3739"/>
                    </a:lnTo>
                    <a:cubicBezTo>
                      <a:pt x="4728" y="2734"/>
                      <a:pt x="4066" y="1858"/>
                      <a:pt x="3203" y="1203"/>
                    </a:cubicBezTo>
                    <a:cubicBezTo>
                      <a:pt x="2739" y="845"/>
                      <a:pt x="2227" y="560"/>
                      <a:pt x="1679" y="345"/>
                    </a:cubicBezTo>
                    <a:cubicBezTo>
                      <a:pt x="1143" y="143"/>
                      <a:pt x="583" y="24"/>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4" name="Google Shape;264;p22"/>
              <p:cNvSpPr/>
              <p:nvPr/>
            </p:nvSpPr>
            <p:spPr>
              <a:xfrm>
                <a:off x="1330800" y="1812248"/>
                <a:ext cx="401676" cy="128274"/>
              </a:xfrm>
              <a:custGeom>
                <a:avLst/>
                <a:gdLst/>
                <a:ahLst/>
                <a:cxnLst/>
                <a:rect l="l" t="t" r="r" b="b"/>
                <a:pathLst>
                  <a:path w="14467" h="4620" extrusionOk="0">
                    <a:moveTo>
                      <a:pt x="13626" y="0"/>
                    </a:moveTo>
                    <a:cubicBezTo>
                      <a:pt x="13232" y="0"/>
                      <a:pt x="12837" y="60"/>
                      <a:pt x="12455" y="185"/>
                    </a:cubicBezTo>
                    <a:cubicBezTo>
                      <a:pt x="11788" y="388"/>
                      <a:pt x="11169" y="709"/>
                      <a:pt x="10621" y="1138"/>
                    </a:cubicBezTo>
                    <a:cubicBezTo>
                      <a:pt x="9630" y="1903"/>
                      <a:pt x="8872" y="2903"/>
                      <a:pt x="8172" y="3907"/>
                    </a:cubicBezTo>
                    <a:lnTo>
                      <a:pt x="8172" y="3907"/>
                    </a:lnTo>
                    <a:cubicBezTo>
                      <a:pt x="7315" y="2644"/>
                      <a:pt x="6134" y="1644"/>
                      <a:pt x="4751" y="1007"/>
                    </a:cubicBezTo>
                    <a:cubicBezTo>
                      <a:pt x="4001" y="662"/>
                      <a:pt x="3216" y="424"/>
                      <a:pt x="2418" y="305"/>
                    </a:cubicBezTo>
                    <a:cubicBezTo>
                      <a:pt x="2031" y="248"/>
                      <a:pt x="1645" y="218"/>
                      <a:pt x="1260" y="218"/>
                    </a:cubicBezTo>
                    <a:cubicBezTo>
                      <a:pt x="838" y="218"/>
                      <a:pt x="418" y="254"/>
                      <a:pt x="1" y="328"/>
                    </a:cubicBezTo>
                    <a:cubicBezTo>
                      <a:pt x="121" y="323"/>
                      <a:pt x="242" y="320"/>
                      <a:pt x="362" y="320"/>
                    </a:cubicBezTo>
                    <a:cubicBezTo>
                      <a:pt x="1036" y="320"/>
                      <a:pt x="1701" y="405"/>
                      <a:pt x="2358" y="566"/>
                    </a:cubicBezTo>
                    <a:cubicBezTo>
                      <a:pt x="3132" y="745"/>
                      <a:pt x="3870" y="1019"/>
                      <a:pt x="4561" y="1388"/>
                    </a:cubicBezTo>
                    <a:cubicBezTo>
                      <a:pt x="5942" y="2102"/>
                      <a:pt x="7121" y="3174"/>
                      <a:pt x="7954" y="4496"/>
                    </a:cubicBezTo>
                    <a:cubicBezTo>
                      <a:pt x="7966" y="4531"/>
                      <a:pt x="7990" y="4555"/>
                      <a:pt x="8026" y="4579"/>
                    </a:cubicBezTo>
                    <a:cubicBezTo>
                      <a:pt x="8066" y="4606"/>
                      <a:pt x="8114" y="4619"/>
                      <a:pt x="8163" y="4619"/>
                    </a:cubicBezTo>
                    <a:cubicBezTo>
                      <a:pt x="8244" y="4619"/>
                      <a:pt x="8326" y="4582"/>
                      <a:pt x="8371" y="4507"/>
                    </a:cubicBezTo>
                    <a:cubicBezTo>
                      <a:pt x="9133" y="3400"/>
                      <a:pt x="9871" y="2293"/>
                      <a:pt x="10859" y="1436"/>
                    </a:cubicBezTo>
                    <a:cubicBezTo>
                      <a:pt x="11359" y="995"/>
                      <a:pt x="11919" y="650"/>
                      <a:pt x="12526" y="400"/>
                    </a:cubicBezTo>
                    <a:cubicBezTo>
                      <a:pt x="13050" y="188"/>
                      <a:pt x="13607" y="79"/>
                      <a:pt x="14162" y="79"/>
                    </a:cubicBezTo>
                    <a:cubicBezTo>
                      <a:pt x="14264" y="79"/>
                      <a:pt x="14366" y="83"/>
                      <a:pt x="14467" y="90"/>
                    </a:cubicBezTo>
                    <a:cubicBezTo>
                      <a:pt x="14189" y="31"/>
                      <a:pt x="13908" y="0"/>
                      <a:pt x="136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265" name="Google Shape;265;p22"/>
          <p:cNvSpPr txBox="1">
            <a:spLocks noGrp="1"/>
          </p:cNvSpPr>
          <p:nvPr>
            <p:ph type="title"/>
          </p:nvPr>
        </p:nvSpPr>
        <p:spPr>
          <a:xfrm>
            <a:off x="1081257" y="2188967"/>
            <a:ext cx="32760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4"/>
              </a:buClr>
              <a:buSzPts val="3500"/>
              <a:buNone/>
              <a:defRPr>
                <a:solidFill>
                  <a:schemeClr val="accent4"/>
                </a:solidFill>
              </a:defRPr>
            </a:lvl1pPr>
            <a:lvl2pPr lvl="1" rtl="0">
              <a:spcBef>
                <a:spcPts val="0"/>
              </a:spcBef>
              <a:spcAft>
                <a:spcPts val="0"/>
              </a:spcAft>
              <a:buClr>
                <a:schemeClr val="accent4"/>
              </a:buClr>
              <a:buSzPts val="3500"/>
              <a:buNone/>
              <a:defRPr>
                <a:solidFill>
                  <a:schemeClr val="accent4"/>
                </a:solidFill>
              </a:defRPr>
            </a:lvl2pPr>
            <a:lvl3pPr lvl="2" rtl="0">
              <a:spcBef>
                <a:spcPts val="0"/>
              </a:spcBef>
              <a:spcAft>
                <a:spcPts val="0"/>
              </a:spcAft>
              <a:buClr>
                <a:schemeClr val="accent4"/>
              </a:buClr>
              <a:buSzPts val="3500"/>
              <a:buNone/>
              <a:defRPr>
                <a:solidFill>
                  <a:schemeClr val="accent4"/>
                </a:solidFill>
              </a:defRPr>
            </a:lvl3pPr>
            <a:lvl4pPr lvl="3" rtl="0">
              <a:spcBef>
                <a:spcPts val="0"/>
              </a:spcBef>
              <a:spcAft>
                <a:spcPts val="0"/>
              </a:spcAft>
              <a:buClr>
                <a:schemeClr val="accent4"/>
              </a:buClr>
              <a:buSzPts val="3500"/>
              <a:buNone/>
              <a:defRPr>
                <a:solidFill>
                  <a:schemeClr val="accent4"/>
                </a:solidFill>
              </a:defRPr>
            </a:lvl4pPr>
            <a:lvl5pPr lvl="4" rtl="0">
              <a:spcBef>
                <a:spcPts val="0"/>
              </a:spcBef>
              <a:spcAft>
                <a:spcPts val="0"/>
              </a:spcAft>
              <a:buClr>
                <a:schemeClr val="accent4"/>
              </a:buClr>
              <a:buSzPts val="3500"/>
              <a:buNone/>
              <a:defRPr>
                <a:solidFill>
                  <a:schemeClr val="accent4"/>
                </a:solidFill>
              </a:defRPr>
            </a:lvl5pPr>
            <a:lvl6pPr lvl="5" rtl="0">
              <a:spcBef>
                <a:spcPts val="0"/>
              </a:spcBef>
              <a:spcAft>
                <a:spcPts val="0"/>
              </a:spcAft>
              <a:buClr>
                <a:schemeClr val="accent4"/>
              </a:buClr>
              <a:buSzPts val="3500"/>
              <a:buNone/>
              <a:defRPr>
                <a:solidFill>
                  <a:schemeClr val="accent4"/>
                </a:solidFill>
              </a:defRPr>
            </a:lvl6pPr>
            <a:lvl7pPr lvl="6" rtl="0">
              <a:spcBef>
                <a:spcPts val="0"/>
              </a:spcBef>
              <a:spcAft>
                <a:spcPts val="0"/>
              </a:spcAft>
              <a:buClr>
                <a:schemeClr val="accent4"/>
              </a:buClr>
              <a:buSzPts val="3500"/>
              <a:buNone/>
              <a:defRPr>
                <a:solidFill>
                  <a:schemeClr val="accent4"/>
                </a:solidFill>
              </a:defRPr>
            </a:lvl7pPr>
            <a:lvl8pPr lvl="7" rtl="0">
              <a:spcBef>
                <a:spcPts val="0"/>
              </a:spcBef>
              <a:spcAft>
                <a:spcPts val="0"/>
              </a:spcAft>
              <a:buClr>
                <a:schemeClr val="accent4"/>
              </a:buClr>
              <a:buSzPts val="3500"/>
              <a:buNone/>
              <a:defRPr>
                <a:solidFill>
                  <a:schemeClr val="accent4"/>
                </a:solidFill>
              </a:defRPr>
            </a:lvl8pPr>
            <a:lvl9pPr lvl="8" rtl="0">
              <a:spcBef>
                <a:spcPts val="0"/>
              </a:spcBef>
              <a:spcAft>
                <a:spcPts val="0"/>
              </a:spcAft>
              <a:buClr>
                <a:schemeClr val="accent4"/>
              </a:buClr>
              <a:buSzPts val="3500"/>
              <a:buNone/>
              <a:defRPr>
                <a:solidFill>
                  <a:schemeClr val="accent4"/>
                </a:solidFill>
              </a:defRPr>
            </a:lvl9pPr>
          </a:lstStyle>
          <a:p>
            <a:endParaRPr/>
          </a:p>
        </p:txBody>
      </p:sp>
      <p:sp>
        <p:nvSpPr>
          <p:cNvPr id="266" name="Google Shape;266;p22"/>
          <p:cNvSpPr txBox="1">
            <a:spLocks noGrp="1"/>
          </p:cNvSpPr>
          <p:nvPr>
            <p:ph type="subTitle" idx="1"/>
          </p:nvPr>
        </p:nvSpPr>
        <p:spPr>
          <a:xfrm>
            <a:off x="1081267" y="3064667"/>
            <a:ext cx="3330000" cy="1862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0705846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84"/>
        <p:cNvGrpSpPr/>
        <p:nvPr/>
      </p:nvGrpSpPr>
      <p:grpSpPr>
        <a:xfrm>
          <a:off x="0" y="0"/>
          <a:ext cx="0" cy="0"/>
          <a:chOff x="0" y="0"/>
          <a:chExt cx="0" cy="0"/>
        </a:xfrm>
      </p:grpSpPr>
      <p:grpSp>
        <p:nvGrpSpPr>
          <p:cNvPr id="285" name="Google Shape;285;p24"/>
          <p:cNvGrpSpPr/>
          <p:nvPr/>
        </p:nvGrpSpPr>
        <p:grpSpPr>
          <a:xfrm>
            <a:off x="-1310900" y="324485"/>
            <a:ext cx="13503115" cy="6533400"/>
            <a:chOff x="-983175" y="243364"/>
            <a:chExt cx="10127336" cy="4900050"/>
          </a:xfrm>
        </p:grpSpPr>
        <p:sp>
          <p:nvSpPr>
            <p:cNvPr id="286" name="Google Shape;286;p24"/>
            <p:cNvSpPr/>
            <p:nvPr/>
          </p:nvSpPr>
          <p:spPr>
            <a:xfrm>
              <a:off x="-983175" y="3229651"/>
              <a:ext cx="1772786" cy="1913762"/>
            </a:xfrm>
            <a:custGeom>
              <a:avLst/>
              <a:gdLst/>
              <a:ahLst/>
              <a:cxnLst/>
              <a:rect l="l" t="t" r="r" b="b"/>
              <a:pathLst>
                <a:path w="92453" h="35422" extrusionOk="0">
                  <a:moveTo>
                    <a:pt x="92452" y="35267"/>
                  </a:moveTo>
                  <a:cubicBezTo>
                    <a:pt x="92452" y="35267"/>
                    <a:pt x="73069" y="1"/>
                    <a:pt x="0" y="1787"/>
                  </a:cubicBezTo>
                  <a:lnTo>
                    <a:pt x="0" y="35208"/>
                  </a:lnTo>
                  <a:cubicBezTo>
                    <a:pt x="0" y="35327"/>
                    <a:pt x="84" y="35422"/>
                    <a:pt x="203" y="35422"/>
                  </a:cubicBezTo>
                  <a:lnTo>
                    <a:pt x="92238" y="35422"/>
                  </a:lnTo>
                  <a:cubicBezTo>
                    <a:pt x="92357" y="35422"/>
                    <a:pt x="92452" y="35327"/>
                    <a:pt x="92452" y="3520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7" name="Google Shape;287;p24"/>
            <p:cNvSpPr/>
            <p:nvPr/>
          </p:nvSpPr>
          <p:spPr>
            <a:xfrm>
              <a:off x="3327323" y="2823675"/>
              <a:ext cx="5816837" cy="2316393"/>
            </a:xfrm>
            <a:custGeom>
              <a:avLst/>
              <a:gdLst/>
              <a:ahLst/>
              <a:cxnLst/>
              <a:rect l="l" t="t" r="r" b="b"/>
              <a:pathLst>
                <a:path w="121564" h="55067" extrusionOk="0">
                  <a:moveTo>
                    <a:pt x="53638" y="33076"/>
                  </a:moveTo>
                  <a:cubicBezTo>
                    <a:pt x="79082" y="36052"/>
                    <a:pt x="76618" y="0"/>
                    <a:pt x="121564" y="21289"/>
                  </a:cubicBezTo>
                  <a:lnTo>
                    <a:pt x="121564" y="54864"/>
                  </a:lnTo>
                  <a:cubicBezTo>
                    <a:pt x="121564" y="54971"/>
                    <a:pt x="121468" y="55067"/>
                    <a:pt x="121349" y="55067"/>
                  </a:cubicBezTo>
                  <a:lnTo>
                    <a:pt x="120" y="55067"/>
                  </a:lnTo>
                  <a:cubicBezTo>
                    <a:pt x="1" y="55067"/>
                    <a:pt x="120" y="54971"/>
                    <a:pt x="120" y="54864"/>
                  </a:cubicBezTo>
                  <a:cubicBezTo>
                    <a:pt x="120" y="54864"/>
                    <a:pt x="120" y="26789"/>
                    <a:pt x="53638" y="3307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8" name="Google Shape;288;p24"/>
            <p:cNvSpPr/>
            <p:nvPr/>
          </p:nvSpPr>
          <p:spPr>
            <a:xfrm>
              <a:off x="6917076" y="243364"/>
              <a:ext cx="2139391" cy="1475170"/>
            </a:xfrm>
            <a:custGeom>
              <a:avLst/>
              <a:gdLst/>
              <a:ahLst/>
              <a:cxnLst/>
              <a:rect l="l" t="t" r="r" b="b"/>
              <a:pathLst>
                <a:path w="19289" h="13300" extrusionOk="0">
                  <a:moveTo>
                    <a:pt x="8878" y="1"/>
                  </a:moveTo>
                  <a:cubicBezTo>
                    <a:pt x="8356" y="1"/>
                    <a:pt x="7835" y="75"/>
                    <a:pt x="7335" y="231"/>
                  </a:cubicBezTo>
                  <a:cubicBezTo>
                    <a:pt x="5739" y="720"/>
                    <a:pt x="4406" y="2113"/>
                    <a:pt x="4168" y="3768"/>
                  </a:cubicBezTo>
                  <a:cubicBezTo>
                    <a:pt x="4055" y="3755"/>
                    <a:pt x="3942" y="3749"/>
                    <a:pt x="3828" y="3749"/>
                  </a:cubicBezTo>
                  <a:cubicBezTo>
                    <a:pt x="2402" y="3749"/>
                    <a:pt x="930" y="4697"/>
                    <a:pt x="488" y="6054"/>
                  </a:cubicBezTo>
                  <a:cubicBezTo>
                    <a:pt x="0" y="7518"/>
                    <a:pt x="715" y="9280"/>
                    <a:pt x="2084" y="9983"/>
                  </a:cubicBezTo>
                  <a:cubicBezTo>
                    <a:pt x="2819" y="10350"/>
                    <a:pt x="3658" y="10429"/>
                    <a:pt x="4491" y="10429"/>
                  </a:cubicBezTo>
                  <a:cubicBezTo>
                    <a:pt x="4629" y="10429"/>
                    <a:pt x="4768" y="10427"/>
                    <a:pt x="4906" y="10423"/>
                  </a:cubicBezTo>
                  <a:cubicBezTo>
                    <a:pt x="5370" y="11673"/>
                    <a:pt x="6632" y="12483"/>
                    <a:pt x="7882" y="12923"/>
                  </a:cubicBezTo>
                  <a:cubicBezTo>
                    <a:pt x="8263" y="13054"/>
                    <a:pt x="8656" y="13162"/>
                    <a:pt x="9061" y="13245"/>
                  </a:cubicBezTo>
                  <a:cubicBezTo>
                    <a:pt x="9310" y="13281"/>
                    <a:pt x="9559" y="13299"/>
                    <a:pt x="9806" y="13299"/>
                  </a:cubicBezTo>
                  <a:cubicBezTo>
                    <a:pt x="11495" y="13299"/>
                    <a:pt x="13096" y="12465"/>
                    <a:pt x="14062" y="11042"/>
                  </a:cubicBezTo>
                  <a:cubicBezTo>
                    <a:pt x="14561" y="11269"/>
                    <a:pt x="15095" y="11382"/>
                    <a:pt x="15629" y="11382"/>
                  </a:cubicBezTo>
                  <a:cubicBezTo>
                    <a:pt x="16217" y="11382"/>
                    <a:pt x="16805" y="11245"/>
                    <a:pt x="17348" y="10971"/>
                  </a:cubicBezTo>
                  <a:cubicBezTo>
                    <a:pt x="18372" y="10435"/>
                    <a:pt x="19062" y="9423"/>
                    <a:pt x="19193" y="8268"/>
                  </a:cubicBezTo>
                  <a:cubicBezTo>
                    <a:pt x="19288" y="7137"/>
                    <a:pt x="18729" y="5911"/>
                    <a:pt x="17776" y="5280"/>
                  </a:cubicBezTo>
                  <a:cubicBezTo>
                    <a:pt x="18312" y="4530"/>
                    <a:pt x="18372" y="3541"/>
                    <a:pt x="17931" y="2732"/>
                  </a:cubicBezTo>
                  <a:cubicBezTo>
                    <a:pt x="17467" y="1946"/>
                    <a:pt x="16645" y="1434"/>
                    <a:pt x="15728" y="1363"/>
                  </a:cubicBezTo>
                  <a:cubicBezTo>
                    <a:pt x="15673" y="1359"/>
                    <a:pt x="15617" y="1357"/>
                    <a:pt x="15561" y="1357"/>
                  </a:cubicBezTo>
                  <a:cubicBezTo>
                    <a:pt x="14720" y="1357"/>
                    <a:pt x="13854" y="1770"/>
                    <a:pt x="13240" y="2351"/>
                  </a:cubicBezTo>
                  <a:cubicBezTo>
                    <a:pt x="13169" y="1744"/>
                    <a:pt x="12657" y="1291"/>
                    <a:pt x="12145" y="958"/>
                  </a:cubicBezTo>
                  <a:cubicBezTo>
                    <a:pt x="11172" y="353"/>
                    <a:pt x="10021" y="1"/>
                    <a:pt x="88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289" name="Google Shape;289;p24"/>
            <p:cNvGrpSpPr/>
            <p:nvPr/>
          </p:nvGrpSpPr>
          <p:grpSpPr>
            <a:xfrm>
              <a:off x="6966809" y="444869"/>
              <a:ext cx="1893037" cy="962690"/>
              <a:chOff x="6186650" y="997000"/>
              <a:chExt cx="1616875" cy="822250"/>
            </a:xfrm>
          </p:grpSpPr>
          <p:sp>
            <p:nvSpPr>
              <p:cNvPr id="290" name="Google Shape;290;p24"/>
              <p:cNvSpPr/>
              <p:nvPr/>
            </p:nvSpPr>
            <p:spPr>
              <a:xfrm>
                <a:off x="7271300" y="1156000"/>
                <a:ext cx="265525" cy="84675"/>
              </a:xfrm>
              <a:custGeom>
                <a:avLst/>
                <a:gdLst/>
                <a:ahLst/>
                <a:cxnLst/>
                <a:rect l="l" t="t" r="r" b="b"/>
                <a:pathLst>
                  <a:path w="10621" h="3387" extrusionOk="0">
                    <a:moveTo>
                      <a:pt x="9008" y="1"/>
                    </a:moveTo>
                    <a:cubicBezTo>
                      <a:pt x="8495" y="1"/>
                      <a:pt x="7988" y="143"/>
                      <a:pt x="7549" y="411"/>
                    </a:cubicBezTo>
                    <a:cubicBezTo>
                      <a:pt x="7061" y="721"/>
                      <a:pt x="6656" y="1125"/>
                      <a:pt x="6359" y="1614"/>
                    </a:cubicBezTo>
                    <a:cubicBezTo>
                      <a:pt x="6125" y="1988"/>
                      <a:pt x="5920" y="2376"/>
                      <a:pt x="5757" y="2785"/>
                    </a:cubicBezTo>
                    <a:lnTo>
                      <a:pt x="5757" y="2785"/>
                    </a:lnTo>
                    <a:cubicBezTo>
                      <a:pt x="5115" y="1997"/>
                      <a:pt x="4239" y="1428"/>
                      <a:pt x="3239" y="1173"/>
                    </a:cubicBezTo>
                    <a:cubicBezTo>
                      <a:pt x="2837" y="1066"/>
                      <a:pt x="2415" y="1012"/>
                      <a:pt x="1998" y="1012"/>
                    </a:cubicBezTo>
                    <a:cubicBezTo>
                      <a:pt x="1859" y="1012"/>
                      <a:pt x="1721" y="1018"/>
                      <a:pt x="1584" y="1030"/>
                    </a:cubicBezTo>
                    <a:cubicBezTo>
                      <a:pt x="1025" y="1078"/>
                      <a:pt x="489" y="1233"/>
                      <a:pt x="1" y="1494"/>
                    </a:cubicBezTo>
                    <a:cubicBezTo>
                      <a:pt x="524" y="1304"/>
                      <a:pt x="1075" y="1208"/>
                      <a:pt x="1627" y="1208"/>
                    </a:cubicBezTo>
                    <a:cubicBezTo>
                      <a:pt x="2144" y="1208"/>
                      <a:pt x="2661" y="1292"/>
                      <a:pt x="3156" y="1459"/>
                    </a:cubicBezTo>
                    <a:cubicBezTo>
                      <a:pt x="4180" y="1768"/>
                      <a:pt x="5061" y="2411"/>
                      <a:pt x="5656" y="3292"/>
                    </a:cubicBezTo>
                    <a:cubicBezTo>
                      <a:pt x="5680" y="3328"/>
                      <a:pt x="5716" y="3352"/>
                      <a:pt x="5751" y="3376"/>
                    </a:cubicBezTo>
                    <a:cubicBezTo>
                      <a:pt x="5773" y="3383"/>
                      <a:pt x="5794" y="3386"/>
                      <a:pt x="5815" y="3386"/>
                    </a:cubicBezTo>
                    <a:cubicBezTo>
                      <a:pt x="5899" y="3386"/>
                      <a:pt x="5973" y="3333"/>
                      <a:pt x="6001" y="3257"/>
                    </a:cubicBezTo>
                    <a:cubicBezTo>
                      <a:pt x="6359" y="2256"/>
                      <a:pt x="6859" y="1268"/>
                      <a:pt x="7716" y="661"/>
                    </a:cubicBezTo>
                    <a:cubicBezTo>
                      <a:pt x="8145" y="363"/>
                      <a:pt x="8645" y="197"/>
                      <a:pt x="9168" y="197"/>
                    </a:cubicBezTo>
                    <a:cubicBezTo>
                      <a:pt x="9197" y="195"/>
                      <a:pt x="9226" y="195"/>
                      <a:pt x="9255" y="195"/>
                    </a:cubicBezTo>
                    <a:cubicBezTo>
                      <a:pt x="9771" y="195"/>
                      <a:pt x="10260" y="395"/>
                      <a:pt x="10621" y="756"/>
                    </a:cubicBezTo>
                    <a:cubicBezTo>
                      <a:pt x="10300" y="292"/>
                      <a:pt x="9740" y="54"/>
                      <a:pt x="9180" y="6"/>
                    </a:cubicBezTo>
                    <a:cubicBezTo>
                      <a:pt x="9123" y="3"/>
                      <a:pt x="9065" y="1"/>
                      <a:pt x="90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1" name="Google Shape;291;p24"/>
              <p:cNvSpPr/>
              <p:nvPr/>
            </p:nvSpPr>
            <p:spPr>
              <a:xfrm>
                <a:off x="7543950" y="997000"/>
                <a:ext cx="259575" cy="86450"/>
              </a:xfrm>
              <a:custGeom>
                <a:avLst/>
                <a:gdLst/>
                <a:ahLst/>
                <a:cxnLst/>
                <a:rect l="l" t="t" r="r" b="b"/>
                <a:pathLst>
                  <a:path w="10383" h="3458" extrusionOk="0">
                    <a:moveTo>
                      <a:pt x="9868" y="0"/>
                    </a:moveTo>
                    <a:cubicBezTo>
                      <a:pt x="9549" y="0"/>
                      <a:pt x="9232" y="51"/>
                      <a:pt x="8930" y="151"/>
                    </a:cubicBezTo>
                    <a:cubicBezTo>
                      <a:pt x="8466" y="318"/>
                      <a:pt x="8026" y="568"/>
                      <a:pt x="7645" y="889"/>
                    </a:cubicBezTo>
                    <a:cubicBezTo>
                      <a:pt x="6946" y="1459"/>
                      <a:pt x="6432" y="2193"/>
                      <a:pt x="5954" y="2925"/>
                    </a:cubicBezTo>
                    <a:lnTo>
                      <a:pt x="5954" y="2925"/>
                    </a:lnTo>
                    <a:cubicBezTo>
                      <a:pt x="5302" y="2040"/>
                      <a:pt x="4436" y="1353"/>
                      <a:pt x="3418" y="937"/>
                    </a:cubicBezTo>
                    <a:cubicBezTo>
                      <a:pt x="2882" y="711"/>
                      <a:pt x="2311" y="556"/>
                      <a:pt x="1727" y="485"/>
                    </a:cubicBezTo>
                    <a:cubicBezTo>
                      <a:pt x="1528" y="464"/>
                      <a:pt x="1326" y="453"/>
                      <a:pt x="1124" y="453"/>
                    </a:cubicBezTo>
                    <a:cubicBezTo>
                      <a:pt x="745" y="453"/>
                      <a:pt x="365" y="490"/>
                      <a:pt x="1" y="568"/>
                    </a:cubicBezTo>
                    <a:cubicBezTo>
                      <a:pt x="137" y="559"/>
                      <a:pt x="274" y="555"/>
                      <a:pt x="410" y="555"/>
                    </a:cubicBezTo>
                    <a:cubicBezTo>
                      <a:pt x="1406" y="555"/>
                      <a:pt x="2398" y="783"/>
                      <a:pt x="3299" y="1223"/>
                    </a:cubicBezTo>
                    <a:cubicBezTo>
                      <a:pt x="4311" y="1699"/>
                      <a:pt x="5168" y="2449"/>
                      <a:pt x="5799" y="3378"/>
                    </a:cubicBezTo>
                    <a:cubicBezTo>
                      <a:pt x="5811" y="3390"/>
                      <a:pt x="5835" y="3413"/>
                      <a:pt x="5859" y="3425"/>
                    </a:cubicBezTo>
                    <a:cubicBezTo>
                      <a:pt x="5889" y="3447"/>
                      <a:pt x="5925" y="3458"/>
                      <a:pt x="5960" y="3458"/>
                    </a:cubicBezTo>
                    <a:cubicBezTo>
                      <a:pt x="6021" y="3458"/>
                      <a:pt x="6083" y="3426"/>
                      <a:pt x="6121" y="3366"/>
                    </a:cubicBezTo>
                    <a:cubicBezTo>
                      <a:pt x="6633" y="2556"/>
                      <a:pt x="7145" y="1747"/>
                      <a:pt x="7823" y="1092"/>
                    </a:cubicBezTo>
                    <a:cubicBezTo>
                      <a:pt x="8168" y="770"/>
                      <a:pt x="8561" y="508"/>
                      <a:pt x="8990" y="318"/>
                    </a:cubicBezTo>
                    <a:cubicBezTo>
                      <a:pt x="9386" y="136"/>
                      <a:pt x="9811" y="40"/>
                      <a:pt x="10239" y="40"/>
                    </a:cubicBezTo>
                    <a:cubicBezTo>
                      <a:pt x="10287" y="40"/>
                      <a:pt x="10335" y="42"/>
                      <a:pt x="10383" y="44"/>
                    </a:cubicBezTo>
                    <a:cubicBezTo>
                      <a:pt x="10212" y="15"/>
                      <a:pt x="10040" y="0"/>
                      <a:pt x="9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2" name="Google Shape;292;p24"/>
              <p:cNvSpPr/>
              <p:nvPr/>
            </p:nvSpPr>
            <p:spPr>
              <a:xfrm>
                <a:off x="6186650" y="1653225"/>
                <a:ext cx="349475" cy="166025"/>
              </a:xfrm>
              <a:custGeom>
                <a:avLst/>
                <a:gdLst/>
                <a:ahLst/>
                <a:cxnLst/>
                <a:rect l="l" t="t" r="r" b="b"/>
                <a:pathLst>
                  <a:path w="13979" h="6641" extrusionOk="0">
                    <a:moveTo>
                      <a:pt x="13978" y="1"/>
                    </a:moveTo>
                    <a:lnTo>
                      <a:pt x="13978" y="1"/>
                    </a:lnTo>
                    <a:cubicBezTo>
                      <a:pt x="13264" y="96"/>
                      <a:pt x="12597" y="370"/>
                      <a:pt x="12037" y="810"/>
                    </a:cubicBezTo>
                    <a:cubicBezTo>
                      <a:pt x="11466" y="1239"/>
                      <a:pt x="10990" y="1775"/>
                      <a:pt x="10609" y="2382"/>
                    </a:cubicBezTo>
                    <a:cubicBezTo>
                      <a:pt x="9916" y="3486"/>
                      <a:pt x="9538" y="4738"/>
                      <a:pt x="9215" y="5959"/>
                    </a:cubicBezTo>
                    <a:lnTo>
                      <a:pt x="9215" y="5959"/>
                    </a:lnTo>
                    <a:cubicBezTo>
                      <a:pt x="7933" y="5038"/>
                      <a:pt x="6420" y="4478"/>
                      <a:pt x="4846" y="4346"/>
                    </a:cubicBezTo>
                    <a:cubicBezTo>
                      <a:pt x="4610" y="4326"/>
                      <a:pt x="4373" y="4317"/>
                      <a:pt x="4137" y="4317"/>
                    </a:cubicBezTo>
                    <a:cubicBezTo>
                      <a:pt x="3529" y="4317"/>
                      <a:pt x="2926" y="4381"/>
                      <a:pt x="2334" y="4501"/>
                    </a:cubicBezTo>
                    <a:cubicBezTo>
                      <a:pt x="1512" y="4668"/>
                      <a:pt x="727" y="4965"/>
                      <a:pt x="0" y="5382"/>
                    </a:cubicBezTo>
                    <a:cubicBezTo>
                      <a:pt x="762" y="5061"/>
                      <a:pt x="1560" y="4858"/>
                      <a:pt x="2382" y="4751"/>
                    </a:cubicBezTo>
                    <a:cubicBezTo>
                      <a:pt x="2769" y="4705"/>
                      <a:pt x="3161" y="4681"/>
                      <a:pt x="3554" y="4681"/>
                    </a:cubicBezTo>
                    <a:cubicBezTo>
                      <a:pt x="3971" y="4681"/>
                      <a:pt x="4388" y="4708"/>
                      <a:pt x="4798" y="4763"/>
                    </a:cubicBezTo>
                    <a:cubicBezTo>
                      <a:pt x="6406" y="4965"/>
                      <a:pt x="7930" y="5597"/>
                      <a:pt x="9204" y="6585"/>
                    </a:cubicBezTo>
                    <a:cubicBezTo>
                      <a:pt x="9240" y="6609"/>
                      <a:pt x="9275" y="6620"/>
                      <a:pt x="9299" y="6632"/>
                    </a:cubicBezTo>
                    <a:cubicBezTo>
                      <a:pt x="9321" y="6638"/>
                      <a:pt x="9343" y="6641"/>
                      <a:pt x="9365" y="6641"/>
                    </a:cubicBezTo>
                    <a:cubicBezTo>
                      <a:pt x="9480" y="6641"/>
                      <a:pt x="9578" y="6562"/>
                      <a:pt x="9609" y="6442"/>
                    </a:cubicBezTo>
                    <a:cubicBezTo>
                      <a:pt x="9954" y="5108"/>
                      <a:pt x="10275" y="3763"/>
                      <a:pt x="10942" y="2572"/>
                    </a:cubicBezTo>
                    <a:cubicBezTo>
                      <a:pt x="11264" y="1989"/>
                      <a:pt x="11692" y="1441"/>
                      <a:pt x="12192" y="989"/>
                    </a:cubicBezTo>
                    <a:cubicBezTo>
                      <a:pt x="12692" y="524"/>
                      <a:pt x="13311" y="179"/>
                      <a:pt x="13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3" name="Google Shape;293;p24"/>
              <p:cNvSpPr/>
              <p:nvPr/>
            </p:nvSpPr>
            <p:spPr>
              <a:xfrm>
                <a:off x="6774675" y="1212300"/>
                <a:ext cx="184275" cy="61725"/>
              </a:xfrm>
              <a:custGeom>
                <a:avLst/>
                <a:gdLst/>
                <a:ahLst/>
                <a:cxnLst/>
                <a:rect l="l" t="t" r="r" b="b"/>
                <a:pathLst>
                  <a:path w="7371" h="2469" extrusionOk="0">
                    <a:moveTo>
                      <a:pt x="745" y="1"/>
                    </a:moveTo>
                    <a:cubicBezTo>
                      <a:pt x="497" y="1"/>
                      <a:pt x="247" y="30"/>
                      <a:pt x="1" y="90"/>
                    </a:cubicBezTo>
                    <a:cubicBezTo>
                      <a:pt x="58" y="87"/>
                      <a:pt x="116" y="86"/>
                      <a:pt x="173" y="86"/>
                    </a:cubicBezTo>
                    <a:cubicBezTo>
                      <a:pt x="875" y="86"/>
                      <a:pt x="1561" y="288"/>
                      <a:pt x="2156" y="673"/>
                    </a:cubicBezTo>
                    <a:cubicBezTo>
                      <a:pt x="2775" y="1054"/>
                      <a:pt x="3239" y="1649"/>
                      <a:pt x="3489" y="2340"/>
                    </a:cubicBezTo>
                    <a:cubicBezTo>
                      <a:pt x="3501" y="2376"/>
                      <a:pt x="3525" y="2411"/>
                      <a:pt x="3561" y="2435"/>
                    </a:cubicBezTo>
                    <a:cubicBezTo>
                      <a:pt x="3597" y="2458"/>
                      <a:pt x="3636" y="2468"/>
                      <a:pt x="3674" y="2468"/>
                    </a:cubicBezTo>
                    <a:cubicBezTo>
                      <a:pt x="3738" y="2468"/>
                      <a:pt x="3798" y="2439"/>
                      <a:pt x="3835" y="2388"/>
                    </a:cubicBezTo>
                    <a:cubicBezTo>
                      <a:pt x="4251" y="1768"/>
                      <a:pt x="4752" y="1197"/>
                      <a:pt x="5430" y="935"/>
                    </a:cubicBezTo>
                    <a:cubicBezTo>
                      <a:pt x="5634" y="855"/>
                      <a:pt x="5851" y="815"/>
                      <a:pt x="6068" y="815"/>
                    </a:cubicBezTo>
                    <a:cubicBezTo>
                      <a:pt x="6206" y="815"/>
                      <a:pt x="6344" y="831"/>
                      <a:pt x="6478" y="864"/>
                    </a:cubicBezTo>
                    <a:cubicBezTo>
                      <a:pt x="6847" y="923"/>
                      <a:pt x="7169" y="1149"/>
                      <a:pt x="7371" y="1471"/>
                    </a:cubicBezTo>
                    <a:cubicBezTo>
                      <a:pt x="7216" y="1090"/>
                      <a:pt x="6907" y="804"/>
                      <a:pt x="6526" y="673"/>
                    </a:cubicBezTo>
                    <a:cubicBezTo>
                      <a:pt x="6315" y="603"/>
                      <a:pt x="6098" y="567"/>
                      <a:pt x="5881" y="567"/>
                    </a:cubicBezTo>
                    <a:cubicBezTo>
                      <a:pt x="5693" y="567"/>
                      <a:pt x="5505" y="594"/>
                      <a:pt x="5323" y="649"/>
                    </a:cubicBezTo>
                    <a:cubicBezTo>
                      <a:pt x="4930" y="768"/>
                      <a:pt x="4573" y="983"/>
                      <a:pt x="4275" y="1256"/>
                    </a:cubicBezTo>
                    <a:cubicBezTo>
                      <a:pt x="4073" y="1451"/>
                      <a:pt x="3882" y="1663"/>
                      <a:pt x="3712" y="1884"/>
                    </a:cubicBezTo>
                    <a:lnTo>
                      <a:pt x="3712" y="1884"/>
                    </a:lnTo>
                    <a:cubicBezTo>
                      <a:pt x="3412" y="1256"/>
                      <a:pt x="2921" y="737"/>
                      <a:pt x="2299" y="411"/>
                    </a:cubicBezTo>
                    <a:cubicBezTo>
                      <a:pt x="1825" y="141"/>
                      <a:pt x="1289" y="1"/>
                      <a:pt x="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94" name="Google Shape;294;p24"/>
            <p:cNvGrpSpPr/>
            <p:nvPr/>
          </p:nvGrpSpPr>
          <p:grpSpPr>
            <a:xfrm>
              <a:off x="5205725" y="869536"/>
              <a:ext cx="1143519" cy="799674"/>
              <a:chOff x="1330800" y="1140849"/>
              <a:chExt cx="1143519" cy="799674"/>
            </a:xfrm>
          </p:grpSpPr>
          <p:sp>
            <p:nvSpPr>
              <p:cNvPr id="295" name="Google Shape;295;p24"/>
              <p:cNvSpPr/>
              <p:nvPr/>
            </p:nvSpPr>
            <p:spPr>
              <a:xfrm>
                <a:off x="2186368" y="1312440"/>
                <a:ext cx="287951" cy="93651"/>
              </a:xfrm>
              <a:custGeom>
                <a:avLst/>
                <a:gdLst/>
                <a:ahLst/>
                <a:cxnLst/>
                <a:rect l="l" t="t" r="r" b="b"/>
                <a:pathLst>
                  <a:path w="10371" h="3373" extrusionOk="0">
                    <a:moveTo>
                      <a:pt x="954" y="0"/>
                    </a:moveTo>
                    <a:cubicBezTo>
                      <a:pt x="634" y="0"/>
                      <a:pt x="313" y="36"/>
                      <a:pt x="0" y="113"/>
                    </a:cubicBezTo>
                    <a:cubicBezTo>
                      <a:pt x="143" y="100"/>
                      <a:pt x="285" y="94"/>
                      <a:pt x="427" y="94"/>
                    </a:cubicBezTo>
                    <a:cubicBezTo>
                      <a:pt x="1345" y="94"/>
                      <a:pt x="2253" y="358"/>
                      <a:pt x="3036" y="863"/>
                    </a:cubicBezTo>
                    <a:cubicBezTo>
                      <a:pt x="3929" y="1411"/>
                      <a:pt x="4620" y="2244"/>
                      <a:pt x="4977" y="3244"/>
                    </a:cubicBezTo>
                    <a:cubicBezTo>
                      <a:pt x="4989" y="3280"/>
                      <a:pt x="5013" y="3316"/>
                      <a:pt x="5049" y="3339"/>
                    </a:cubicBezTo>
                    <a:cubicBezTo>
                      <a:pt x="5080" y="3362"/>
                      <a:pt x="5117" y="3372"/>
                      <a:pt x="5153" y="3372"/>
                    </a:cubicBezTo>
                    <a:cubicBezTo>
                      <a:pt x="5213" y="3372"/>
                      <a:pt x="5273" y="3344"/>
                      <a:pt x="5310" y="3292"/>
                    </a:cubicBezTo>
                    <a:cubicBezTo>
                      <a:pt x="5906" y="2423"/>
                      <a:pt x="6632" y="1601"/>
                      <a:pt x="7596" y="1232"/>
                    </a:cubicBezTo>
                    <a:cubicBezTo>
                      <a:pt x="7881" y="1121"/>
                      <a:pt x="8182" y="1066"/>
                      <a:pt x="8483" y="1066"/>
                    </a:cubicBezTo>
                    <a:cubicBezTo>
                      <a:pt x="8698" y="1066"/>
                      <a:pt x="8912" y="1094"/>
                      <a:pt x="9120" y="1149"/>
                    </a:cubicBezTo>
                    <a:cubicBezTo>
                      <a:pt x="9644" y="1256"/>
                      <a:pt x="10097" y="1577"/>
                      <a:pt x="10371" y="2042"/>
                    </a:cubicBezTo>
                    <a:cubicBezTo>
                      <a:pt x="10180" y="1530"/>
                      <a:pt x="9692" y="1149"/>
                      <a:pt x="9168" y="970"/>
                    </a:cubicBezTo>
                    <a:cubicBezTo>
                      <a:pt x="8886" y="876"/>
                      <a:pt x="8591" y="828"/>
                      <a:pt x="8295" y="828"/>
                    </a:cubicBezTo>
                    <a:cubicBezTo>
                      <a:pt x="8029" y="828"/>
                      <a:pt x="7761" y="867"/>
                      <a:pt x="7501" y="946"/>
                    </a:cubicBezTo>
                    <a:cubicBezTo>
                      <a:pt x="6965" y="1125"/>
                      <a:pt x="6477" y="1423"/>
                      <a:pt x="6061" y="1804"/>
                    </a:cubicBezTo>
                    <a:cubicBezTo>
                      <a:pt x="5750" y="2104"/>
                      <a:pt x="5462" y="2435"/>
                      <a:pt x="5203" y="2783"/>
                    </a:cubicBezTo>
                    <a:lnTo>
                      <a:pt x="5203" y="2783"/>
                    </a:lnTo>
                    <a:cubicBezTo>
                      <a:pt x="4791" y="1859"/>
                      <a:pt x="4087" y="1093"/>
                      <a:pt x="3191" y="613"/>
                    </a:cubicBezTo>
                    <a:cubicBezTo>
                      <a:pt x="2715" y="339"/>
                      <a:pt x="2179" y="149"/>
                      <a:pt x="1631" y="53"/>
                    </a:cubicBezTo>
                    <a:cubicBezTo>
                      <a:pt x="1409" y="19"/>
                      <a:pt x="1182" y="0"/>
                      <a:pt x="9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6" name="Google Shape;296;p24"/>
              <p:cNvSpPr/>
              <p:nvPr/>
            </p:nvSpPr>
            <p:spPr>
              <a:xfrm>
                <a:off x="2053454" y="1140849"/>
                <a:ext cx="204656" cy="68552"/>
              </a:xfrm>
              <a:custGeom>
                <a:avLst/>
                <a:gdLst/>
                <a:ahLst/>
                <a:cxnLst/>
                <a:rect l="l" t="t" r="r" b="b"/>
                <a:pathLst>
                  <a:path w="7371" h="2469" extrusionOk="0">
                    <a:moveTo>
                      <a:pt x="745" y="1"/>
                    </a:moveTo>
                    <a:cubicBezTo>
                      <a:pt x="497" y="1"/>
                      <a:pt x="247" y="30"/>
                      <a:pt x="1" y="90"/>
                    </a:cubicBezTo>
                    <a:cubicBezTo>
                      <a:pt x="58" y="87"/>
                      <a:pt x="116" y="86"/>
                      <a:pt x="173" y="86"/>
                    </a:cubicBezTo>
                    <a:cubicBezTo>
                      <a:pt x="875" y="86"/>
                      <a:pt x="1561" y="288"/>
                      <a:pt x="2156" y="673"/>
                    </a:cubicBezTo>
                    <a:cubicBezTo>
                      <a:pt x="2775" y="1054"/>
                      <a:pt x="3239" y="1649"/>
                      <a:pt x="3489" y="2340"/>
                    </a:cubicBezTo>
                    <a:cubicBezTo>
                      <a:pt x="3501" y="2376"/>
                      <a:pt x="3525" y="2411"/>
                      <a:pt x="3561" y="2435"/>
                    </a:cubicBezTo>
                    <a:cubicBezTo>
                      <a:pt x="3597" y="2458"/>
                      <a:pt x="3636" y="2468"/>
                      <a:pt x="3674" y="2468"/>
                    </a:cubicBezTo>
                    <a:cubicBezTo>
                      <a:pt x="3738" y="2468"/>
                      <a:pt x="3798" y="2439"/>
                      <a:pt x="3835" y="2388"/>
                    </a:cubicBezTo>
                    <a:cubicBezTo>
                      <a:pt x="4251" y="1768"/>
                      <a:pt x="4752" y="1197"/>
                      <a:pt x="5430" y="935"/>
                    </a:cubicBezTo>
                    <a:cubicBezTo>
                      <a:pt x="5634" y="855"/>
                      <a:pt x="5851" y="815"/>
                      <a:pt x="6068" y="815"/>
                    </a:cubicBezTo>
                    <a:cubicBezTo>
                      <a:pt x="6206" y="815"/>
                      <a:pt x="6344" y="831"/>
                      <a:pt x="6478" y="864"/>
                    </a:cubicBezTo>
                    <a:cubicBezTo>
                      <a:pt x="6847" y="923"/>
                      <a:pt x="7169" y="1149"/>
                      <a:pt x="7371" y="1471"/>
                    </a:cubicBezTo>
                    <a:cubicBezTo>
                      <a:pt x="7216" y="1090"/>
                      <a:pt x="6907" y="804"/>
                      <a:pt x="6526" y="673"/>
                    </a:cubicBezTo>
                    <a:cubicBezTo>
                      <a:pt x="6315" y="603"/>
                      <a:pt x="6098" y="567"/>
                      <a:pt x="5881" y="567"/>
                    </a:cubicBezTo>
                    <a:cubicBezTo>
                      <a:pt x="5693" y="567"/>
                      <a:pt x="5505" y="594"/>
                      <a:pt x="5323" y="649"/>
                    </a:cubicBezTo>
                    <a:cubicBezTo>
                      <a:pt x="4930" y="768"/>
                      <a:pt x="4573" y="983"/>
                      <a:pt x="4275" y="1256"/>
                    </a:cubicBezTo>
                    <a:cubicBezTo>
                      <a:pt x="4073" y="1451"/>
                      <a:pt x="3882" y="1663"/>
                      <a:pt x="3712" y="1884"/>
                    </a:cubicBezTo>
                    <a:lnTo>
                      <a:pt x="3712" y="1884"/>
                    </a:lnTo>
                    <a:cubicBezTo>
                      <a:pt x="3412" y="1256"/>
                      <a:pt x="2921" y="737"/>
                      <a:pt x="2299" y="411"/>
                    </a:cubicBezTo>
                    <a:cubicBezTo>
                      <a:pt x="1825" y="141"/>
                      <a:pt x="1289" y="1"/>
                      <a:pt x="7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7" name="Google Shape;297;p24"/>
              <p:cNvSpPr/>
              <p:nvPr/>
            </p:nvSpPr>
            <p:spPr>
              <a:xfrm>
                <a:off x="1901410" y="1508632"/>
                <a:ext cx="280010" cy="118445"/>
              </a:xfrm>
              <a:custGeom>
                <a:avLst/>
                <a:gdLst/>
                <a:ahLst/>
                <a:cxnLst/>
                <a:rect l="l" t="t" r="r" b="b"/>
                <a:pathLst>
                  <a:path w="10085" h="4266" extrusionOk="0">
                    <a:moveTo>
                      <a:pt x="0" y="0"/>
                    </a:moveTo>
                    <a:cubicBezTo>
                      <a:pt x="1107" y="214"/>
                      <a:pt x="2143" y="714"/>
                      <a:pt x="3000" y="1465"/>
                    </a:cubicBezTo>
                    <a:cubicBezTo>
                      <a:pt x="3846" y="2167"/>
                      <a:pt x="4489" y="3096"/>
                      <a:pt x="4870" y="4143"/>
                    </a:cubicBezTo>
                    <a:cubicBezTo>
                      <a:pt x="4892" y="4219"/>
                      <a:pt x="4967" y="4266"/>
                      <a:pt x="5047" y="4266"/>
                    </a:cubicBezTo>
                    <a:cubicBezTo>
                      <a:pt x="5093" y="4266"/>
                      <a:pt x="5140" y="4250"/>
                      <a:pt x="5179" y="4215"/>
                    </a:cubicBezTo>
                    <a:cubicBezTo>
                      <a:pt x="5870" y="3560"/>
                      <a:pt x="6560" y="2905"/>
                      <a:pt x="7382" y="2465"/>
                    </a:cubicBezTo>
                    <a:cubicBezTo>
                      <a:pt x="7787" y="2238"/>
                      <a:pt x="8227" y="2084"/>
                      <a:pt x="8692" y="2000"/>
                    </a:cubicBezTo>
                    <a:cubicBezTo>
                      <a:pt x="8857" y="1971"/>
                      <a:pt x="9024" y="1956"/>
                      <a:pt x="9191" y="1956"/>
                    </a:cubicBezTo>
                    <a:cubicBezTo>
                      <a:pt x="9492" y="1956"/>
                      <a:pt x="9793" y="2004"/>
                      <a:pt x="10085" y="2096"/>
                    </a:cubicBezTo>
                    <a:cubicBezTo>
                      <a:pt x="9719" y="1917"/>
                      <a:pt x="9320" y="1822"/>
                      <a:pt x="8915" y="1822"/>
                    </a:cubicBezTo>
                    <a:cubicBezTo>
                      <a:pt x="8833" y="1822"/>
                      <a:pt x="8750" y="1826"/>
                      <a:pt x="8668" y="1834"/>
                    </a:cubicBezTo>
                    <a:cubicBezTo>
                      <a:pt x="8180" y="1869"/>
                      <a:pt x="7703" y="2000"/>
                      <a:pt x="7251" y="2215"/>
                    </a:cubicBezTo>
                    <a:cubicBezTo>
                      <a:pt x="6446" y="2580"/>
                      <a:pt x="5767" y="3157"/>
                      <a:pt x="5126" y="3739"/>
                    </a:cubicBezTo>
                    <a:lnTo>
                      <a:pt x="5126" y="3739"/>
                    </a:lnTo>
                    <a:cubicBezTo>
                      <a:pt x="4728" y="2734"/>
                      <a:pt x="4066" y="1858"/>
                      <a:pt x="3203" y="1203"/>
                    </a:cubicBezTo>
                    <a:cubicBezTo>
                      <a:pt x="2739" y="845"/>
                      <a:pt x="2227" y="560"/>
                      <a:pt x="1679" y="345"/>
                    </a:cubicBezTo>
                    <a:cubicBezTo>
                      <a:pt x="1143" y="143"/>
                      <a:pt x="583" y="24"/>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8" name="Google Shape;298;p24"/>
              <p:cNvSpPr/>
              <p:nvPr/>
            </p:nvSpPr>
            <p:spPr>
              <a:xfrm>
                <a:off x="1330800" y="1812248"/>
                <a:ext cx="401676" cy="128274"/>
              </a:xfrm>
              <a:custGeom>
                <a:avLst/>
                <a:gdLst/>
                <a:ahLst/>
                <a:cxnLst/>
                <a:rect l="l" t="t" r="r" b="b"/>
                <a:pathLst>
                  <a:path w="14467" h="4620" extrusionOk="0">
                    <a:moveTo>
                      <a:pt x="13626" y="0"/>
                    </a:moveTo>
                    <a:cubicBezTo>
                      <a:pt x="13232" y="0"/>
                      <a:pt x="12837" y="60"/>
                      <a:pt x="12455" y="185"/>
                    </a:cubicBezTo>
                    <a:cubicBezTo>
                      <a:pt x="11788" y="388"/>
                      <a:pt x="11169" y="709"/>
                      <a:pt x="10621" y="1138"/>
                    </a:cubicBezTo>
                    <a:cubicBezTo>
                      <a:pt x="9630" y="1903"/>
                      <a:pt x="8872" y="2903"/>
                      <a:pt x="8172" y="3907"/>
                    </a:cubicBezTo>
                    <a:lnTo>
                      <a:pt x="8172" y="3907"/>
                    </a:lnTo>
                    <a:cubicBezTo>
                      <a:pt x="7315" y="2644"/>
                      <a:pt x="6134" y="1644"/>
                      <a:pt x="4751" y="1007"/>
                    </a:cubicBezTo>
                    <a:cubicBezTo>
                      <a:pt x="4001" y="662"/>
                      <a:pt x="3216" y="424"/>
                      <a:pt x="2418" y="305"/>
                    </a:cubicBezTo>
                    <a:cubicBezTo>
                      <a:pt x="2031" y="248"/>
                      <a:pt x="1645" y="218"/>
                      <a:pt x="1260" y="218"/>
                    </a:cubicBezTo>
                    <a:cubicBezTo>
                      <a:pt x="838" y="218"/>
                      <a:pt x="418" y="254"/>
                      <a:pt x="1" y="328"/>
                    </a:cubicBezTo>
                    <a:cubicBezTo>
                      <a:pt x="121" y="323"/>
                      <a:pt x="242" y="320"/>
                      <a:pt x="362" y="320"/>
                    </a:cubicBezTo>
                    <a:cubicBezTo>
                      <a:pt x="1036" y="320"/>
                      <a:pt x="1701" y="405"/>
                      <a:pt x="2358" y="566"/>
                    </a:cubicBezTo>
                    <a:cubicBezTo>
                      <a:pt x="3132" y="745"/>
                      <a:pt x="3870" y="1019"/>
                      <a:pt x="4561" y="1388"/>
                    </a:cubicBezTo>
                    <a:cubicBezTo>
                      <a:pt x="5942" y="2102"/>
                      <a:pt x="7121" y="3174"/>
                      <a:pt x="7954" y="4496"/>
                    </a:cubicBezTo>
                    <a:cubicBezTo>
                      <a:pt x="7966" y="4531"/>
                      <a:pt x="7990" y="4555"/>
                      <a:pt x="8026" y="4579"/>
                    </a:cubicBezTo>
                    <a:cubicBezTo>
                      <a:pt x="8066" y="4606"/>
                      <a:pt x="8114" y="4619"/>
                      <a:pt x="8163" y="4619"/>
                    </a:cubicBezTo>
                    <a:cubicBezTo>
                      <a:pt x="8244" y="4619"/>
                      <a:pt x="8326" y="4582"/>
                      <a:pt x="8371" y="4507"/>
                    </a:cubicBezTo>
                    <a:cubicBezTo>
                      <a:pt x="9133" y="3400"/>
                      <a:pt x="9871" y="2293"/>
                      <a:pt x="10859" y="1436"/>
                    </a:cubicBezTo>
                    <a:cubicBezTo>
                      <a:pt x="11359" y="995"/>
                      <a:pt x="11919" y="650"/>
                      <a:pt x="12526" y="400"/>
                    </a:cubicBezTo>
                    <a:cubicBezTo>
                      <a:pt x="13050" y="188"/>
                      <a:pt x="13607" y="79"/>
                      <a:pt x="14162" y="79"/>
                    </a:cubicBezTo>
                    <a:cubicBezTo>
                      <a:pt x="14264" y="79"/>
                      <a:pt x="14366" y="83"/>
                      <a:pt x="14467" y="90"/>
                    </a:cubicBezTo>
                    <a:cubicBezTo>
                      <a:pt x="14189" y="31"/>
                      <a:pt x="13908" y="0"/>
                      <a:pt x="136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299" name="Google Shape;299;p24"/>
          <p:cNvSpPr txBox="1">
            <a:spLocks noGrp="1"/>
          </p:cNvSpPr>
          <p:nvPr>
            <p:ph type="ctrTitle"/>
          </p:nvPr>
        </p:nvSpPr>
        <p:spPr>
          <a:xfrm>
            <a:off x="951200" y="493956"/>
            <a:ext cx="6090800" cy="1582000"/>
          </a:xfrm>
          <a:prstGeom prst="rect">
            <a:avLst/>
          </a:prstGeom>
        </p:spPr>
        <p:txBody>
          <a:bodyPr spcFirstLastPara="1" wrap="square" lIns="91425" tIns="91425" rIns="91425" bIns="91425" anchor="ctr" anchorCtr="0">
            <a:noAutofit/>
          </a:bodyPr>
          <a:lstStyle>
            <a:lvl1pPr lvl="0" rtl="0">
              <a:spcBef>
                <a:spcPts val="0"/>
              </a:spcBef>
              <a:spcAft>
                <a:spcPts val="0"/>
              </a:spcAft>
              <a:buSzPts val="5200"/>
              <a:buNone/>
              <a:defRPr sz="12533">
                <a:solidFill>
                  <a:schemeClr val="accent4"/>
                </a:solidFill>
              </a:defRPr>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300" name="Google Shape;300;p24"/>
          <p:cNvSpPr txBox="1">
            <a:spLocks noGrp="1"/>
          </p:cNvSpPr>
          <p:nvPr>
            <p:ph type="subTitle" idx="1"/>
          </p:nvPr>
        </p:nvSpPr>
        <p:spPr>
          <a:xfrm>
            <a:off x="951200" y="1986861"/>
            <a:ext cx="6090800" cy="69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000"/>
              <a:buNone/>
              <a:defRPr sz="2400">
                <a:solidFill>
                  <a:schemeClr val="accent1"/>
                </a:solidFill>
              </a:defRPr>
            </a:lvl1pPr>
            <a:lvl2pPr lvl="1" algn="ctr" rtl="0">
              <a:lnSpc>
                <a:spcPct val="100000"/>
              </a:lnSpc>
              <a:spcBef>
                <a:spcPts val="0"/>
              </a:spcBef>
              <a:spcAft>
                <a:spcPts val="0"/>
              </a:spcAft>
              <a:buSzPts val="2000"/>
              <a:buNone/>
              <a:defRPr sz="2667"/>
            </a:lvl2pPr>
            <a:lvl3pPr lvl="2" algn="ctr" rtl="0">
              <a:lnSpc>
                <a:spcPct val="100000"/>
              </a:lnSpc>
              <a:spcBef>
                <a:spcPts val="0"/>
              </a:spcBef>
              <a:spcAft>
                <a:spcPts val="0"/>
              </a:spcAft>
              <a:buSzPts val="2000"/>
              <a:buNone/>
              <a:defRPr sz="2667"/>
            </a:lvl3pPr>
            <a:lvl4pPr lvl="3" algn="ctr" rtl="0">
              <a:lnSpc>
                <a:spcPct val="100000"/>
              </a:lnSpc>
              <a:spcBef>
                <a:spcPts val="0"/>
              </a:spcBef>
              <a:spcAft>
                <a:spcPts val="0"/>
              </a:spcAft>
              <a:buSzPts val="2000"/>
              <a:buNone/>
              <a:defRPr sz="2667"/>
            </a:lvl4pPr>
            <a:lvl5pPr lvl="4" algn="ctr" rtl="0">
              <a:lnSpc>
                <a:spcPct val="100000"/>
              </a:lnSpc>
              <a:spcBef>
                <a:spcPts val="0"/>
              </a:spcBef>
              <a:spcAft>
                <a:spcPts val="0"/>
              </a:spcAft>
              <a:buSzPts val="2000"/>
              <a:buNone/>
              <a:defRPr sz="2667"/>
            </a:lvl5pPr>
            <a:lvl6pPr lvl="5" algn="ctr" rtl="0">
              <a:lnSpc>
                <a:spcPct val="100000"/>
              </a:lnSpc>
              <a:spcBef>
                <a:spcPts val="0"/>
              </a:spcBef>
              <a:spcAft>
                <a:spcPts val="0"/>
              </a:spcAft>
              <a:buSzPts val="2000"/>
              <a:buNone/>
              <a:defRPr sz="2667"/>
            </a:lvl6pPr>
            <a:lvl7pPr lvl="6" algn="ctr" rtl="0">
              <a:lnSpc>
                <a:spcPct val="100000"/>
              </a:lnSpc>
              <a:spcBef>
                <a:spcPts val="0"/>
              </a:spcBef>
              <a:spcAft>
                <a:spcPts val="0"/>
              </a:spcAft>
              <a:buSzPts val="2000"/>
              <a:buNone/>
              <a:defRPr sz="2667"/>
            </a:lvl7pPr>
            <a:lvl8pPr lvl="7" algn="ctr" rtl="0">
              <a:lnSpc>
                <a:spcPct val="100000"/>
              </a:lnSpc>
              <a:spcBef>
                <a:spcPts val="0"/>
              </a:spcBef>
              <a:spcAft>
                <a:spcPts val="0"/>
              </a:spcAft>
              <a:buSzPts val="2000"/>
              <a:buNone/>
              <a:defRPr sz="2667"/>
            </a:lvl8pPr>
            <a:lvl9pPr lvl="8" algn="ctr" rtl="0">
              <a:lnSpc>
                <a:spcPct val="100000"/>
              </a:lnSpc>
              <a:spcBef>
                <a:spcPts val="0"/>
              </a:spcBef>
              <a:spcAft>
                <a:spcPts val="0"/>
              </a:spcAft>
              <a:buSzPts val="2000"/>
              <a:buNone/>
              <a:defRPr sz="2667"/>
            </a:lvl9pPr>
          </a:lstStyle>
          <a:p>
            <a:endParaRPr/>
          </a:p>
        </p:txBody>
      </p:sp>
      <p:sp>
        <p:nvSpPr>
          <p:cNvPr id="301" name="Google Shape;301;p24"/>
          <p:cNvSpPr txBox="1"/>
          <p:nvPr/>
        </p:nvSpPr>
        <p:spPr>
          <a:xfrm>
            <a:off x="949000" y="4629288"/>
            <a:ext cx="4843600" cy="984800"/>
          </a:xfrm>
          <a:prstGeom prst="rect">
            <a:avLst/>
          </a:prstGeom>
          <a:noFill/>
          <a:ln>
            <a:noFill/>
          </a:ln>
        </p:spPr>
        <p:txBody>
          <a:bodyPr spcFirstLastPara="1" wrap="square" lIns="121900" tIns="121900" rIns="121900" bIns="121900" anchor="ctr" anchorCtr="0">
            <a:noAutofit/>
          </a:bodyPr>
          <a:lstStyle/>
          <a:p>
            <a:pPr marL="0" lvl="0" indent="0" algn="l" rtl="0">
              <a:spcBef>
                <a:spcPts val="400"/>
              </a:spcBef>
              <a:spcAft>
                <a:spcPts val="0"/>
              </a:spcAft>
              <a:buNone/>
            </a:pPr>
            <a:r>
              <a:rPr lang="en" sz="1600">
                <a:solidFill>
                  <a:schemeClr val="accent1"/>
                </a:solidFill>
                <a:latin typeface="Bitter"/>
                <a:ea typeface="Bitter"/>
                <a:cs typeface="Bitter"/>
                <a:sym typeface="Bitter"/>
              </a:rPr>
              <a:t>CREDITS: This presentation template was created by </a:t>
            </a:r>
            <a:r>
              <a:rPr lang="en" sz="1600" b="1">
                <a:solidFill>
                  <a:schemeClr val="accent1"/>
                </a:solidFill>
                <a:uFill>
                  <a:noFill/>
                </a:uFill>
                <a:latin typeface="Bitter"/>
                <a:ea typeface="Bitter"/>
                <a:cs typeface="Bitter"/>
                <a:sym typeface="Bitter"/>
                <a:hlinkClick r:id="rId2">
                  <a:extLst>
                    <a:ext uri="{A12FA001-AC4F-418D-AE19-62706E023703}">
                      <ahyp:hlinkClr xmlns:ahyp="http://schemas.microsoft.com/office/drawing/2018/hyperlinkcolor" val="tx"/>
                    </a:ext>
                  </a:extLst>
                </a:hlinkClick>
              </a:rPr>
              <a:t>Slidesgo</a:t>
            </a:r>
            <a:r>
              <a:rPr lang="en" sz="1600">
                <a:solidFill>
                  <a:schemeClr val="accent1"/>
                </a:solidFill>
                <a:latin typeface="Bitter"/>
                <a:ea typeface="Bitter"/>
                <a:cs typeface="Bitter"/>
                <a:sym typeface="Bitter"/>
              </a:rPr>
              <a:t>, including icons by </a:t>
            </a:r>
            <a:r>
              <a:rPr lang="en" sz="1600" b="1">
                <a:solidFill>
                  <a:schemeClr val="accent1"/>
                </a:solidFill>
                <a:uFill>
                  <a:noFill/>
                </a:uFill>
                <a:latin typeface="Bitter"/>
                <a:ea typeface="Bitter"/>
                <a:cs typeface="Bitter"/>
                <a:sym typeface="Bitter"/>
                <a:hlinkClick r:id="rId3">
                  <a:extLst>
                    <a:ext uri="{A12FA001-AC4F-418D-AE19-62706E023703}">
                      <ahyp:hlinkClr xmlns:ahyp="http://schemas.microsoft.com/office/drawing/2018/hyperlinkcolor" val="tx"/>
                    </a:ext>
                  </a:extLst>
                </a:hlinkClick>
              </a:rPr>
              <a:t>Flaticon</a:t>
            </a:r>
            <a:r>
              <a:rPr lang="en" sz="1600">
                <a:solidFill>
                  <a:schemeClr val="accent1"/>
                </a:solidFill>
                <a:latin typeface="Bitter"/>
                <a:ea typeface="Bitter"/>
                <a:cs typeface="Bitter"/>
                <a:sym typeface="Bitter"/>
              </a:rPr>
              <a:t>, infographics &amp; images by </a:t>
            </a:r>
            <a:r>
              <a:rPr lang="en" sz="1600" b="1">
                <a:solidFill>
                  <a:schemeClr val="accent1"/>
                </a:solidFill>
                <a:uFill>
                  <a:noFill/>
                </a:uFill>
                <a:latin typeface="Bitter"/>
                <a:ea typeface="Bitter"/>
                <a:cs typeface="Bitter"/>
                <a:sym typeface="Bitter"/>
                <a:hlinkClick r:id="rId4">
                  <a:extLst>
                    <a:ext uri="{A12FA001-AC4F-418D-AE19-62706E023703}">
                      <ahyp:hlinkClr xmlns:ahyp="http://schemas.microsoft.com/office/drawing/2018/hyperlinkcolor" val="tx"/>
                    </a:ext>
                  </a:extLst>
                </a:hlinkClick>
              </a:rPr>
              <a:t>Freepik</a:t>
            </a:r>
            <a:endParaRPr sz="1600">
              <a:solidFill>
                <a:schemeClr val="accent1"/>
              </a:solidFill>
              <a:latin typeface="Bitter"/>
              <a:ea typeface="Bitter"/>
              <a:cs typeface="Bitter"/>
              <a:sym typeface="Bitter"/>
            </a:endParaRPr>
          </a:p>
        </p:txBody>
      </p:sp>
      <p:sp>
        <p:nvSpPr>
          <p:cNvPr id="302" name="Google Shape;302;p24"/>
          <p:cNvSpPr txBox="1">
            <a:spLocks noGrp="1"/>
          </p:cNvSpPr>
          <p:nvPr>
            <p:ph type="subTitle" idx="2"/>
          </p:nvPr>
        </p:nvSpPr>
        <p:spPr>
          <a:xfrm>
            <a:off x="951200" y="2766884"/>
            <a:ext cx="4839200" cy="99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solidFill>
                  <a:srgbClr val="000000"/>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961256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CD438618-DEE5-47CF-A8B2-A9E090D503CD}" type="datetimeFigureOut">
              <a:rPr lang="en-US" dirty="0"/>
              <a:t>5/24/2024</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a:t>
              </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E30AF5A0-43BB-4336-8627-9123B9144D80}" type="slidenum">
              <a:rPr lang="en-US" dirty="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0162398"/>
      </p:ext>
    </p:extLst>
  </p:cSld>
  <p:clrMap bg1="lt1" tx1="dk1" bg2="lt2" tx2="dk2" accent1="accent1" accent2="accent2" accent3="accent3" accent4="accent4" accent5="accent5" accent6="accent6" hlink="hlink" folHlink="folHlink"/>
  <p:sldLayoutIdLst>
    <p:sldLayoutId id="2147484126" r:id="rId1"/>
    <p:sldLayoutId id="2147484127" r:id="rId2"/>
    <p:sldLayoutId id="2147484128" r:id="rId3"/>
    <p:sldLayoutId id="2147484129" r:id="rId4"/>
    <p:sldLayoutId id="2147484130" r:id="rId5"/>
    <p:sldLayoutId id="2147484131" r:id="rId6"/>
    <p:sldLayoutId id="2147484132" r:id="rId7"/>
    <p:sldLayoutId id="2147484133" r:id="rId8"/>
    <p:sldLayoutId id="2147484134" r:id="rId9"/>
    <p:sldLayoutId id="2147484135" r:id="rId10"/>
    <p:sldLayoutId id="2147484136" r:id="rId11"/>
    <p:sldLayoutId id="2147484137" r:id="rId12"/>
    <p:sldLayoutId id="2147484138" r:id="rId13"/>
    <p:sldLayoutId id="2147484139" r:id="rId14"/>
    <p:sldLayoutId id="2147484140" r:id="rId15"/>
    <p:sldLayoutId id="2147484141" r:id="rId16"/>
    <p:sldLayoutId id="2147484142" r:id="rId17"/>
    <p:sldLayoutId id="2147484143" r:id="rId18"/>
    <p:sldLayoutId id="2147484144" r:id="rId19"/>
    <p:sldLayoutId id="2147484145" r:id="rId20"/>
    <p:sldLayoutId id="2147484146" r:id="rId21"/>
    <p:sldLayoutId id="2147484148" r:id="rId22"/>
    <p:sldLayoutId id="2147484149" r:id="rId23"/>
    <p:sldLayoutId id="2147484150" r:id="rId24"/>
    <p:sldLayoutId id="2147484151" r:id="rId25"/>
    <p:sldLayoutId id="2147484152" r:id="rId26"/>
    <p:sldLayoutId id="2147484153" r:id="rId27"/>
    <p:sldLayoutId id="2147484154" r:id="rId28"/>
  </p:sldLayoutIdLst>
  <p:hf hdr="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guide id="8" orient="horz" pos="45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5.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5.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1.xml"/><Relationship Id="rId4" Type="http://schemas.openxmlformats.org/officeDocument/2006/relationships/image" Target="../media/image9.sv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chart" Target="../charts/char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6.xml"/><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14.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0.xml"/><Relationship Id="rId1" Type="http://schemas.openxmlformats.org/officeDocument/2006/relationships/slideLayout" Target="../slideLayouts/slideLayout14.xml"/><Relationship Id="rId5" Type="http://schemas.openxmlformats.org/officeDocument/2006/relationships/image" Target="../media/image32.svg"/><Relationship Id="rId4" Type="http://schemas.openxmlformats.org/officeDocument/2006/relationships/image" Target="../media/image3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6" name="Google Shape;332;p29"/>
          <p:cNvSpPr txBox="1">
            <a:spLocks/>
          </p:cNvSpPr>
          <p:nvPr/>
        </p:nvSpPr>
        <p:spPr>
          <a:xfrm>
            <a:off x="1135933" y="714497"/>
            <a:ext cx="9558800" cy="2487600"/>
          </a:xfrm>
          <a:prstGeom prst="rect">
            <a:avLst/>
          </a:prstGeom>
        </p:spPr>
        <p:txBody>
          <a:bodyPr spcFirstLastPara="1" vert="horz" wrap="square" lIns="121900" tIns="121900" rIns="121900" bIns="121900" rtlCol="0" anchor="b"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MY" sz="4900" cap="all">
                <a:solidFill>
                  <a:schemeClr val="accent3">
                    <a:lumMod val="50000"/>
                  </a:schemeClr>
                </a:solidFill>
                <a:latin typeface="Bebas Neue"/>
              </a:rPr>
              <a:t>RENT REALITIES: WHAT AFFECTS PRICES, FUTURE TRENDS, AND SMART CHOICES</a:t>
            </a:r>
            <a:endParaRPr lang="en" sz="4900">
              <a:solidFill>
                <a:schemeClr val="accent3">
                  <a:lumMod val="50000"/>
                </a:schemeClr>
              </a:solidFill>
              <a:latin typeface="Bebas Neue"/>
            </a:endParaRPr>
          </a:p>
          <a:p>
            <a:endParaRPr lang="en" sz="1850">
              <a:solidFill>
                <a:schemeClr val="accent4"/>
              </a:solidFill>
              <a:latin typeface="Bebas Neue"/>
            </a:endParaRPr>
          </a:p>
        </p:txBody>
      </p:sp>
      <p:sp>
        <p:nvSpPr>
          <p:cNvPr id="7" name="Google Shape;333;p29"/>
          <p:cNvSpPr txBox="1">
            <a:spLocks/>
          </p:cNvSpPr>
          <p:nvPr/>
        </p:nvSpPr>
        <p:spPr>
          <a:xfrm>
            <a:off x="1169239" y="3131061"/>
            <a:ext cx="3319985" cy="1386701"/>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L="0" marR="0" lvl="0" indent="0" algn="l" defTabSz="914400" rtl="0" eaLnBrk="1" latinLnBrk="0" hangingPunct="1">
              <a:lnSpc>
                <a:spcPct val="100000"/>
              </a:lnSpc>
              <a:spcBef>
                <a:spcPts val="0"/>
              </a:spcBef>
              <a:spcAft>
                <a:spcPts val="0"/>
              </a:spcAft>
              <a:buClr>
                <a:srgbClr val="000000"/>
              </a:buClr>
              <a:buFont typeface="Arial"/>
              <a:buNone/>
              <a:defRPr sz="1867" b="0" i="0" u="none" strike="noStrike" kern="1200" cap="none">
                <a:solidFill>
                  <a:srgbClr val="000000"/>
                </a:solidFill>
                <a:latin typeface="Arial"/>
                <a:ea typeface="Arial"/>
                <a:cs typeface="Arial"/>
                <a:sym typeface="Arial"/>
              </a:defRPr>
            </a:lvl1pPr>
            <a:lvl2pPr marL="457200" marR="0" lvl="1" indent="0" algn="l" defTabSz="914400" rtl="0" eaLnBrk="1" latinLnBrk="0" hangingPunct="1">
              <a:lnSpc>
                <a:spcPct val="100000"/>
              </a:lnSpc>
              <a:spcBef>
                <a:spcPts val="0"/>
              </a:spcBef>
              <a:spcAft>
                <a:spcPts val="0"/>
              </a:spcAft>
              <a:buClr>
                <a:srgbClr val="000000"/>
              </a:buClr>
              <a:buFont typeface="Arial"/>
              <a:buNone/>
              <a:defRPr sz="1867" b="0" i="0" u="none" strike="noStrike" kern="1200" cap="none">
                <a:solidFill>
                  <a:srgbClr val="000000"/>
                </a:solidFill>
                <a:latin typeface="Arial"/>
                <a:ea typeface="Arial"/>
                <a:cs typeface="Arial"/>
                <a:sym typeface="Arial"/>
              </a:defRPr>
            </a:lvl2pPr>
            <a:lvl3pPr marL="914400" marR="0" lvl="2" indent="0" algn="l" defTabSz="914400" rtl="0" eaLnBrk="1" latinLnBrk="0" hangingPunct="1">
              <a:lnSpc>
                <a:spcPct val="100000"/>
              </a:lnSpc>
              <a:spcBef>
                <a:spcPts val="0"/>
              </a:spcBef>
              <a:spcAft>
                <a:spcPts val="0"/>
              </a:spcAft>
              <a:buClr>
                <a:srgbClr val="000000"/>
              </a:buClr>
              <a:buFont typeface="Arial"/>
              <a:buNone/>
              <a:defRPr sz="1867" b="0" i="0" u="none" strike="noStrike" kern="1200" cap="none">
                <a:solidFill>
                  <a:srgbClr val="000000"/>
                </a:solidFill>
                <a:latin typeface="Arial"/>
                <a:ea typeface="Arial"/>
                <a:cs typeface="Arial"/>
                <a:sym typeface="Arial"/>
              </a:defRPr>
            </a:lvl3pPr>
            <a:lvl4pPr marL="1371600" marR="0" lvl="3" indent="0" algn="l" defTabSz="914400" rtl="0" eaLnBrk="1" latinLnBrk="0" hangingPunct="1">
              <a:lnSpc>
                <a:spcPct val="100000"/>
              </a:lnSpc>
              <a:spcBef>
                <a:spcPts val="0"/>
              </a:spcBef>
              <a:spcAft>
                <a:spcPts val="0"/>
              </a:spcAft>
              <a:buClr>
                <a:srgbClr val="000000"/>
              </a:buClr>
              <a:buFont typeface="Arial"/>
              <a:buNone/>
              <a:defRPr sz="1867" b="0" i="0" u="none" strike="noStrike" kern="1200" cap="none">
                <a:solidFill>
                  <a:srgbClr val="000000"/>
                </a:solidFill>
                <a:latin typeface="Arial"/>
                <a:ea typeface="Arial"/>
                <a:cs typeface="Arial"/>
                <a:sym typeface="Arial"/>
              </a:defRPr>
            </a:lvl4pPr>
            <a:lvl5pPr marL="1828800" marR="0" lvl="4" indent="0" algn="l" defTabSz="914400" rtl="0" eaLnBrk="1" latinLnBrk="0" hangingPunct="1">
              <a:lnSpc>
                <a:spcPct val="100000"/>
              </a:lnSpc>
              <a:spcBef>
                <a:spcPts val="0"/>
              </a:spcBef>
              <a:spcAft>
                <a:spcPts val="0"/>
              </a:spcAft>
              <a:buClr>
                <a:srgbClr val="000000"/>
              </a:buClr>
              <a:buFont typeface="Arial"/>
              <a:buNone/>
              <a:defRPr sz="1867" b="0" i="0" u="none" strike="noStrike" kern="1200" cap="none">
                <a:solidFill>
                  <a:srgbClr val="000000"/>
                </a:solidFill>
                <a:latin typeface="Arial"/>
                <a:ea typeface="Arial"/>
                <a:cs typeface="Arial"/>
                <a:sym typeface="Arial"/>
              </a:defRPr>
            </a:lvl5pPr>
            <a:lvl6pPr marL="2286000" marR="0" lvl="5" indent="0" algn="l" defTabSz="914400" rtl="0" eaLnBrk="1" latinLnBrk="0" hangingPunct="1">
              <a:lnSpc>
                <a:spcPct val="100000"/>
              </a:lnSpc>
              <a:spcBef>
                <a:spcPts val="0"/>
              </a:spcBef>
              <a:spcAft>
                <a:spcPts val="0"/>
              </a:spcAft>
              <a:buClr>
                <a:srgbClr val="000000"/>
              </a:buClr>
              <a:buFont typeface="Arial"/>
              <a:buNone/>
              <a:defRPr sz="1867" b="0" i="0" u="none" strike="noStrike" kern="1200" cap="none">
                <a:solidFill>
                  <a:srgbClr val="000000"/>
                </a:solidFill>
                <a:latin typeface="Arial"/>
                <a:ea typeface="Arial"/>
                <a:cs typeface="Arial"/>
                <a:sym typeface="Arial"/>
              </a:defRPr>
            </a:lvl6pPr>
            <a:lvl7pPr marL="2743200" marR="0" lvl="6" indent="0" algn="l" defTabSz="914400" rtl="0" eaLnBrk="1" latinLnBrk="0" hangingPunct="1">
              <a:lnSpc>
                <a:spcPct val="100000"/>
              </a:lnSpc>
              <a:spcBef>
                <a:spcPts val="0"/>
              </a:spcBef>
              <a:spcAft>
                <a:spcPts val="0"/>
              </a:spcAft>
              <a:buClr>
                <a:srgbClr val="000000"/>
              </a:buClr>
              <a:buFont typeface="Arial"/>
              <a:buNone/>
              <a:defRPr sz="1867" b="0" i="0" u="none" strike="noStrike" kern="1200" cap="none">
                <a:solidFill>
                  <a:srgbClr val="000000"/>
                </a:solidFill>
                <a:latin typeface="Arial"/>
                <a:ea typeface="Arial"/>
                <a:cs typeface="Arial"/>
                <a:sym typeface="Arial"/>
              </a:defRPr>
            </a:lvl7pPr>
            <a:lvl8pPr marL="3200400" marR="0" lvl="7" indent="0" algn="l" defTabSz="914400" rtl="0" eaLnBrk="1" latinLnBrk="0" hangingPunct="1">
              <a:lnSpc>
                <a:spcPct val="100000"/>
              </a:lnSpc>
              <a:spcBef>
                <a:spcPts val="0"/>
              </a:spcBef>
              <a:spcAft>
                <a:spcPts val="0"/>
              </a:spcAft>
              <a:buClr>
                <a:srgbClr val="000000"/>
              </a:buClr>
              <a:buFont typeface="Arial"/>
              <a:buNone/>
              <a:defRPr sz="1867" b="0" i="0" u="none" strike="noStrike" kern="1200" cap="none">
                <a:solidFill>
                  <a:srgbClr val="000000"/>
                </a:solidFill>
                <a:latin typeface="Arial"/>
                <a:ea typeface="Arial"/>
                <a:cs typeface="Arial"/>
                <a:sym typeface="Arial"/>
              </a:defRPr>
            </a:lvl8pPr>
            <a:lvl9pPr marL="3657600" marR="0" lvl="8" indent="0" algn="l" defTabSz="914400" rtl="0" eaLnBrk="1" latinLnBrk="0" hangingPunct="1">
              <a:lnSpc>
                <a:spcPct val="100000"/>
              </a:lnSpc>
              <a:spcBef>
                <a:spcPts val="0"/>
              </a:spcBef>
              <a:spcAft>
                <a:spcPts val="0"/>
              </a:spcAft>
              <a:buClr>
                <a:srgbClr val="000000"/>
              </a:buClr>
              <a:buFont typeface="Arial"/>
              <a:buNone/>
              <a:defRPr sz="1867" b="0" i="0" u="none" strike="noStrike" kern="1200" cap="none">
                <a:solidFill>
                  <a:srgbClr val="000000"/>
                </a:solidFill>
                <a:latin typeface="Arial"/>
                <a:ea typeface="Arial"/>
                <a:cs typeface="Arial"/>
                <a:sym typeface="Arial"/>
              </a:defRPr>
            </a:lvl9pPr>
          </a:lstStyle>
          <a:p>
            <a:pPr>
              <a:lnSpc>
                <a:spcPct val="110000"/>
              </a:lnSpc>
              <a:spcBef>
                <a:spcPts val="1000"/>
              </a:spcBef>
            </a:pPr>
            <a:endParaRPr lang="en-MY" sz="1400">
              <a:latin typeface="Constantia"/>
            </a:endParaRPr>
          </a:p>
          <a:p>
            <a:pPr>
              <a:lnSpc>
                <a:spcPct val="110000"/>
              </a:lnSpc>
              <a:spcBef>
                <a:spcPts val="1000"/>
              </a:spcBef>
            </a:pPr>
            <a:br>
              <a:rPr lang="en-MY" sz="1400">
                <a:latin typeface="Times New Roman"/>
              </a:rPr>
            </a:br>
            <a:br>
              <a:rPr lang="en-MY" sz="1400" b="1">
                <a:latin typeface="Constantia"/>
              </a:rPr>
            </a:br>
            <a:r>
              <a:rPr lang="en-MY" sz="1400" b="1">
                <a:latin typeface="Constantia"/>
              </a:rPr>
              <a:t>Group members:</a:t>
            </a:r>
          </a:p>
          <a:p>
            <a:pPr>
              <a:lnSpc>
                <a:spcPct val="110000"/>
              </a:lnSpc>
              <a:spcBef>
                <a:spcPts val="1000"/>
              </a:spcBef>
            </a:pPr>
            <a:r>
              <a:rPr lang="en-MY" sz="1400">
                <a:latin typeface="Constantia"/>
              </a:rPr>
              <a:t>Zhen Xue, Gue (33521352)</a:t>
            </a:r>
            <a:endParaRPr lang="en-US" sz="1400">
              <a:latin typeface="Constantia"/>
            </a:endParaRPr>
          </a:p>
          <a:p>
            <a:pPr>
              <a:lnSpc>
                <a:spcPct val="110000"/>
              </a:lnSpc>
              <a:spcBef>
                <a:spcPts val="1000"/>
              </a:spcBef>
            </a:pPr>
            <a:r>
              <a:rPr lang="en-MY" sz="1400">
                <a:latin typeface="Constantia"/>
              </a:rPr>
              <a:t>Chun Kei, Chow (33520771)</a:t>
            </a:r>
            <a:endParaRPr lang="en-US" sz="1400">
              <a:latin typeface="Constantia"/>
            </a:endParaRPr>
          </a:p>
          <a:p>
            <a:pPr>
              <a:lnSpc>
                <a:spcPct val="110000"/>
              </a:lnSpc>
              <a:spcBef>
                <a:spcPts val="1000"/>
              </a:spcBef>
            </a:pPr>
            <a:r>
              <a:rPr lang="en-MY" sz="1400">
                <a:latin typeface="Constantia"/>
              </a:rPr>
              <a:t>Sunaina, </a:t>
            </a:r>
            <a:r>
              <a:rPr lang="en-MY" sz="1400" err="1">
                <a:latin typeface="Constantia"/>
              </a:rPr>
              <a:t>Rayaprol</a:t>
            </a:r>
            <a:r>
              <a:rPr lang="en-MY" sz="1400">
                <a:latin typeface="Constantia"/>
              </a:rPr>
              <a:t> (33944091)</a:t>
            </a:r>
            <a:endParaRPr lang="en-US" sz="1400">
              <a:latin typeface="Constantia"/>
            </a:endParaRPr>
          </a:p>
          <a:p>
            <a:pPr>
              <a:lnSpc>
                <a:spcPct val="110000"/>
              </a:lnSpc>
              <a:spcBef>
                <a:spcPts val="1000"/>
              </a:spcBef>
            </a:pPr>
            <a:r>
              <a:rPr lang="en-MY" sz="1400">
                <a:latin typeface="Constantia"/>
              </a:rPr>
              <a:t>Hui Shawn, Lim (34017259)</a:t>
            </a:r>
          </a:p>
          <a:p>
            <a:pPr>
              <a:lnSpc>
                <a:spcPct val="110000"/>
              </a:lnSpc>
              <a:spcBef>
                <a:spcPts val="1000"/>
              </a:spcBef>
            </a:pPr>
            <a:br>
              <a:rPr lang="en-MY" sz="1400" b="1">
                <a:latin typeface="Constantia"/>
              </a:rPr>
            </a:br>
            <a:r>
              <a:rPr lang="en-MY" sz="1400" b="1">
                <a:latin typeface="Constantia"/>
              </a:rPr>
              <a:t>Lecturer: </a:t>
            </a:r>
            <a:br>
              <a:rPr lang="en-MY" sz="1400" b="1">
                <a:latin typeface="Constantia"/>
              </a:rPr>
            </a:br>
            <a:r>
              <a:rPr lang="en-MY" sz="1400" err="1">
                <a:latin typeface="Constantia"/>
              </a:rPr>
              <a:t>Dr.</a:t>
            </a:r>
            <a:r>
              <a:rPr lang="en-MY" sz="1400">
                <a:latin typeface="Constantia"/>
              </a:rPr>
              <a:t> Ashish Dutt</a:t>
            </a:r>
            <a:endParaRPr lang="en-MY"/>
          </a:p>
        </p:txBody>
      </p:sp>
      <p:grpSp>
        <p:nvGrpSpPr>
          <p:cNvPr id="8" name="Google Shape;334;p29"/>
          <p:cNvGrpSpPr/>
          <p:nvPr/>
        </p:nvGrpSpPr>
        <p:grpSpPr>
          <a:xfrm flipH="1">
            <a:off x="6055267" y="3621922"/>
            <a:ext cx="2518736" cy="2626589"/>
            <a:chOff x="7224800" y="69200"/>
            <a:chExt cx="1331725" cy="1388750"/>
          </a:xfrm>
        </p:grpSpPr>
        <p:sp>
          <p:nvSpPr>
            <p:cNvPr id="9" name="Google Shape;335;p29"/>
            <p:cNvSpPr/>
            <p:nvPr/>
          </p:nvSpPr>
          <p:spPr>
            <a:xfrm>
              <a:off x="7370050" y="166975"/>
              <a:ext cx="1041525" cy="1150775"/>
            </a:xfrm>
            <a:custGeom>
              <a:avLst/>
              <a:gdLst/>
              <a:ahLst/>
              <a:cxnLst/>
              <a:rect l="l" t="t" r="r" b="b"/>
              <a:pathLst>
                <a:path w="41661" h="46031" extrusionOk="0">
                  <a:moveTo>
                    <a:pt x="20825" y="1"/>
                  </a:moveTo>
                  <a:lnTo>
                    <a:pt x="1" y="12741"/>
                  </a:lnTo>
                  <a:lnTo>
                    <a:pt x="1" y="46030"/>
                  </a:lnTo>
                  <a:lnTo>
                    <a:pt x="41661" y="46030"/>
                  </a:lnTo>
                  <a:lnTo>
                    <a:pt x="41661" y="12741"/>
                  </a:lnTo>
                  <a:lnTo>
                    <a:pt x="20825"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 name="Google Shape;336;p29"/>
            <p:cNvSpPr/>
            <p:nvPr/>
          </p:nvSpPr>
          <p:spPr>
            <a:xfrm>
              <a:off x="7251275" y="1273975"/>
              <a:ext cx="118800" cy="183975"/>
            </a:xfrm>
            <a:custGeom>
              <a:avLst/>
              <a:gdLst/>
              <a:ahLst/>
              <a:cxnLst/>
              <a:rect l="l" t="t" r="r" b="b"/>
              <a:pathLst>
                <a:path w="4752" h="7359" extrusionOk="0">
                  <a:moveTo>
                    <a:pt x="1" y="0"/>
                  </a:moveTo>
                  <a:lnTo>
                    <a:pt x="1" y="7358"/>
                  </a:lnTo>
                  <a:lnTo>
                    <a:pt x="4752" y="7358"/>
                  </a:lnTo>
                  <a:lnTo>
                    <a:pt x="4752"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 name="Google Shape;337;p29"/>
            <p:cNvSpPr/>
            <p:nvPr/>
          </p:nvSpPr>
          <p:spPr>
            <a:xfrm>
              <a:off x="8411550" y="1273975"/>
              <a:ext cx="118500" cy="183975"/>
            </a:xfrm>
            <a:custGeom>
              <a:avLst/>
              <a:gdLst/>
              <a:ahLst/>
              <a:cxnLst/>
              <a:rect l="l" t="t" r="r" b="b"/>
              <a:pathLst>
                <a:path w="4740" h="7359" extrusionOk="0">
                  <a:moveTo>
                    <a:pt x="1" y="0"/>
                  </a:moveTo>
                  <a:lnTo>
                    <a:pt x="1" y="7358"/>
                  </a:lnTo>
                  <a:lnTo>
                    <a:pt x="4739" y="7358"/>
                  </a:lnTo>
                  <a:lnTo>
                    <a:pt x="4739"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 name="Google Shape;338;p29"/>
            <p:cNvSpPr/>
            <p:nvPr/>
          </p:nvSpPr>
          <p:spPr>
            <a:xfrm>
              <a:off x="7224800" y="69200"/>
              <a:ext cx="1331725" cy="421400"/>
            </a:xfrm>
            <a:custGeom>
              <a:avLst/>
              <a:gdLst/>
              <a:ahLst/>
              <a:cxnLst/>
              <a:rect l="l" t="t" r="r" b="b"/>
              <a:pathLst>
                <a:path w="53269" h="16856" extrusionOk="0">
                  <a:moveTo>
                    <a:pt x="26636" y="1"/>
                  </a:moveTo>
                  <a:cubicBezTo>
                    <a:pt x="26444" y="1"/>
                    <a:pt x="26254" y="54"/>
                    <a:pt x="26087" y="161"/>
                  </a:cubicBezTo>
                  <a:lnTo>
                    <a:pt x="310" y="15937"/>
                  </a:lnTo>
                  <a:cubicBezTo>
                    <a:pt x="84" y="16080"/>
                    <a:pt x="0" y="16378"/>
                    <a:pt x="143" y="16616"/>
                  </a:cubicBezTo>
                  <a:cubicBezTo>
                    <a:pt x="244" y="16771"/>
                    <a:pt x="406" y="16856"/>
                    <a:pt x="573" y="16856"/>
                  </a:cubicBezTo>
                  <a:cubicBezTo>
                    <a:pt x="661" y="16856"/>
                    <a:pt x="751" y="16832"/>
                    <a:pt x="834" y="16783"/>
                  </a:cubicBezTo>
                  <a:lnTo>
                    <a:pt x="26635" y="983"/>
                  </a:lnTo>
                  <a:lnTo>
                    <a:pt x="52447" y="16783"/>
                  </a:lnTo>
                  <a:cubicBezTo>
                    <a:pt x="52530" y="16832"/>
                    <a:pt x="52620" y="16856"/>
                    <a:pt x="52708" y="16856"/>
                  </a:cubicBezTo>
                  <a:cubicBezTo>
                    <a:pt x="52873" y="16856"/>
                    <a:pt x="53033" y="16771"/>
                    <a:pt x="53126" y="16616"/>
                  </a:cubicBezTo>
                  <a:cubicBezTo>
                    <a:pt x="53269" y="16378"/>
                    <a:pt x="53197" y="16080"/>
                    <a:pt x="52971" y="15937"/>
                  </a:cubicBezTo>
                  <a:lnTo>
                    <a:pt x="27194" y="161"/>
                  </a:lnTo>
                  <a:cubicBezTo>
                    <a:pt x="27022" y="54"/>
                    <a:pt x="26828" y="1"/>
                    <a:pt x="26636" y="1"/>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 name="Google Shape;339;p29"/>
            <p:cNvSpPr/>
            <p:nvPr/>
          </p:nvSpPr>
          <p:spPr>
            <a:xfrm>
              <a:off x="8218675" y="603650"/>
              <a:ext cx="140225" cy="208075"/>
            </a:xfrm>
            <a:custGeom>
              <a:avLst/>
              <a:gdLst/>
              <a:ahLst/>
              <a:cxnLst/>
              <a:rect l="l" t="t" r="r" b="b"/>
              <a:pathLst>
                <a:path w="5609" h="8323" extrusionOk="0">
                  <a:moveTo>
                    <a:pt x="0" y="0"/>
                  </a:moveTo>
                  <a:lnTo>
                    <a:pt x="0" y="8323"/>
                  </a:lnTo>
                  <a:lnTo>
                    <a:pt x="5608" y="8323"/>
                  </a:lnTo>
                  <a:lnTo>
                    <a:pt x="5608"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 name="Google Shape;340;p29"/>
            <p:cNvSpPr/>
            <p:nvPr/>
          </p:nvSpPr>
          <p:spPr>
            <a:xfrm>
              <a:off x="8233550" y="618225"/>
              <a:ext cx="110450" cy="178625"/>
            </a:xfrm>
            <a:custGeom>
              <a:avLst/>
              <a:gdLst/>
              <a:ahLst/>
              <a:cxnLst/>
              <a:rect l="l" t="t" r="r" b="b"/>
              <a:pathLst>
                <a:path w="4418" h="7145" extrusionOk="0">
                  <a:moveTo>
                    <a:pt x="1" y="1"/>
                  </a:moveTo>
                  <a:lnTo>
                    <a:pt x="1" y="7144"/>
                  </a:lnTo>
                  <a:lnTo>
                    <a:pt x="4418" y="7144"/>
                  </a:lnTo>
                  <a:lnTo>
                    <a:pt x="4418"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5" name="Google Shape;341;p29"/>
            <p:cNvSpPr/>
            <p:nvPr/>
          </p:nvSpPr>
          <p:spPr>
            <a:xfrm>
              <a:off x="8218675" y="603650"/>
              <a:ext cx="140225" cy="208075"/>
            </a:xfrm>
            <a:custGeom>
              <a:avLst/>
              <a:gdLst/>
              <a:ahLst/>
              <a:cxnLst/>
              <a:rect l="l" t="t" r="r" b="b"/>
              <a:pathLst>
                <a:path w="5609" h="8323" extrusionOk="0">
                  <a:moveTo>
                    <a:pt x="2512" y="0"/>
                  </a:moveTo>
                  <a:lnTo>
                    <a:pt x="2512" y="3870"/>
                  </a:lnTo>
                  <a:lnTo>
                    <a:pt x="0" y="3870"/>
                  </a:lnTo>
                  <a:lnTo>
                    <a:pt x="0" y="4453"/>
                  </a:lnTo>
                  <a:lnTo>
                    <a:pt x="2512" y="4453"/>
                  </a:lnTo>
                  <a:lnTo>
                    <a:pt x="2512" y="8323"/>
                  </a:lnTo>
                  <a:lnTo>
                    <a:pt x="3096" y="8323"/>
                  </a:lnTo>
                  <a:lnTo>
                    <a:pt x="3096" y="4453"/>
                  </a:lnTo>
                  <a:lnTo>
                    <a:pt x="5608" y="4453"/>
                  </a:lnTo>
                  <a:lnTo>
                    <a:pt x="5608" y="3870"/>
                  </a:lnTo>
                  <a:lnTo>
                    <a:pt x="3096" y="3870"/>
                  </a:lnTo>
                  <a:lnTo>
                    <a:pt x="3096"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6" name="Google Shape;342;p29"/>
            <p:cNvSpPr/>
            <p:nvPr/>
          </p:nvSpPr>
          <p:spPr>
            <a:xfrm>
              <a:off x="7951075" y="603650"/>
              <a:ext cx="139925" cy="208075"/>
            </a:xfrm>
            <a:custGeom>
              <a:avLst/>
              <a:gdLst/>
              <a:ahLst/>
              <a:cxnLst/>
              <a:rect l="l" t="t" r="r" b="b"/>
              <a:pathLst>
                <a:path w="5597" h="8323" extrusionOk="0">
                  <a:moveTo>
                    <a:pt x="1" y="0"/>
                  </a:moveTo>
                  <a:lnTo>
                    <a:pt x="1" y="8323"/>
                  </a:lnTo>
                  <a:lnTo>
                    <a:pt x="5596" y="8323"/>
                  </a:lnTo>
                  <a:lnTo>
                    <a:pt x="5596"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 name="Google Shape;343;p29"/>
            <p:cNvSpPr/>
            <p:nvPr/>
          </p:nvSpPr>
          <p:spPr>
            <a:xfrm>
              <a:off x="7965650" y="618225"/>
              <a:ext cx="110475" cy="178625"/>
            </a:xfrm>
            <a:custGeom>
              <a:avLst/>
              <a:gdLst/>
              <a:ahLst/>
              <a:cxnLst/>
              <a:rect l="l" t="t" r="r" b="b"/>
              <a:pathLst>
                <a:path w="4419" h="7145" extrusionOk="0">
                  <a:moveTo>
                    <a:pt x="1" y="1"/>
                  </a:moveTo>
                  <a:lnTo>
                    <a:pt x="1" y="7144"/>
                  </a:lnTo>
                  <a:lnTo>
                    <a:pt x="4418" y="7144"/>
                  </a:lnTo>
                  <a:lnTo>
                    <a:pt x="4418"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 name="Google Shape;344;p29"/>
            <p:cNvSpPr/>
            <p:nvPr/>
          </p:nvSpPr>
          <p:spPr>
            <a:xfrm>
              <a:off x="7951075" y="603650"/>
              <a:ext cx="139925" cy="208075"/>
            </a:xfrm>
            <a:custGeom>
              <a:avLst/>
              <a:gdLst/>
              <a:ahLst/>
              <a:cxnLst/>
              <a:rect l="l" t="t" r="r" b="b"/>
              <a:pathLst>
                <a:path w="5597" h="8323" extrusionOk="0">
                  <a:moveTo>
                    <a:pt x="2501" y="0"/>
                  </a:moveTo>
                  <a:lnTo>
                    <a:pt x="2501" y="3870"/>
                  </a:lnTo>
                  <a:lnTo>
                    <a:pt x="1" y="3870"/>
                  </a:lnTo>
                  <a:lnTo>
                    <a:pt x="1" y="4453"/>
                  </a:lnTo>
                  <a:lnTo>
                    <a:pt x="2501" y="4453"/>
                  </a:lnTo>
                  <a:lnTo>
                    <a:pt x="2501" y="8323"/>
                  </a:lnTo>
                  <a:lnTo>
                    <a:pt x="3096" y="8323"/>
                  </a:lnTo>
                  <a:lnTo>
                    <a:pt x="3096" y="4453"/>
                  </a:lnTo>
                  <a:lnTo>
                    <a:pt x="5596" y="4453"/>
                  </a:lnTo>
                  <a:lnTo>
                    <a:pt x="5596" y="3870"/>
                  </a:lnTo>
                  <a:lnTo>
                    <a:pt x="3096" y="3870"/>
                  </a:lnTo>
                  <a:lnTo>
                    <a:pt x="3096"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9" name="Google Shape;345;p29"/>
            <p:cNvSpPr/>
            <p:nvPr/>
          </p:nvSpPr>
          <p:spPr>
            <a:xfrm>
              <a:off x="7683175" y="603650"/>
              <a:ext cx="139925" cy="208075"/>
            </a:xfrm>
            <a:custGeom>
              <a:avLst/>
              <a:gdLst/>
              <a:ahLst/>
              <a:cxnLst/>
              <a:rect l="l" t="t" r="r" b="b"/>
              <a:pathLst>
                <a:path w="5597" h="8323" extrusionOk="0">
                  <a:moveTo>
                    <a:pt x="1" y="0"/>
                  </a:moveTo>
                  <a:lnTo>
                    <a:pt x="1" y="8323"/>
                  </a:lnTo>
                  <a:lnTo>
                    <a:pt x="5597" y="8323"/>
                  </a:lnTo>
                  <a:lnTo>
                    <a:pt x="559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0" name="Google Shape;346;p29"/>
            <p:cNvSpPr/>
            <p:nvPr/>
          </p:nvSpPr>
          <p:spPr>
            <a:xfrm>
              <a:off x="7697775" y="618225"/>
              <a:ext cx="110750" cy="178625"/>
            </a:xfrm>
            <a:custGeom>
              <a:avLst/>
              <a:gdLst/>
              <a:ahLst/>
              <a:cxnLst/>
              <a:rect l="l" t="t" r="r" b="b"/>
              <a:pathLst>
                <a:path w="4430" h="7145" extrusionOk="0">
                  <a:moveTo>
                    <a:pt x="0" y="1"/>
                  </a:moveTo>
                  <a:lnTo>
                    <a:pt x="0" y="7144"/>
                  </a:lnTo>
                  <a:lnTo>
                    <a:pt x="4429" y="7144"/>
                  </a:lnTo>
                  <a:lnTo>
                    <a:pt x="4429"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1" name="Google Shape;347;p29"/>
            <p:cNvSpPr/>
            <p:nvPr/>
          </p:nvSpPr>
          <p:spPr>
            <a:xfrm>
              <a:off x="7683175" y="603650"/>
              <a:ext cx="139925" cy="208075"/>
            </a:xfrm>
            <a:custGeom>
              <a:avLst/>
              <a:gdLst/>
              <a:ahLst/>
              <a:cxnLst/>
              <a:rect l="l" t="t" r="r" b="b"/>
              <a:pathLst>
                <a:path w="5597" h="8323" extrusionOk="0">
                  <a:moveTo>
                    <a:pt x="2501" y="0"/>
                  </a:moveTo>
                  <a:lnTo>
                    <a:pt x="2501" y="3870"/>
                  </a:lnTo>
                  <a:lnTo>
                    <a:pt x="1" y="3870"/>
                  </a:lnTo>
                  <a:lnTo>
                    <a:pt x="1" y="4453"/>
                  </a:lnTo>
                  <a:lnTo>
                    <a:pt x="2501" y="4453"/>
                  </a:lnTo>
                  <a:lnTo>
                    <a:pt x="2501" y="8323"/>
                  </a:lnTo>
                  <a:lnTo>
                    <a:pt x="3097" y="8323"/>
                  </a:lnTo>
                  <a:lnTo>
                    <a:pt x="3097" y="4453"/>
                  </a:lnTo>
                  <a:lnTo>
                    <a:pt x="5597" y="4453"/>
                  </a:lnTo>
                  <a:lnTo>
                    <a:pt x="5597" y="3870"/>
                  </a:lnTo>
                  <a:lnTo>
                    <a:pt x="3097" y="3870"/>
                  </a:lnTo>
                  <a:lnTo>
                    <a:pt x="309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2" name="Google Shape;348;p29"/>
            <p:cNvSpPr/>
            <p:nvPr/>
          </p:nvSpPr>
          <p:spPr>
            <a:xfrm>
              <a:off x="7645075" y="731650"/>
              <a:ext cx="491475" cy="119975"/>
            </a:xfrm>
            <a:custGeom>
              <a:avLst/>
              <a:gdLst/>
              <a:ahLst/>
              <a:cxnLst/>
              <a:rect l="l" t="t" r="r" b="b"/>
              <a:pathLst>
                <a:path w="19659" h="4799" extrusionOk="0">
                  <a:moveTo>
                    <a:pt x="1" y="0"/>
                  </a:moveTo>
                  <a:lnTo>
                    <a:pt x="1" y="4798"/>
                  </a:lnTo>
                  <a:lnTo>
                    <a:pt x="19658" y="4798"/>
                  </a:lnTo>
                  <a:lnTo>
                    <a:pt x="19658"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3" name="Google Shape;349;p29"/>
            <p:cNvSpPr/>
            <p:nvPr/>
          </p:nvSpPr>
          <p:spPr>
            <a:xfrm>
              <a:off x="7415300" y="603650"/>
              <a:ext cx="139925" cy="208075"/>
            </a:xfrm>
            <a:custGeom>
              <a:avLst/>
              <a:gdLst/>
              <a:ahLst/>
              <a:cxnLst/>
              <a:rect l="l" t="t" r="r" b="b"/>
              <a:pathLst>
                <a:path w="5597" h="8323" extrusionOk="0">
                  <a:moveTo>
                    <a:pt x="0" y="0"/>
                  </a:moveTo>
                  <a:lnTo>
                    <a:pt x="0" y="8323"/>
                  </a:lnTo>
                  <a:lnTo>
                    <a:pt x="5596" y="8323"/>
                  </a:lnTo>
                  <a:lnTo>
                    <a:pt x="5596"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4" name="Google Shape;350;p29"/>
            <p:cNvSpPr/>
            <p:nvPr/>
          </p:nvSpPr>
          <p:spPr>
            <a:xfrm>
              <a:off x="7430175" y="618225"/>
              <a:ext cx="110450" cy="178625"/>
            </a:xfrm>
            <a:custGeom>
              <a:avLst/>
              <a:gdLst/>
              <a:ahLst/>
              <a:cxnLst/>
              <a:rect l="l" t="t" r="r" b="b"/>
              <a:pathLst>
                <a:path w="4418" h="7145" extrusionOk="0">
                  <a:moveTo>
                    <a:pt x="1" y="1"/>
                  </a:moveTo>
                  <a:lnTo>
                    <a:pt x="1" y="7144"/>
                  </a:lnTo>
                  <a:lnTo>
                    <a:pt x="4418" y="7144"/>
                  </a:lnTo>
                  <a:lnTo>
                    <a:pt x="4418"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5" name="Google Shape;351;p29"/>
            <p:cNvSpPr/>
            <p:nvPr/>
          </p:nvSpPr>
          <p:spPr>
            <a:xfrm>
              <a:off x="7415300" y="603650"/>
              <a:ext cx="140225" cy="208075"/>
            </a:xfrm>
            <a:custGeom>
              <a:avLst/>
              <a:gdLst/>
              <a:ahLst/>
              <a:cxnLst/>
              <a:rect l="l" t="t" r="r" b="b"/>
              <a:pathLst>
                <a:path w="5609" h="8323" extrusionOk="0">
                  <a:moveTo>
                    <a:pt x="2513" y="0"/>
                  </a:moveTo>
                  <a:lnTo>
                    <a:pt x="2513" y="3870"/>
                  </a:lnTo>
                  <a:lnTo>
                    <a:pt x="0" y="3870"/>
                  </a:lnTo>
                  <a:lnTo>
                    <a:pt x="0" y="4453"/>
                  </a:lnTo>
                  <a:lnTo>
                    <a:pt x="2513" y="4453"/>
                  </a:lnTo>
                  <a:lnTo>
                    <a:pt x="2513" y="8323"/>
                  </a:lnTo>
                  <a:lnTo>
                    <a:pt x="3096" y="8323"/>
                  </a:lnTo>
                  <a:lnTo>
                    <a:pt x="3096" y="4453"/>
                  </a:lnTo>
                  <a:lnTo>
                    <a:pt x="5608" y="4453"/>
                  </a:lnTo>
                  <a:lnTo>
                    <a:pt x="5608" y="3870"/>
                  </a:lnTo>
                  <a:lnTo>
                    <a:pt x="3096" y="3870"/>
                  </a:lnTo>
                  <a:lnTo>
                    <a:pt x="3096"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6" name="Google Shape;352;p29"/>
            <p:cNvSpPr/>
            <p:nvPr/>
          </p:nvSpPr>
          <p:spPr>
            <a:xfrm>
              <a:off x="8218675" y="940300"/>
              <a:ext cx="140225" cy="208075"/>
            </a:xfrm>
            <a:custGeom>
              <a:avLst/>
              <a:gdLst/>
              <a:ahLst/>
              <a:cxnLst/>
              <a:rect l="l" t="t" r="r" b="b"/>
              <a:pathLst>
                <a:path w="5609" h="8323" extrusionOk="0">
                  <a:moveTo>
                    <a:pt x="0" y="0"/>
                  </a:moveTo>
                  <a:lnTo>
                    <a:pt x="0" y="8323"/>
                  </a:lnTo>
                  <a:lnTo>
                    <a:pt x="5608" y="8323"/>
                  </a:lnTo>
                  <a:lnTo>
                    <a:pt x="5608"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7" name="Google Shape;353;p29"/>
            <p:cNvSpPr/>
            <p:nvPr/>
          </p:nvSpPr>
          <p:spPr>
            <a:xfrm>
              <a:off x="8233550" y="954875"/>
              <a:ext cx="110450" cy="178625"/>
            </a:xfrm>
            <a:custGeom>
              <a:avLst/>
              <a:gdLst/>
              <a:ahLst/>
              <a:cxnLst/>
              <a:rect l="l" t="t" r="r" b="b"/>
              <a:pathLst>
                <a:path w="4418" h="7145" extrusionOk="0">
                  <a:moveTo>
                    <a:pt x="1" y="1"/>
                  </a:moveTo>
                  <a:lnTo>
                    <a:pt x="1" y="7144"/>
                  </a:lnTo>
                  <a:lnTo>
                    <a:pt x="4418" y="7144"/>
                  </a:lnTo>
                  <a:lnTo>
                    <a:pt x="4418"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8" name="Google Shape;354;p29"/>
            <p:cNvSpPr/>
            <p:nvPr/>
          </p:nvSpPr>
          <p:spPr>
            <a:xfrm>
              <a:off x="8218675" y="940300"/>
              <a:ext cx="140225" cy="208075"/>
            </a:xfrm>
            <a:custGeom>
              <a:avLst/>
              <a:gdLst/>
              <a:ahLst/>
              <a:cxnLst/>
              <a:rect l="l" t="t" r="r" b="b"/>
              <a:pathLst>
                <a:path w="5609" h="8323" extrusionOk="0">
                  <a:moveTo>
                    <a:pt x="2512" y="0"/>
                  </a:moveTo>
                  <a:lnTo>
                    <a:pt x="2512" y="3870"/>
                  </a:lnTo>
                  <a:lnTo>
                    <a:pt x="0" y="3870"/>
                  </a:lnTo>
                  <a:lnTo>
                    <a:pt x="0" y="4453"/>
                  </a:lnTo>
                  <a:lnTo>
                    <a:pt x="2512" y="4453"/>
                  </a:lnTo>
                  <a:lnTo>
                    <a:pt x="2512" y="8323"/>
                  </a:lnTo>
                  <a:lnTo>
                    <a:pt x="3096" y="8323"/>
                  </a:lnTo>
                  <a:lnTo>
                    <a:pt x="3096" y="4453"/>
                  </a:lnTo>
                  <a:lnTo>
                    <a:pt x="5608" y="4453"/>
                  </a:lnTo>
                  <a:lnTo>
                    <a:pt x="5608" y="3870"/>
                  </a:lnTo>
                  <a:lnTo>
                    <a:pt x="3096" y="3870"/>
                  </a:lnTo>
                  <a:lnTo>
                    <a:pt x="3096"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9" name="Google Shape;355;p29"/>
            <p:cNvSpPr/>
            <p:nvPr/>
          </p:nvSpPr>
          <p:spPr>
            <a:xfrm>
              <a:off x="7951075" y="940300"/>
              <a:ext cx="139925" cy="208075"/>
            </a:xfrm>
            <a:custGeom>
              <a:avLst/>
              <a:gdLst/>
              <a:ahLst/>
              <a:cxnLst/>
              <a:rect l="l" t="t" r="r" b="b"/>
              <a:pathLst>
                <a:path w="5597" h="8323" extrusionOk="0">
                  <a:moveTo>
                    <a:pt x="1" y="0"/>
                  </a:moveTo>
                  <a:lnTo>
                    <a:pt x="1" y="8323"/>
                  </a:lnTo>
                  <a:lnTo>
                    <a:pt x="5596" y="8323"/>
                  </a:lnTo>
                  <a:lnTo>
                    <a:pt x="5596"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0" name="Google Shape;356;p29"/>
            <p:cNvSpPr/>
            <p:nvPr/>
          </p:nvSpPr>
          <p:spPr>
            <a:xfrm>
              <a:off x="7965650" y="955175"/>
              <a:ext cx="110475" cy="178625"/>
            </a:xfrm>
            <a:custGeom>
              <a:avLst/>
              <a:gdLst/>
              <a:ahLst/>
              <a:cxnLst/>
              <a:rect l="l" t="t" r="r" b="b"/>
              <a:pathLst>
                <a:path w="4419" h="7145" extrusionOk="0">
                  <a:moveTo>
                    <a:pt x="1" y="1"/>
                  </a:moveTo>
                  <a:lnTo>
                    <a:pt x="1" y="7144"/>
                  </a:lnTo>
                  <a:lnTo>
                    <a:pt x="4418" y="7144"/>
                  </a:lnTo>
                  <a:lnTo>
                    <a:pt x="4418"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1" name="Google Shape;357;p29"/>
            <p:cNvSpPr/>
            <p:nvPr/>
          </p:nvSpPr>
          <p:spPr>
            <a:xfrm>
              <a:off x="7951075" y="940300"/>
              <a:ext cx="139925" cy="208075"/>
            </a:xfrm>
            <a:custGeom>
              <a:avLst/>
              <a:gdLst/>
              <a:ahLst/>
              <a:cxnLst/>
              <a:rect l="l" t="t" r="r" b="b"/>
              <a:pathLst>
                <a:path w="5597" h="8323" extrusionOk="0">
                  <a:moveTo>
                    <a:pt x="2501" y="0"/>
                  </a:moveTo>
                  <a:lnTo>
                    <a:pt x="2501" y="3870"/>
                  </a:lnTo>
                  <a:lnTo>
                    <a:pt x="1" y="3870"/>
                  </a:lnTo>
                  <a:lnTo>
                    <a:pt x="1" y="4453"/>
                  </a:lnTo>
                  <a:lnTo>
                    <a:pt x="2501" y="4453"/>
                  </a:lnTo>
                  <a:lnTo>
                    <a:pt x="2501" y="8323"/>
                  </a:lnTo>
                  <a:lnTo>
                    <a:pt x="3096" y="8323"/>
                  </a:lnTo>
                  <a:lnTo>
                    <a:pt x="3096" y="4453"/>
                  </a:lnTo>
                  <a:lnTo>
                    <a:pt x="5596" y="4453"/>
                  </a:lnTo>
                  <a:lnTo>
                    <a:pt x="5596" y="3870"/>
                  </a:lnTo>
                  <a:lnTo>
                    <a:pt x="3096" y="3870"/>
                  </a:lnTo>
                  <a:lnTo>
                    <a:pt x="3096"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2" name="Google Shape;358;p29"/>
            <p:cNvSpPr/>
            <p:nvPr/>
          </p:nvSpPr>
          <p:spPr>
            <a:xfrm>
              <a:off x="7683175" y="940300"/>
              <a:ext cx="139925" cy="208075"/>
            </a:xfrm>
            <a:custGeom>
              <a:avLst/>
              <a:gdLst/>
              <a:ahLst/>
              <a:cxnLst/>
              <a:rect l="l" t="t" r="r" b="b"/>
              <a:pathLst>
                <a:path w="5597" h="8323" extrusionOk="0">
                  <a:moveTo>
                    <a:pt x="1" y="0"/>
                  </a:moveTo>
                  <a:lnTo>
                    <a:pt x="1" y="8323"/>
                  </a:lnTo>
                  <a:lnTo>
                    <a:pt x="5597" y="8323"/>
                  </a:lnTo>
                  <a:lnTo>
                    <a:pt x="559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3" name="Google Shape;359;p29"/>
            <p:cNvSpPr/>
            <p:nvPr/>
          </p:nvSpPr>
          <p:spPr>
            <a:xfrm>
              <a:off x="7697775" y="955175"/>
              <a:ext cx="110750" cy="178625"/>
            </a:xfrm>
            <a:custGeom>
              <a:avLst/>
              <a:gdLst/>
              <a:ahLst/>
              <a:cxnLst/>
              <a:rect l="l" t="t" r="r" b="b"/>
              <a:pathLst>
                <a:path w="4430" h="7145" extrusionOk="0">
                  <a:moveTo>
                    <a:pt x="0" y="1"/>
                  </a:moveTo>
                  <a:lnTo>
                    <a:pt x="0" y="7144"/>
                  </a:lnTo>
                  <a:lnTo>
                    <a:pt x="4429" y="7144"/>
                  </a:lnTo>
                  <a:lnTo>
                    <a:pt x="4429"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4" name="Google Shape;360;p29"/>
            <p:cNvSpPr/>
            <p:nvPr/>
          </p:nvSpPr>
          <p:spPr>
            <a:xfrm>
              <a:off x="7683175" y="940300"/>
              <a:ext cx="139925" cy="208075"/>
            </a:xfrm>
            <a:custGeom>
              <a:avLst/>
              <a:gdLst/>
              <a:ahLst/>
              <a:cxnLst/>
              <a:rect l="l" t="t" r="r" b="b"/>
              <a:pathLst>
                <a:path w="5597" h="8323" extrusionOk="0">
                  <a:moveTo>
                    <a:pt x="2501" y="0"/>
                  </a:moveTo>
                  <a:lnTo>
                    <a:pt x="2501" y="3870"/>
                  </a:lnTo>
                  <a:lnTo>
                    <a:pt x="1" y="3870"/>
                  </a:lnTo>
                  <a:lnTo>
                    <a:pt x="1" y="4453"/>
                  </a:lnTo>
                  <a:lnTo>
                    <a:pt x="2501" y="4453"/>
                  </a:lnTo>
                  <a:lnTo>
                    <a:pt x="2501" y="8323"/>
                  </a:lnTo>
                  <a:lnTo>
                    <a:pt x="3097" y="8323"/>
                  </a:lnTo>
                  <a:lnTo>
                    <a:pt x="3097" y="4453"/>
                  </a:lnTo>
                  <a:lnTo>
                    <a:pt x="5597" y="4453"/>
                  </a:lnTo>
                  <a:lnTo>
                    <a:pt x="5597" y="3870"/>
                  </a:lnTo>
                  <a:lnTo>
                    <a:pt x="3097" y="3870"/>
                  </a:lnTo>
                  <a:lnTo>
                    <a:pt x="309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5" name="Google Shape;361;p29"/>
            <p:cNvSpPr/>
            <p:nvPr/>
          </p:nvSpPr>
          <p:spPr>
            <a:xfrm>
              <a:off x="7415300" y="940300"/>
              <a:ext cx="139925" cy="208075"/>
            </a:xfrm>
            <a:custGeom>
              <a:avLst/>
              <a:gdLst/>
              <a:ahLst/>
              <a:cxnLst/>
              <a:rect l="l" t="t" r="r" b="b"/>
              <a:pathLst>
                <a:path w="5597" h="8323" extrusionOk="0">
                  <a:moveTo>
                    <a:pt x="0" y="0"/>
                  </a:moveTo>
                  <a:lnTo>
                    <a:pt x="0" y="8323"/>
                  </a:lnTo>
                  <a:lnTo>
                    <a:pt x="5596" y="8323"/>
                  </a:lnTo>
                  <a:lnTo>
                    <a:pt x="5596"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6" name="Google Shape;362;p29"/>
            <p:cNvSpPr/>
            <p:nvPr/>
          </p:nvSpPr>
          <p:spPr>
            <a:xfrm>
              <a:off x="7430175" y="955175"/>
              <a:ext cx="110450" cy="178625"/>
            </a:xfrm>
            <a:custGeom>
              <a:avLst/>
              <a:gdLst/>
              <a:ahLst/>
              <a:cxnLst/>
              <a:rect l="l" t="t" r="r" b="b"/>
              <a:pathLst>
                <a:path w="4418" h="7145" extrusionOk="0">
                  <a:moveTo>
                    <a:pt x="1" y="1"/>
                  </a:moveTo>
                  <a:lnTo>
                    <a:pt x="1" y="7144"/>
                  </a:lnTo>
                  <a:lnTo>
                    <a:pt x="4418" y="7144"/>
                  </a:lnTo>
                  <a:lnTo>
                    <a:pt x="4418"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7" name="Google Shape;363;p29"/>
            <p:cNvSpPr/>
            <p:nvPr/>
          </p:nvSpPr>
          <p:spPr>
            <a:xfrm>
              <a:off x="7415300" y="940300"/>
              <a:ext cx="140225" cy="208075"/>
            </a:xfrm>
            <a:custGeom>
              <a:avLst/>
              <a:gdLst/>
              <a:ahLst/>
              <a:cxnLst/>
              <a:rect l="l" t="t" r="r" b="b"/>
              <a:pathLst>
                <a:path w="5609" h="8323" extrusionOk="0">
                  <a:moveTo>
                    <a:pt x="2513" y="0"/>
                  </a:moveTo>
                  <a:lnTo>
                    <a:pt x="2513" y="3870"/>
                  </a:lnTo>
                  <a:lnTo>
                    <a:pt x="0" y="3870"/>
                  </a:lnTo>
                  <a:lnTo>
                    <a:pt x="0" y="4453"/>
                  </a:lnTo>
                  <a:lnTo>
                    <a:pt x="2513" y="4453"/>
                  </a:lnTo>
                  <a:lnTo>
                    <a:pt x="2513" y="8323"/>
                  </a:lnTo>
                  <a:lnTo>
                    <a:pt x="3096" y="8323"/>
                  </a:lnTo>
                  <a:lnTo>
                    <a:pt x="3096" y="4453"/>
                  </a:lnTo>
                  <a:lnTo>
                    <a:pt x="5608" y="4453"/>
                  </a:lnTo>
                  <a:lnTo>
                    <a:pt x="5608" y="3870"/>
                  </a:lnTo>
                  <a:lnTo>
                    <a:pt x="3096" y="3870"/>
                  </a:lnTo>
                  <a:lnTo>
                    <a:pt x="3096"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8" name="Google Shape;364;p29"/>
            <p:cNvSpPr/>
            <p:nvPr/>
          </p:nvSpPr>
          <p:spPr>
            <a:xfrm>
              <a:off x="7687950" y="349150"/>
              <a:ext cx="145275" cy="144975"/>
            </a:xfrm>
            <a:custGeom>
              <a:avLst/>
              <a:gdLst/>
              <a:ahLst/>
              <a:cxnLst/>
              <a:rect l="l" t="t" r="r" b="b"/>
              <a:pathLst>
                <a:path w="5811" h="5799" extrusionOk="0">
                  <a:moveTo>
                    <a:pt x="0" y="1"/>
                  </a:moveTo>
                  <a:lnTo>
                    <a:pt x="0" y="5799"/>
                  </a:lnTo>
                  <a:lnTo>
                    <a:pt x="5811" y="5799"/>
                  </a:lnTo>
                  <a:lnTo>
                    <a:pt x="5811"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9" name="Google Shape;365;p29"/>
            <p:cNvSpPr/>
            <p:nvPr/>
          </p:nvSpPr>
          <p:spPr>
            <a:xfrm>
              <a:off x="7706700" y="367900"/>
              <a:ext cx="107775" cy="107775"/>
            </a:xfrm>
            <a:custGeom>
              <a:avLst/>
              <a:gdLst/>
              <a:ahLst/>
              <a:cxnLst/>
              <a:rect l="l" t="t" r="r" b="b"/>
              <a:pathLst>
                <a:path w="4311" h="4311" extrusionOk="0">
                  <a:moveTo>
                    <a:pt x="1" y="1"/>
                  </a:moveTo>
                  <a:lnTo>
                    <a:pt x="1" y="4311"/>
                  </a:lnTo>
                  <a:lnTo>
                    <a:pt x="4311" y="4311"/>
                  </a:lnTo>
                  <a:lnTo>
                    <a:pt x="4311"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0" name="Google Shape;366;p29"/>
            <p:cNvSpPr/>
            <p:nvPr/>
          </p:nvSpPr>
          <p:spPr>
            <a:xfrm>
              <a:off x="7948400" y="349150"/>
              <a:ext cx="144975" cy="144975"/>
            </a:xfrm>
            <a:custGeom>
              <a:avLst/>
              <a:gdLst/>
              <a:ahLst/>
              <a:cxnLst/>
              <a:rect l="l" t="t" r="r" b="b"/>
              <a:pathLst>
                <a:path w="5799" h="5799" extrusionOk="0">
                  <a:moveTo>
                    <a:pt x="0" y="1"/>
                  </a:moveTo>
                  <a:lnTo>
                    <a:pt x="0" y="5799"/>
                  </a:lnTo>
                  <a:lnTo>
                    <a:pt x="5799" y="5799"/>
                  </a:lnTo>
                  <a:lnTo>
                    <a:pt x="5799"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1" name="Google Shape;367;p29"/>
            <p:cNvSpPr/>
            <p:nvPr/>
          </p:nvSpPr>
          <p:spPr>
            <a:xfrm>
              <a:off x="7967150" y="367900"/>
              <a:ext cx="107475" cy="107775"/>
            </a:xfrm>
            <a:custGeom>
              <a:avLst/>
              <a:gdLst/>
              <a:ahLst/>
              <a:cxnLst/>
              <a:rect l="l" t="t" r="r" b="b"/>
              <a:pathLst>
                <a:path w="4299" h="4311" extrusionOk="0">
                  <a:moveTo>
                    <a:pt x="0" y="1"/>
                  </a:moveTo>
                  <a:lnTo>
                    <a:pt x="0" y="4311"/>
                  </a:lnTo>
                  <a:lnTo>
                    <a:pt x="4299" y="4311"/>
                  </a:lnTo>
                  <a:lnTo>
                    <a:pt x="4299"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2" name="Google Shape;368;p29"/>
            <p:cNvSpPr/>
            <p:nvPr/>
          </p:nvSpPr>
          <p:spPr>
            <a:xfrm>
              <a:off x="7370050" y="1317725"/>
              <a:ext cx="1041525" cy="140225"/>
            </a:xfrm>
            <a:custGeom>
              <a:avLst/>
              <a:gdLst/>
              <a:ahLst/>
              <a:cxnLst/>
              <a:rect l="l" t="t" r="r" b="b"/>
              <a:pathLst>
                <a:path w="41661" h="5609" extrusionOk="0">
                  <a:moveTo>
                    <a:pt x="1" y="0"/>
                  </a:moveTo>
                  <a:lnTo>
                    <a:pt x="1" y="5608"/>
                  </a:lnTo>
                  <a:lnTo>
                    <a:pt x="41661" y="5608"/>
                  </a:lnTo>
                  <a:lnTo>
                    <a:pt x="41661"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3" name="Google Shape;369;p29"/>
            <p:cNvSpPr/>
            <p:nvPr/>
          </p:nvSpPr>
          <p:spPr>
            <a:xfrm>
              <a:off x="7248600" y="93750"/>
              <a:ext cx="1284425" cy="1180250"/>
            </a:xfrm>
            <a:custGeom>
              <a:avLst/>
              <a:gdLst/>
              <a:ahLst/>
              <a:cxnLst/>
              <a:rect l="l" t="t" r="r" b="b"/>
              <a:pathLst>
                <a:path w="51377" h="47210" extrusionOk="0">
                  <a:moveTo>
                    <a:pt x="25087" y="3287"/>
                  </a:moveTo>
                  <a:lnTo>
                    <a:pt x="25087" y="7740"/>
                  </a:lnTo>
                  <a:lnTo>
                    <a:pt x="17813" y="7740"/>
                  </a:lnTo>
                  <a:lnTo>
                    <a:pt x="25087" y="3287"/>
                  </a:lnTo>
                  <a:close/>
                  <a:moveTo>
                    <a:pt x="26278" y="3287"/>
                  </a:moveTo>
                  <a:lnTo>
                    <a:pt x="33553" y="7740"/>
                  </a:lnTo>
                  <a:lnTo>
                    <a:pt x="26278" y="7740"/>
                  </a:lnTo>
                  <a:lnTo>
                    <a:pt x="26278" y="3287"/>
                  </a:lnTo>
                  <a:close/>
                  <a:moveTo>
                    <a:pt x="36708" y="9669"/>
                  </a:moveTo>
                  <a:lnTo>
                    <a:pt x="41125" y="12360"/>
                  </a:lnTo>
                  <a:lnTo>
                    <a:pt x="36708" y="16777"/>
                  </a:lnTo>
                  <a:lnTo>
                    <a:pt x="36708" y="9669"/>
                  </a:lnTo>
                  <a:close/>
                  <a:moveTo>
                    <a:pt x="14669" y="9669"/>
                  </a:moveTo>
                  <a:lnTo>
                    <a:pt x="14669" y="16801"/>
                  </a:lnTo>
                  <a:lnTo>
                    <a:pt x="10252" y="12372"/>
                  </a:lnTo>
                  <a:lnTo>
                    <a:pt x="14669" y="9669"/>
                  </a:lnTo>
                  <a:close/>
                  <a:moveTo>
                    <a:pt x="42149" y="13014"/>
                  </a:moveTo>
                  <a:lnTo>
                    <a:pt x="46530" y="15690"/>
                  </a:lnTo>
                  <a:lnTo>
                    <a:pt x="46530" y="17622"/>
                  </a:lnTo>
                  <a:lnTo>
                    <a:pt x="37541" y="17622"/>
                  </a:lnTo>
                  <a:lnTo>
                    <a:pt x="42149" y="13014"/>
                  </a:lnTo>
                  <a:close/>
                  <a:moveTo>
                    <a:pt x="9228" y="13014"/>
                  </a:moveTo>
                  <a:lnTo>
                    <a:pt x="13836" y="17634"/>
                  </a:lnTo>
                  <a:lnTo>
                    <a:pt x="4859" y="17634"/>
                  </a:lnTo>
                  <a:lnTo>
                    <a:pt x="4859" y="15670"/>
                  </a:lnTo>
                  <a:lnTo>
                    <a:pt x="9228" y="13014"/>
                  </a:lnTo>
                  <a:close/>
                  <a:moveTo>
                    <a:pt x="25087" y="8931"/>
                  </a:moveTo>
                  <a:lnTo>
                    <a:pt x="25087" y="17634"/>
                  </a:lnTo>
                  <a:lnTo>
                    <a:pt x="15860" y="17634"/>
                  </a:lnTo>
                  <a:lnTo>
                    <a:pt x="15860" y="8943"/>
                  </a:lnTo>
                  <a:lnTo>
                    <a:pt x="15884" y="8931"/>
                  </a:lnTo>
                  <a:close/>
                  <a:moveTo>
                    <a:pt x="35493" y="8919"/>
                  </a:moveTo>
                  <a:lnTo>
                    <a:pt x="35517" y="8943"/>
                  </a:lnTo>
                  <a:lnTo>
                    <a:pt x="35517" y="17622"/>
                  </a:lnTo>
                  <a:lnTo>
                    <a:pt x="26290" y="17634"/>
                  </a:lnTo>
                  <a:lnTo>
                    <a:pt x="26290" y="8919"/>
                  </a:lnTo>
                  <a:close/>
                  <a:moveTo>
                    <a:pt x="25087" y="18813"/>
                  </a:moveTo>
                  <a:lnTo>
                    <a:pt x="25087" y="26028"/>
                  </a:lnTo>
                  <a:lnTo>
                    <a:pt x="15860" y="26040"/>
                  </a:lnTo>
                  <a:lnTo>
                    <a:pt x="15860" y="18813"/>
                  </a:lnTo>
                  <a:close/>
                  <a:moveTo>
                    <a:pt x="35517" y="18813"/>
                  </a:moveTo>
                  <a:lnTo>
                    <a:pt x="35517" y="26028"/>
                  </a:lnTo>
                  <a:lnTo>
                    <a:pt x="26290" y="26040"/>
                  </a:lnTo>
                  <a:lnTo>
                    <a:pt x="26290" y="18813"/>
                  </a:lnTo>
                  <a:close/>
                  <a:moveTo>
                    <a:pt x="46530" y="18813"/>
                  </a:moveTo>
                  <a:lnTo>
                    <a:pt x="46530" y="30302"/>
                  </a:lnTo>
                  <a:lnTo>
                    <a:pt x="36708" y="30302"/>
                  </a:lnTo>
                  <a:lnTo>
                    <a:pt x="36708" y="18813"/>
                  </a:lnTo>
                  <a:close/>
                  <a:moveTo>
                    <a:pt x="14669" y="18813"/>
                  </a:moveTo>
                  <a:lnTo>
                    <a:pt x="14669" y="30314"/>
                  </a:lnTo>
                  <a:lnTo>
                    <a:pt x="4847" y="30314"/>
                  </a:lnTo>
                  <a:lnTo>
                    <a:pt x="4847" y="18813"/>
                  </a:lnTo>
                  <a:close/>
                  <a:moveTo>
                    <a:pt x="18384" y="26969"/>
                  </a:moveTo>
                  <a:lnTo>
                    <a:pt x="18384" y="30314"/>
                  </a:lnTo>
                  <a:lnTo>
                    <a:pt x="15860" y="30314"/>
                  </a:lnTo>
                  <a:lnTo>
                    <a:pt x="15860" y="26969"/>
                  </a:lnTo>
                  <a:close/>
                  <a:moveTo>
                    <a:pt x="21968" y="26969"/>
                  </a:moveTo>
                  <a:lnTo>
                    <a:pt x="21968" y="30314"/>
                  </a:lnTo>
                  <a:lnTo>
                    <a:pt x="19134" y="30314"/>
                  </a:lnTo>
                  <a:lnTo>
                    <a:pt x="19134" y="26969"/>
                  </a:lnTo>
                  <a:close/>
                  <a:moveTo>
                    <a:pt x="25087" y="26969"/>
                  </a:moveTo>
                  <a:lnTo>
                    <a:pt x="25087" y="30314"/>
                  </a:lnTo>
                  <a:lnTo>
                    <a:pt x="22730" y="30314"/>
                  </a:lnTo>
                  <a:lnTo>
                    <a:pt x="22718" y="26969"/>
                  </a:lnTo>
                  <a:close/>
                  <a:moveTo>
                    <a:pt x="28647" y="26969"/>
                  </a:moveTo>
                  <a:lnTo>
                    <a:pt x="28647" y="30314"/>
                  </a:lnTo>
                  <a:lnTo>
                    <a:pt x="26278" y="30314"/>
                  </a:lnTo>
                  <a:lnTo>
                    <a:pt x="26278" y="26969"/>
                  </a:lnTo>
                  <a:close/>
                  <a:moveTo>
                    <a:pt x="32231" y="26969"/>
                  </a:moveTo>
                  <a:lnTo>
                    <a:pt x="32231" y="30314"/>
                  </a:lnTo>
                  <a:lnTo>
                    <a:pt x="29397" y="30314"/>
                  </a:lnTo>
                  <a:lnTo>
                    <a:pt x="29397" y="26969"/>
                  </a:lnTo>
                  <a:close/>
                  <a:moveTo>
                    <a:pt x="35517" y="26969"/>
                  </a:moveTo>
                  <a:lnTo>
                    <a:pt x="35517" y="30314"/>
                  </a:lnTo>
                  <a:lnTo>
                    <a:pt x="32981" y="30314"/>
                  </a:lnTo>
                  <a:lnTo>
                    <a:pt x="32981" y="26969"/>
                  </a:lnTo>
                  <a:close/>
                  <a:moveTo>
                    <a:pt x="14681" y="31493"/>
                  </a:moveTo>
                  <a:lnTo>
                    <a:pt x="14681" y="44530"/>
                  </a:lnTo>
                  <a:lnTo>
                    <a:pt x="4859" y="44530"/>
                  </a:lnTo>
                  <a:lnTo>
                    <a:pt x="4859" y="31493"/>
                  </a:lnTo>
                  <a:close/>
                  <a:moveTo>
                    <a:pt x="25099" y="31493"/>
                  </a:moveTo>
                  <a:lnTo>
                    <a:pt x="25099" y="44530"/>
                  </a:lnTo>
                  <a:lnTo>
                    <a:pt x="15872" y="44530"/>
                  </a:lnTo>
                  <a:lnTo>
                    <a:pt x="15872" y="31493"/>
                  </a:lnTo>
                  <a:close/>
                  <a:moveTo>
                    <a:pt x="35517" y="31493"/>
                  </a:moveTo>
                  <a:lnTo>
                    <a:pt x="35517" y="44530"/>
                  </a:lnTo>
                  <a:lnTo>
                    <a:pt x="26290" y="44530"/>
                  </a:lnTo>
                  <a:lnTo>
                    <a:pt x="26290" y="31493"/>
                  </a:lnTo>
                  <a:close/>
                  <a:moveTo>
                    <a:pt x="46530" y="31493"/>
                  </a:moveTo>
                  <a:lnTo>
                    <a:pt x="46530" y="44530"/>
                  </a:lnTo>
                  <a:lnTo>
                    <a:pt x="36708" y="44530"/>
                  </a:lnTo>
                  <a:lnTo>
                    <a:pt x="36708" y="31493"/>
                  </a:lnTo>
                  <a:close/>
                  <a:moveTo>
                    <a:pt x="25683" y="1"/>
                  </a:moveTo>
                  <a:lnTo>
                    <a:pt x="1" y="15717"/>
                  </a:lnTo>
                  <a:lnTo>
                    <a:pt x="1310" y="17848"/>
                  </a:lnTo>
                  <a:lnTo>
                    <a:pt x="1310" y="47209"/>
                  </a:lnTo>
                  <a:lnTo>
                    <a:pt x="4859" y="47209"/>
                  </a:lnTo>
                  <a:lnTo>
                    <a:pt x="4859" y="45721"/>
                  </a:lnTo>
                  <a:lnTo>
                    <a:pt x="46530" y="45721"/>
                  </a:lnTo>
                  <a:lnTo>
                    <a:pt x="46530" y="47209"/>
                  </a:lnTo>
                  <a:lnTo>
                    <a:pt x="50067" y="47209"/>
                  </a:lnTo>
                  <a:lnTo>
                    <a:pt x="50067" y="17848"/>
                  </a:lnTo>
                  <a:lnTo>
                    <a:pt x="51376" y="15717"/>
                  </a:lnTo>
                  <a:lnTo>
                    <a:pt x="25683"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4" name="Google Shape;370;p29"/>
            <p:cNvSpPr/>
            <p:nvPr/>
          </p:nvSpPr>
          <p:spPr>
            <a:xfrm>
              <a:off x="7620675" y="729250"/>
              <a:ext cx="539975" cy="15200"/>
            </a:xfrm>
            <a:custGeom>
              <a:avLst/>
              <a:gdLst/>
              <a:ahLst/>
              <a:cxnLst/>
              <a:rect l="l" t="t" r="r" b="b"/>
              <a:pathLst>
                <a:path w="21599" h="608" extrusionOk="0">
                  <a:moveTo>
                    <a:pt x="417" y="1"/>
                  </a:moveTo>
                  <a:cubicBezTo>
                    <a:pt x="1" y="1"/>
                    <a:pt x="1" y="608"/>
                    <a:pt x="417" y="608"/>
                  </a:cubicBezTo>
                  <a:lnTo>
                    <a:pt x="21194" y="608"/>
                  </a:lnTo>
                  <a:cubicBezTo>
                    <a:pt x="21599" y="608"/>
                    <a:pt x="21599" y="1"/>
                    <a:pt x="21194"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45" name="Google Shape;371;p29"/>
          <p:cNvGrpSpPr/>
          <p:nvPr/>
        </p:nvGrpSpPr>
        <p:grpSpPr>
          <a:xfrm flipH="1">
            <a:off x="9016020" y="2790775"/>
            <a:ext cx="2430922" cy="3457595"/>
            <a:chOff x="3348125" y="-399375"/>
            <a:chExt cx="1305825" cy="1857325"/>
          </a:xfrm>
        </p:grpSpPr>
        <p:sp>
          <p:nvSpPr>
            <p:cNvPr id="46" name="Google Shape;372;p29"/>
            <p:cNvSpPr/>
            <p:nvPr/>
          </p:nvSpPr>
          <p:spPr>
            <a:xfrm>
              <a:off x="3506775" y="-257175"/>
              <a:ext cx="988525" cy="1715125"/>
            </a:xfrm>
            <a:custGeom>
              <a:avLst/>
              <a:gdLst/>
              <a:ahLst/>
              <a:cxnLst/>
              <a:rect l="l" t="t" r="r" b="b"/>
              <a:pathLst>
                <a:path w="39541" h="68605" extrusionOk="0">
                  <a:moveTo>
                    <a:pt x="19777" y="1"/>
                  </a:moveTo>
                  <a:lnTo>
                    <a:pt x="0" y="14871"/>
                  </a:lnTo>
                  <a:lnTo>
                    <a:pt x="0" y="68604"/>
                  </a:lnTo>
                  <a:lnTo>
                    <a:pt x="39541" y="68604"/>
                  </a:lnTo>
                  <a:lnTo>
                    <a:pt x="39541" y="14871"/>
                  </a:lnTo>
                  <a:lnTo>
                    <a:pt x="19777"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7" name="Google Shape;373;p29"/>
            <p:cNvSpPr/>
            <p:nvPr/>
          </p:nvSpPr>
          <p:spPr>
            <a:xfrm>
              <a:off x="3506775" y="663775"/>
              <a:ext cx="988525" cy="724225"/>
            </a:xfrm>
            <a:custGeom>
              <a:avLst/>
              <a:gdLst/>
              <a:ahLst/>
              <a:cxnLst/>
              <a:rect l="l" t="t" r="r" b="b"/>
              <a:pathLst>
                <a:path w="39541" h="28969" extrusionOk="0">
                  <a:moveTo>
                    <a:pt x="0" y="0"/>
                  </a:moveTo>
                  <a:lnTo>
                    <a:pt x="0" y="28968"/>
                  </a:lnTo>
                  <a:lnTo>
                    <a:pt x="39541" y="28968"/>
                  </a:lnTo>
                  <a:lnTo>
                    <a:pt x="39541" y="0"/>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8" name="Google Shape;374;p29"/>
            <p:cNvSpPr/>
            <p:nvPr/>
          </p:nvSpPr>
          <p:spPr>
            <a:xfrm>
              <a:off x="4495275" y="148825"/>
              <a:ext cx="45875" cy="1109100"/>
            </a:xfrm>
            <a:custGeom>
              <a:avLst/>
              <a:gdLst/>
              <a:ahLst/>
              <a:cxnLst/>
              <a:rect l="l" t="t" r="r" b="b"/>
              <a:pathLst>
                <a:path w="1835" h="44364" extrusionOk="0">
                  <a:moveTo>
                    <a:pt x="1" y="1"/>
                  </a:moveTo>
                  <a:lnTo>
                    <a:pt x="1" y="44363"/>
                  </a:lnTo>
                  <a:lnTo>
                    <a:pt x="1835" y="44363"/>
                  </a:lnTo>
                  <a:lnTo>
                    <a:pt x="1835"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9" name="Google Shape;375;p29"/>
            <p:cNvSpPr/>
            <p:nvPr/>
          </p:nvSpPr>
          <p:spPr>
            <a:xfrm>
              <a:off x="3461225" y="-330100"/>
              <a:ext cx="1034075" cy="1361500"/>
            </a:xfrm>
            <a:custGeom>
              <a:avLst/>
              <a:gdLst/>
              <a:ahLst/>
              <a:cxnLst/>
              <a:rect l="l" t="t" r="r" b="b"/>
              <a:pathLst>
                <a:path w="41363" h="54460" extrusionOk="0">
                  <a:moveTo>
                    <a:pt x="21051" y="9430"/>
                  </a:moveTo>
                  <a:lnTo>
                    <a:pt x="21051" y="17788"/>
                  </a:lnTo>
                  <a:lnTo>
                    <a:pt x="12978" y="17788"/>
                  </a:lnTo>
                  <a:lnTo>
                    <a:pt x="12978" y="9430"/>
                  </a:lnTo>
                  <a:close/>
                  <a:moveTo>
                    <a:pt x="30219" y="9430"/>
                  </a:moveTo>
                  <a:lnTo>
                    <a:pt x="30219" y="17788"/>
                  </a:lnTo>
                  <a:lnTo>
                    <a:pt x="22134" y="17788"/>
                  </a:lnTo>
                  <a:lnTo>
                    <a:pt x="22134" y="9430"/>
                  </a:lnTo>
                  <a:close/>
                  <a:moveTo>
                    <a:pt x="21051" y="19158"/>
                  </a:moveTo>
                  <a:lnTo>
                    <a:pt x="21051" y="32612"/>
                  </a:lnTo>
                  <a:lnTo>
                    <a:pt x="12978" y="32612"/>
                  </a:lnTo>
                  <a:lnTo>
                    <a:pt x="12978" y="19158"/>
                  </a:lnTo>
                  <a:close/>
                  <a:moveTo>
                    <a:pt x="30219" y="19158"/>
                  </a:moveTo>
                  <a:lnTo>
                    <a:pt x="30219" y="32612"/>
                  </a:lnTo>
                  <a:lnTo>
                    <a:pt x="22134" y="32612"/>
                  </a:lnTo>
                  <a:lnTo>
                    <a:pt x="22134" y="19158"/>
                  </a:lnTo>
                  <a:close/>
                  <a:moveTo>
                    <a:pt x="15955" y="33981"/>
                  </a:moveTo>
                  <a:lnTo>
                    <a:pt x="15753" y="34171"/>
                  </a:lnTo>
                  <a:lnTo>
                    <a:pt x="15753" y="34183"/>
                  </a:lnTo>
                  <a:lnTo>
                    <a:pt x="12978" y="36957"/>
                  </a:lnTo>
                  <a:lnTo>
                    <a:pt x="12978" y="33981"/>
                  </a:lnTo>
                  <a:close/>
                  <a:moveTo>
                    <a:pt x="30219" y="33981"/>
                  </a:moveTo>
                  <a:lnTo>
                    <a:pt x="30219" y="36957"/>
                  </a:lnTo>
                  <a:lnTo>
                    <a:pt x="27433" y="34183"/>
                  </a:lnTo>
                  <a:lnTo>
                    <a:pt x="27242" y="33981"/>
                  </a:lnTo>
                  <a:close/>
                  <a:moveTo>
                    <a:pt x="21051" y="33981"/>
                  </a:moveTo>
                  <a:lnTo>
                    <a:pt x="21051" y="37719"/>
                  </a:lnTo>
                  <a:lnTo>
                    <a:pt x="17515" y="34183"/>
                  </a:lnTo>
                  <a:lnTo>
                    <a:pt x="17324" y="33981"/>
                  </a:lnTo>
                  <a:close/>
                  <a:moveTo>
                    <a:pt x="25873" y="33981"/>
                  </a:moveTo>
                  <a:lnTo>
                    <a:pt x="25671" y="34183"/>
                  </a:lnTo>
                  <a:lnTo>
                    <a:pt x="22134" y="37719"/>
                  </a:lnTo>
                  <a:lnTo>
                    <a:pt x="22134" y="33981"/>
                  </a:lnTo>
                  <a:close/>
                  <a:moveTo>
                    <a:pt x="11883" y="33981"/>
                  </a:moveTo>
                  <a:lnTo>
                    <a:pt x="11883" y="37779"/>
                  </a:lnTo>
                  <a:lnTo>
                    <a:pt x="8085" y="33981"/>
                  </a:lnTo>
                  <a:close/>
                  <a:moveTo>
                    <a:pt x="35100" y="33981"/>
                  </a:moveTo>
                  <a:lnTo>
                    <a:pt x="31302" y="37779"/>
                  </a:lnTo>
                  <a:lnTo>
                    <a:pt x="31302" y="33981"/>
                  </a:lnTo>
                  <a:close/>
                  <a:moveTo>
                    <a:pt x="7394" y="35064"/>
                  </a:moveTo>
                  <a:lnTo>
                    <a:pt x="10716" y="38374"/>
                  </a:lnTo>
                  <a:lnTo>
                    <a:pt x="4085" y="38374"/>
                  </a:lnTo>
                  <a:lnTo>
                    <a:pt x="7394" y="35064"/>
                  </a:lnTo>
                  <a:close/>
                  <a:moveTo>
                    <a:pt x="16634" y="35064"/>
                  </a:moveTo>
                  <a:lnTo>
                    <a:pt x="19944" y="38374"/>
                  </a:lnTo>
                  <a:lnTo>
                    <a:pt x="13312" y="38374"/>
                  </a:lnTo>
                  <a:lnTo>
                    <a:pt x="16634" y="35064"/>
                  </a:lnTo>
                  <a:close/>
                  <a:moveTo>
                    <a:pt x="26552" y="35064"/>
                  </a:moveTo>
                  <a:lnTo>
                    <a:pt x="29873" y="38374"/>
                  </a:lnTo>
                  <a:lnTo>
                    <a:pt x="23242" y="38374"/>
                  </a:lnTo>
                  <a:lnTo>
                    <a:pt x="26552" y="35064"/>
                  </a:lnTo>
                  <a:close/>
                  <a:moveTo>
                    <a:pt x="35791" y="35064"/>
                  </a:moveTo>
                  <a:lnTo>
                    <a:pt x="39101" y="38374"/>
                  </a:lnTo>
                  <a:lnTo>
                    <a:pt x="32469" y="38374"/>
                  </a:lnTo>
                  <a:lnTo>
                    <a:pt x="35791" y="35064"/>
                  </a:lnTo>
                  <a:close/>
                  <a:moveTo>
                    <a:pt x="21051" y="39755"/>
                  </a:moveTo>
                  <a:lnTo>
                    <a:pt x="21051" y="53090"/>
                  </a:lnTo>
                  <a:lnTo>
                    <a:pt x="12978" y="53090"/>
                  </a:lnTo>
                  <a:lnTo>
                    <a:pt x="12978" y="39755"/>
                  </a:lnTo>
                  <a:close/>
                  <a:moveTo>
                    <a:pt x="30219" y="39755"/>
                  </a:moveTo>
                  <a:lnTo>
                    <a:pt x="30219" y="53090"/>
                  </a:lnTo>
                  <a:lnTo>
                    <a:pt x="22134" y="53090"/>
                  </a:lnTo>
                  <a:lnTo>
                    <a:pt x="22134" y="39755"/>
                  </a:lnTo>
                  <a:close/>
                  <a:moveTo>
                    <a:pt x="21051" y="1"/>
                  </a:moveTo>
                  <a:lnTo>
                    <a:pt x="21051" y="7394"/>
                  </a:lnTo>
                  <a:lnTo>
                    <a:pt x="16050" y="2394"/>
                  </a:lnTo>
                  <a:lnTo>
                    <a:pt x="15181" y="3263"/>
                  </a:lnTo>
                  <a:lnTo>
                    <a:pt x="19967" y="8049"/>
                  </a:lnTo>
                  <a:lnTo>
                    <a:pt x="11693" y="8049"/>
                  </a:lnTo>
                  <a:lnTo>
                    <a:pt x="11693" y="9418"/>
                  </a:lnTo>
                  <a:lnTo>
                    <a:pt x="11883" y="9418"/>
                  </a:lnTo>
                  <a:lnTo>
                    <a:pt x="11883" y="16907"/>
                  </a:lnTo>
                  <a:lnTo>
                    <a:pt x="5739" y="11264"/>
                  </a:lnTo>
                  <a:lnTo>
                    <a:pt x="4775" y="12300"/>
                  </a:lnTo>
                  <a:lnTo>
                    <a:pt x="10752" y="17788"/>
                  </a:lnTo>
                  <a:lnTo>
                    <a:pt x="1822" y="17788"/>
                  </a:lnTo>
                  <a:lnTo>
                    <a:pt x="1" y="19158"/>
                  </a:lnTo>
                  <a:lnTo>
                    <a:pt x="11895" y="19158"/>
                  </a:lnTo>
                  <a:lnTo>
                    <a:pt x="11895" y="32612"/>
                  </a:lnTo>
                  <a:lnTo>
                    <a:pt x="1834" y="32612"/>
                  </a:lnTo>
                  <a:lnTo>
                    <a:pt x="1834" y="33981"/>
                  </a:lnTo>
                  <a:lnTo>
                    <a:pt x="6716" y="33981"/>
                  </a:lnTo>
                  <a:lnTo>
                    <a:pt x="6525" y="34171"/>
                  </a:lnTo>
                  <a:lnTo>
                    <a:pt x="2322" y="38374"/>
                  </a:lnTo>
                  <a:lnTo>
                    <a:pt x="1834" y="38374"/>
                  </a:lnTo>
                  <a:lnTo>
                    <a:pt x="1834" y="39755"/>
                  </a:lnTo>
                  <a:lnTo>
                    <a:pt x="11883" y="39755"/>
                  </a:lnTo>
                  <a:lnTo>
                    <a:pt x="11883" y="53090"/>
                  </a:lnTo>
                  <a:lnTo>
                    <a:pt x="1822" y="53090"/>
                  </a:lnTo>
                  <a:lnTo>
                    <a:pt x="1822" y="54460"/>
                  </a:lnTo>
                  <a:lnTo>
                    <a:pt x="41363" y="54460"/>
                  </a:lnTo>
                  <a:lnTo>
                    <a:pt x="41363" y="53090"/>
                  </a:lnTo>
                  <a:lnTo>
                    <a:pt x="31302" y="53090"/>
                  </a:lnTo>
                  <a:lnTo>
                    <a:pt x="31302" y="39755"/>
                  </a:lnTo>
                  <a:lnTo>
                    <a:pt x="41363" y="39755"/>
                  </a:lnTo>
                  <a:lnTo>
                    <a:pt x="41363" y="38374"/>
                  </a:lnTo>
                  <a:lnTo>
                    <a:pt x="40863" y="38374"/>
                  </a:lnTo>
                  <a:lnTo>
                    <a:pt x="36672" y="34171"/>
                  </a:lnTo>
                  <a:lnTo>
                    <a:pt x="36470" y="33981"/>
                  </a:lnTo>
                  <a:lnTo>
                    <a:pt x="41363" y="33981"/>
                  </a:lnTo>
                  <a:lnTo>
                    <a:pt x="41363" y="32612"/>
                  </a:lnTo>
                  <a:lnTo>
                    <a:pt x="31302" y="32612"/>
                  </a:lnTo>
                  <a:lnTo>
                    <a:pt x="31302" y="19158"/>
                  </a:lnTo>
                  <a:lnTo>
                    <a:pt x="41363" y="19158"/>
                  </a:lnTo>
                  <a:lnTo>
                    <a:pt x="41363" y="17788"/>
                  </a:lnTo>
                  <a:lnTo>
                    <a:pt x="32445" y="17788"/>
                  </a:lnTo>
                  <a:lnTo>
                    <a:pt x="38410" y="12312"/>
                  </a:lnTo>
                  <a:lnTo>
                    <a:pt x="37458" y="11264"/>
                  </a:lnTo>
                  <a:lnTo>
                    <a:pt x="31302" y="16907"/>
                  </a:lnTo>
                  <a:lnTo>
                    <a:pt x="31302" y="9430"/>
                  </a:lnTo>
                  <a:lnTo>
                    <a:pt x="31493" y="9430"/>
                  </a:lnTo>
                  <a:lnTo>
                    <a:pt x="31493" y="8049"/>
                  </a:lnTo>
                  <a:lnTo>
                    <a:pt x="23218" y="8049"/>
                  </a:lnTo>
                  <a:lnTo>
                    <a:pt x="28004" y="3263"/>
                  </a:lnTo>
                  <a:lnTo>
                    <a:pt x="27135" y="2394"/>
                  </a:lnTo>
                  <a:lnTo>
                    <a:pt x="22134" y="7394"/>
                  </a:lnTo>
                  <a:lnTo>
                    <a:pt x="22134"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 name="Google Shape;376;p29"/>
            <p:cNvSpPr/>
            <p:nvPr/>
          </p:nvSpPr>
          <p:spPr>
            <a:xfrm>
              <a:off x="3506775" y="1387975"/>
              <a:ext cx="988525" cy="69975"/>
            </a:xfrm>
            <a:custGeom>
              <a:avLst/>
              <a:gdLst/>
              <a:ahLst/>
              <a:cxnLst/>
              <a:rect l="l" t="t" r="r" b="b"/>
              <a:pathLst>
                <a:path w="39541" h="2799" extrusionOk="0">
                  <a:moveTo>
                    <a:pt x="0" y="0"/>
                  </a:moveTo>
                  <a:lnTo>
                    <a:pt x="0" y="2798"/>
                  </a:lnTo>
                  <a:lnTo>
                    <a:pt x="39541" y="2798"/>
                  </a:lnTo>
                  <a:lnTo>
                    <a:pt x="39541"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1" name="Google Shape;377;p29"/>
            <p:cNvSpPr/>
            <p:nvPr/>
          </p:nvSpPr>
          <p:spPr>
            <a:xfrm>
              <a:off x="4495275" y="114600"/>
              <a:ext cx="45875" cy="34250"/>
            </a:xfrm>
            <a:custGeom>
              <a:avLst/>
              <a:gdLst/>
              <a:ahLst/>
              <a:cxnLst/>
              <a:rect l="l" t="t" r="r" b="b"/>
              <a:pathLst>
                <a:path w="1835" h="1370" extrusionOk="0">
                  <a:moveTo>
                    <a:pt x="1" y="0"/>
                  </a:moveTo>
                  <a:lnTo>
                    <a:pt x="1" y="1370"/>
                  </a:lnTo>
                  <a:lnTo>
                    <a:pt x="1835" y="1370"/>
                  </a:lnTo>
                  <a:lnTo>
                    <a:pt x="1" y="0"/>
                  </a:lnTo>
                  <a:close/>
                </a:path>
              </a:pathLst>
            </a:custGeom>
            <a:solidFill>
              <a:srgbClr val="47312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2" name="Google Shape;378;p29"/>
            <p:cNvSpPr/>
            <p:nvPr/>
          </p:nvSpPr>
          <p:spPr>
            <a:xfrm>
              <a:off x="3617500" y="-267300"/>
              <a:ext cx="129500" cy="172975"/>
            </a:xfrm>
            <a:custGeom>
              <a:avLst/>
              <a:gdLst/>
              <a:ahLst/>
              <a:cxnLst/>
              <a:rect l="l" t="t" r="r" b="b"/>
              <a:pathLst>
                <a:path w="5180" h="6919" extrusionOk="0">
                  <a:moveTo>
                    <a:pt x="0" y="1"/>
                  </a:moveTo>
                  <a:lnTo>
                    <a:pt x="0" y="6918"/>
                  </a:lnTo>
                  <a:lnTo>
                    <a:pt x="5180" y="6918"/>
                  </a:lnTo>
                  <a:lnTo>
                    <a:pt x="5180"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3" name="Google Shape;379;p29"/>
            <p:cNvSpPr/>
            <p:nvPr/>
          </p:nvSpPr>
          <p:spPr>
            <a:xfrm>
              <a:off x="3596375" y="-301525"/>
              <a:ext cx="171750" cy="34250"/>
            </a:xfrm>
            <a:custGeom>
              <a:avLst/>
              <a:gdLst/>
              <a:ahLst/>
              <a:cxnLst/>
              <a:rect l="l" t="t" r="r" b="b"/>
              <a:pathLst>
                <a:path w="6870" h="1370" extrusionOk="0">
                  <a:moveTo>
                    <a:pt x="0" y="1"/>
                  </a:moveTo>
                  <a:lnTo>
                    <a:pt x="0" y="1370"/>
                  </a:lnTo>
                  <a:lnTo>
                    <a:pt x="6870" y="1370"/>
                  </a:lnTo>
                  <a:lnTo>
                    <a:pt x="6870"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4" name="Google Shape;380;p29"/>
            <p:cNvSpPr/>
            <p:nvPr/>
          </p:nvSpPr>
          <p:spPr>
            <a:xfrm>
              <a:off x="3918725" y="-72925"/>
              <a:ext cx="164625" cy="164925"/>
            </a:xfrm>
            <a:custGeom>
              <a:avLst/>
              <a:gdLst/>
              <a:ahLst/>
              <a:cxnLst/>
              <a:rect l="l" t="t" r="r" b="b"/>
              <a:pathLst>
                <a:path w="6585" h="6597" extrusionOk="0">
                  <a:moveTo>
                    <a:pt x="1" y="0"/>
                  </a:moveTo>
                  <a:lnTo>
                    <a:pt x="1" y="6597"/>
                  </a:lnTo>
                  <a:lnTo>
                    <a:pt x="6585" y="6597"/>
                  </a:lnTo>
                  <a:lnTo>
                    <a:pt x="6585"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5" name="Google Shape;381;p29"/>
            <p:cNvSpPr/>
            <p:nvPr/>
          </p:nvSpPr>
          <p:spPr>
            <a:xfrm>
              <a:off x="3936300" y="-55375"/>
              <a:ext cx="129500" cy="129525"/>
            </a:xfrm>
            <a:custGeom>
              <a:avLst/>
              <a:gdLst/>
              <a:ahLst/>
              <a:cxnLst/>
              <a:rect l="l" t="t" r="r" b="b"/>
              <a:pathLst>
                <a:path w="5180" h="5181" extrusionOk="0">
                  <a:moveTo>
                    <a:pt x="0" y="1"/>
                  </a:moveTo>
                  <a:lnTo>
                    <a:pt x="0" y="5180"/>
                  </a:lnTo>
                  <a:lnTo>
                    <a:pt x="5179" y="5180"/>
                  </a:lnTo>
                  <a:lnTo>
                    <a:pt x="5179"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6" name="Google Shape;382;p29"/>
            <p:cNvSpPr/>
            <p:nvPr/>
          </p:nvSpPr>
          <p:spPr>
            <a:xfrm>
              <a:off x="3919325" y="-72925"/>
              <a:ext cx="163425" cy="163450"/>
            </a:xfrm>
            <a:custGeom>
              <a:avLst/>
              <a:gdLst/>
              <a:ahLst/>
              <a:cxnLst/>
              <a:rect l="l" t="t" r="r" b="b"/>
              <a:pathLst>
                <a:path w="6537" h="6538" extrusionOk="0">
                  <a:moveTo>
                    <a:pt x="2917" y="0"/>
                  </a:moveTo>
                  <a:lnTo>
                    <a:pt x="2917" y="2918"/>
                  </a:lnTo>
                  <a:lnTo>
                    <a:pt x="0" y="2918"/>
                  </a:lnTo>
                  <a:lnTo>
                    <a:pt x="0" y="3620"/>
                  </a:lnTo>
                  <a:lnTo>
                    <a:pt x="2917" y="3620"/>
                  </a:lnTo>
                  <a:lnTo>
                    <a:pt x="2917" y="6537"/>
                  </a:lnTo>
                  <a:lnTo>
                    <a:pt x="3620" y="6537"/>
                  </a:lnTo>
                  <a:lnTo>
                    <a:pt x="3620" y="3620"/>
                  </a:lnTo>
                  <a:lnTo>
                    <a:pt x="6537" y="3620"/>
                  </a:lnTo>
                  <a:lnTo>
                    <a:pt x="6537" y="2918"/>
                  </a:lnTo>
                  <a:lnTo>
                    <a:pt x="3620" y="2918"/>
                  </a:lnTo>
                  <a:lnTo>
                    <a:pt x="3620"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7" name="Google Shape;383;p29"/>
            <p:cNvSpPr/>
            <p:nvPr/>
          </p:nvSpPr>
          <p:spPr>
            <a:xfrm>
              <a:off x="3836275" y="-72925"/>
              <a:ext cx="82475" cy="164925"/>
            </a:xfrm>
            <a:custGeom>
              <a:avLst/>
              <a:gdLst/>
              <a:ahLst/>
              <a:cxnLst/>
              <a:rect l="l" t="t" r="r" b="b"/>
              <a:pathLst>
                <a:path w="3299" h="6597" extrusionOk="0">
                  <a:moveTo>
                    <a:pt x="1" y="0"/>
                  </a:moveTo>
                  <a:lnTo>
                    <a:pt x="1" y="6597"/>
                  </a:lnTo>
                  <a:lnTo>
                    <a:pt x="3299" y="6597"/>
                  </a:lnTo>
                  <a:lnTo>
                    <a:pt x="329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8" name="Google Shape;384;p29"/>
            <p:cNvSpPr/>
            <p:nvPr/>
          </p:nvSpPr>
          <p:spPr>
            <a:xfrm>
              <a:off x="4082725" y="-72925"/>
              <a:ext cx="82475" cy="164925"/>
            </a:xfrm>
            <a:custGeom>
              <a:avLst/>
              <a:gdLst/>
              <a:ahLst/>
              <a:cxnLst/>
              <a:rect l="l" t="t" r="r" b="b"/>
              <a:pathLst>
                <a:path w="3299" h="6597" extrusionOk="0">
                  <a:moveTo>
                    <a:pt x="1" y="0"/>
                  </a:moveTo>
                  <a:lnTo>
                    <a:pt x="1" y="6597"/>
                  </a:lnTo>
                  <a:lnTo>
                    <a:pt x="3299" y="6597"/>
                  </a:lnTo>
                  <a:lnTo>
                    <a:pt x="329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9" name="Google Shape;385;p29"/>
            <p:cNvSpPr/>
            <p:nvPr/>
          </p:nvSpPr>
          <p:spPr>
            <a:xfrm>
              <a:off x="3712150" y="200025"/>
              <a:ext cx="164925" cy="246175"/>
            </a:xfrm>
            <a:custGeom>
              <a:avLst/>
              <a:gdLst/>
              <a:ahLst/>
              <a:cxnLst/>
              <a:rect l="l" t="t" r="r" b="b"/>
              <a:pathLst>
                <a:path w="6597" h="9847" extrusionOk="0">
                  <a:moveTo>
                    <a:pt x="1" y="1"/>
                  </a:moveTo>
                  <a:lnTo>
                    <a:pt x="1" y="9847"/>
                  </a:lnTo>
                  <a:lnTo>
                    <a:pt x="6597" y="9847"/>
                  </a:lnTo>
                  <a:lnTo>
                    <a:pt x="659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60" name="Google Shape;386;p29"/>
            <p:cNvSpPr/>
            <p:nvPr/>
          </p:nvSpPr>
          <p:spPr>
            <a:xfrm>
              <a:off x="3729725" y="217875"/>
              <a:ext cx="129800" cy="210775"/>
            </a:xfrm>
            <a:custGeom>
              <a:avLst/>
              <a:gdLst/>
              <a:ahLst/>
              <a:cxnLst/>
              <a:rect l="l" t="t" r="r" b="b"/>
              <a:pathLst>
                <a:path w="5192" h="8431" extrusionOk="0">
                  <a:moveTo>
                    <a:pt x="0" y="1"/>
                  </a:moveTo>
                  <a:lnTo>
                    <a:pt x="0" y="8430"/>
                  </a:lnTo>
                  <a:lnTo>
                    <a:pt x="5191" y="8430"/>
                  </a:lnTo>
                  <a:lnTo>
                    <a:pt x="5191"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61" name="Google Shape;387;p29"/>
            <p:cNvSpPr/>
            <p:nvPr/>
          </p:nvSpPr>
          <p:spPr>
            <a:xfrm>
              <a:off x="3629700" y="200025"/>
              <a:ext cx="82475" cy="246175"/>
            </a:xfrm>
            <a:custGeom>
              <a:avLst/>
              <a:gdLst/>
              <a:ahLst/>
              <a:cxnLst/>
              <a:rect l="l" t="t" r="r" b="b"/>
              <a:pathLst>
                <a:path w="3299" h="9847" extrusionOk="0">
                  <a:moveTo>
                    <a:pt x="1" y="1"/>
                  </a:moveTo>
                  <a:lnTo>
                    <a:pt x="1" y="9847"/>
                  </a:lnTo>
                  <a:lnTo>
                    <a:pt x="3299" y="9847"/>
                  </a:lnTo>
                  <a:lnTo>
                    <a:pt x="3299"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62" name="Google Shape;388;p29"/>
            <p:cNvSpPr/>
            <p:nvPr/>
          </p:nvSpPr>
          <p:spPr>
            <a:xfrm>
              <a:off x="3876150" y="200025"/>
              <a:ext cx="82475" cy="246175"/>
            </a:xfrm>
            <a:custGeom>
              <a:avLst/>
              <a:gdLst/>
              <a:ahLst/>
              <a:cxnLst/>
              <a:rect l="l" t="t" r="r" b="b"/>
              <a:pathLst>
                <a:path w="3299" h="9847" extrusionOk="0">
                  <a:moveTo>
                    <a:pt x="1" y="1"/>
                  </a:moveTo>
                  <a:lnTo>
                    <a:pt x="1" y="9847"/>
                  </a:lnTo>
                  <a:lnTo>
                    <a:pt x="3299" y="9847"/>
                  </a:lnTo>
                  <a:lnTo>
                    <a:pt x="3299"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63" name="Google Shape;389;p29"/>
            <p:cNvSpPr/>
            <p:nvPr/>
          </p:nvSpPr>
          <p:spPr>
            <a:xfrm>
              <a:off x="3712150" y="712000"/>
              <a:ext cx="164925" cy="246175"/>
            </a:xfrm>
            <a:custGeom>
              <a:avLst/>
              <a:gdLst/>
              <a:ahLst/>
              <a:cxnLst/>
              <a:rect l="l" t="t" r="r" b="b"/>
              <a:pathLst>
                <a:path w="6597" h="9847" extrusionOk="0">
                  <a:moveTo>
                    <a:pt x="1" y="0"/>
                  </a:moveTo>
                  <a:lnTo>
                    <a:pt x="1" y="9847"/>
                  </a:lnTo>
                  <a:lnTo>
                    <a:pt x="6597" y="9847"/>
                  </a:lnTo>
                  <a:lnTo>
                    <a:pt x="659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59" name="Google Shape;390;p29"/>
            <p:cNvSpPr/>
            <p:nvPr/>
          </p:nvSpPr>
          <p:spPr>
            <a:xfrm>
              <a:off x="3729725" y="729550"/>
              <a:ext cx="129800" cy="210775"/>
            </a:xfrm>
            <a:custGeom>
              <a:avLst/>
              <a:gdLst/>
              <a:ahLst/>
              <a:cxnLst/>
              <a:rect l="l" t="t" r="r" b="b"/>
              <a:pathLst>
                <a:path w="5192" h="8431" extrusionOk="0">
                  <a:moveTo>
                    <a:pt x="0" y="1"/>
                  </a:moveTo>
                  <a:lnTo>
                    <a:pt x="0" y="8430"/>
                  </a:lnTo>
                  <a:lnTo>
                    <a:pt x="5191" y="8430"/>
                  </a:lnTo>
                  <a:lnTo>
                    <a:pt x="5191"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60" name="Google Shape;391;p29"/>
            <p:cNvSpPr/>
            <p:nvPr/>
          </p:nvSpPr>
          <p:spPr>
            <a:xfrm>
              <a:off x="3655300" y="1101325"/>
              <a:ext cx="164925" cy="245900"/>
            </a:xfrm>
            <a:custGeom>
              <a:avLst/>
              <a:gdLst/>
              <a:ahLst/>
              <a:cxnLst/>
              <a:rect l="l" t="t" r="r" b="b"/>
              <a:pathLst>
                <a:path w="6597" h="9836" extrusionOk="0">
                  <a:moveTo>
                    <a:pt x="1" y="1"/>
                  </a:moveTo>
                  <a:lnTo>
                    <a:pt x="1" y="9835"/>
                  </a:lnTo>
                  <a:lnTo>
                    <a:pt x="6597" y="9835"/>
                  </a:lnTo>
                  <a:lnTo>
                    <a:pt x="659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61" name="Google Shape;392;p29"/>
            <p:cNvSpPr/>
            <p:nvPr/>
          </p:nvSpPr>
          <p:spPr>
            <a:xfrm>
              <a:off x="3672875" y="1118900"/>
              <a:ext cx="129500" cy="210750"/>
            </a:xfrm>
            <a:custGeom>
              <a:avLst/>
              <a:gdLst/>
              <a:ahLst/>
              <a:cxnLst/>
              <a:rect l="l" t="t" r="r" b="b"/>
              <a:pathLst>
                <a:path w="5180" h="8430" extrusionOk="0">
                  <a:moveTo>
                    <a:pt x="0" y="0"/>
                  </a:moveTo>
                  <a:lnTo>
                    <a:pt x="0" y="8430"/>
                  </a:lnTo>
                  <a:lnTo>
                    <a:pt x="5179" y="8430"/>
                  </a:lnTo>
                  <a:lnTo>
                    <a:pt x="5179"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62" name="Google Shape;393;p29"/>
            <p:cNvSpPr/>
            <p:nvPr/>
          </p:nvSpPr>
          <p:spPr>
            <a:xfrm>
              <a:off x="3655900" y="1101325"/>
              <a:ext cx="163425" cy="244400"/>
            </a:xfrm>
            <a:custGeom>
              <a:avLst/>
              <a:gdLst/>
              <a:ahLst/>
              <a:cxnLst/>
              <a:rect l="l" t="t" r="r" b="b"/>
              <a:pathLst>
                <a:path w="6537" h="9776" extrusionOk="0">
                  <a:moveTo>
                    <a:pt x="2917" y="1"/>
                  </a:moveTo>
                  <a:lnTo>
                    <a:pt x="2917" y="4537"/>
                  </a:lnTo>
                  <a:lnTo>
                    <a:pt x="0" y="4537"/>
                  </a:lnTo>
                  <a:lnTo>
                    <a:pt x="0" y="5239"/>
                  </a:lnTo>
                  <a:lnTo>
                    <a:pt x="2917" y="5239"/>
                  </a:lnTo>
                  <a:lnTo>
                    <a:pt x="2917" y="9776"/>
                  </a:lnTo>
                  <a:lnTo>
                    <a:pt x="3620" y="9776"/>
                  </a:lnTo>
                  <a:lnTo>
                    <a:pt x="3620" y="5239"/>
                  </a:lnTo>
                  <a:lnTo>
                    <a:pt x="6537" y="5239"/>
                  </a:lnTo>
                  <a:lnTo>
                    <a:pt x="6537" y="4537"/>
                  </a:lnTo>
                  <a:lnTo>
                    <a:pt x="3620" y="4537"/>
                  </a:lnTo>
                  <a:lnTo>
                    <a:pt x="3620"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63" name="Google Shape;394;p29"/>
            <p:cNvSpPr/>
            <p:nvPr/>
          </p:nvSpPr>
          <p:spPr>
            <a:xfrm>
              <a:off x="3629700" y="712000"/>
              <a:ext cx="82475" cy="246175"/>
            </a:xfrm>
            <a:custGeom>
              <a:avLst/>
              <a:gdLst/>
              <a:ahLst/>
              <a:cxnLst/>
              <a:rect l="l" t="t" r="r" b="b"/>
              <a:pathLst>
                <a:path w="3299" h="9847" extrusionOk="0">
                  <a:moveTo>
                    <a:pt x="1" y="0"/>
                  </a:moveTo>
                  <a:lnTo>
                    <a:pt x="1" y="9847"/>
                  </a:lnTo>
                  <a:lnTo>
                    <a:pt x="3299" y="9847"/>
                  </a:lnTo>
                  <a:lnTo>
                    <a:pt x="329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64" name="Google Shape;395;p29"/>
            <p:cNvSpPr/>
            <p:nvPr/>
          </p:nvSpPr>
          <p:spPr>
            <a:xfrm>
              <a:off x="3876150" y="712000"/>
              <a:ext cx="82475" cy="246175"/>
            </a:xfrm>
            <a:custGeom>
              <a:avLst/>
              <a:gdLst/>
              <a:ahLst/>
              <a:cxnLst/>
              <a:rect l="l" t="t" r="r" b="b"/>
              <a:pathLst>
                <a:path w="3299" h="9847" extrusionOk="0">
                  <a:moveTo>
                    <a:pt x="1" y="0"/>
                  </a:moveTo>
                  <a:lnTo>
                    <a:pt x="1" y="9847"/>
                  </a:lnTo>
                  <a:lnTo>
                    <a:pt x="3299" y="9847"/>
                  </a:lnTo>
                  <a:lnTo>
                    <a:pt x="329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65" name="Google Shape;396;p29"/>
            <p:cNvSpPr/>
            <p:nvPr/>
          </p:nvSpPr>
          <p:spPr>
            <a:xfrm>
              <a:off x="4125000" y="712000"/>
              <a:ext cx="164925" cy="246175"/>
            </a:xfrm>
            <a:custGeom>
              <a:avLst/>
              <a:gdLst/>
              <a:ahLst/>
              <a:cxnLst/>
              <a:rect l="l" t="t" r="r" b="b"/>
              <a:pathLst>
                <a:path w="6597" h="9847" extrusionOk="0">
                  <a:moveTo>
                    <a:pt x="1" y="0"/>
                  </a:moveTo>
                  <a:lnTo>
                    <a:pt x="1" y="9847"/>
                  </a:lnTo>
                  <a:lnTo>
                    <a:pt x="6597" y="9847"/>
                  </a:lnTo>
                  <a:lnTo>
                    <a:pt x="659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66" name="Google Shape;397;p29"/>
            <p:cNvSpPr/>
            <p:nvPr/>
          </p:nvSpPr>
          <p:spPr>
            <a:xfrm>
              <a:off x="4142850" y="729850"/>
              <a:ext cx="129525" cy="210475"/>
            </a:xfrm>
            <a:custGeom>
              <a:avLst/>
              <a:gdLst/>
              <a:ahLst/>
              <a:cxnLst/>
              <a:rect l="l" t="t" r="r" b="b"/>
              <a:pathLst>
                <a:path w="5181" h="8419" extrusionOk="0">
                  <a:moveTo>
                    <a:pt x="1" y="1"/>
                  </a:moveTo>
                  <a:lnTo>
                    <a:pt x="1" y="8418"/>
                  </a:lnTo>
                  <a:lnTo>
                    <a:pt x="5180" y="8418"/>
                  </a:lnTo>
                  <a:lnTo>
                    <a:pt x="5180"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67" name="Google Shape;398;p29"/>
            <p:cNvSpPr/>
            <p:nvPr/>
          </p:nvSpPr>
          <p:spPr>
            <a:xfrm>
              <a:off x="3712750" y="712000"/>
              <a:ext cx="163425" cy="244700"/>
            </a:xfrm>
            <a:custGeom>
              <a:avLst/>
              <a:gdLst/>
              <a:ahLst/>
              <a:cxnLst/>
              <a:rect l="l" t="t" r="r" b="b"/>
              <a:pathLst>
                <a:path w="6537" h="9788" extrusionOk="0">
                  <a:moveTo>
                    <a:pt x="2917" y="0"/>
                  </a:moveTo>
                  <a:lnTo>
                    <a:pt x="2917" y="4536"/>
                  </a:lnTo>
                  <a:lnTo>
                    <a:pt x="0" y="4536"/>
                  </a:lnTo>
                  <a:lnTo>
                    <a:pt x="0" y="5251"/>
                  </a:lnTo>
                  <a:lnTo>
                    <a:pt x="2917" y="5251"/>
                  </a:lnTo>
                  <a:lnTo>
                    <a:pt x="2917" y="9787"/>
                  </a:lnTo>
                  <a:lnTo>
                    <a:pt x="3632" y="9787"/>
                  </a:lnTo>
                  <a:lnTo>
                    <a:pt x="3632" y="5251"/>
                  </a:lnTo>
                  <a:lnTo>
                    <a:pt x="6537" y="5251"/>
                  </a:lnTo>
                  <a:lnTo>
                    <a:pt x="6537" y="4536"/>
                  </a:lnTo>
                  <a:lnTo>
                    <a:pt x="3632" y="4536"/>
                  </a:lnTo>
                  <a:lnTo>
                    <a:pt x="3632"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68" name="Google Shape;399;p29"/>
            <p:cNvSpPr/>
            <p:nvPr/>
          </p:nvSpPr>
          <p:spPr>
            <a:xfrm>
              <a:off x="4125900" y="712000"/>
              <a:ext cx="163425" cy="244700"/>
            </a:xfrm>
            <a:custGeom>
              <a:avLst/>
              <a:gdLst/>
              <a:ahLst/>
              <a:cxnLst/>
              <a:rect l="l" t="t" r="r" b="b"/>
              <a:pathLst>
                <a:path w="6537" h="9788" extrusionOk="0">
                  <a:moveTo>
                    <a:pt x="2917" y="0"/>
                  </a:moveTo>
                  <a:lnTo>
                    <a:pt x="2917" y="4536"/>
                  </a:lnTo>
                  <a:lnTo>
                    <a:pt x="0" y="4536"/>
                  </a:lnTo>
                  <a:lnTo>
                    <a:pt x="0" y="5251"/>
                  </a:lnTo>
                  <a:lnTo>
                    <a:pt x="2917" y="5251"/>
                  </a:lnTo>
                  <a:lnTo>
                    <a:pt x="2917" y="9787"/>
                  </a:lnTo>
                  <a:lnTo>
                    <a:pt x="3620" y="9787"/>
                  </a:lnTo>
                  <a:lnTo>
                    <a:pt x="3620" y="5251"/>
                  </a:lnTo>
                  <a:lnTo>
                    <a:pt x="6537" y="5251"/>
                  </a:lnTo>
                  <a:lnTo>
                    <a:pt x="6537" y="4536"/>
                  </a:lnTo>
                  <a:lnTo>
                    <a:pt x="3620" y="4536"/>
                  </a:lnTo>
                  <a:lnTo>
                    <a:pt x="3620"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69" name="Google Shape;400;p29"/>
            <p:cNvSpPr/>
            <p:nvPr/>
          </p:nvSpPr>
          <p:spPr>
            <a:xfrm>
              <a:off x="4289900" y="712000"/>
              <a:ext cx="82475" cy="246175"/>
            </a:xfrm>
            <a:custGeom>
              <a:avLst/>
              <a:gdLst/>
              <a:ahLst/>
              <a:cxnLst/>
              <a:rect l="l" t="t" r="r" b="b"/>
              <a:pathLst>
                <a:path w="3299" h="9847" extrusionOk="0">
                  <a:moveTo>
                    <a:pt x="1" y="0"/>
                  </a:moveTo>
                  <a:lnTo>
                    <a:pt x="1" y="9847"/>
                  </a:lnTo>
                  <a:lnTo>
                    <a:pt x="3299" y="9847"/>
                  </a:lnTo>
                  <a:lnTo>
                    <a:pt x="329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70" name="Google Shape;401;p29"/>
            <p:cNvSpPr/>
            <p:nvPr/>
          </p:nvSpPr>
          <p:spPr>
            <a:xfrm>
              <a:off x="4043450" y="712000"/>
              <a:ext cx="82475" cy="246175"/>
            </a:xfrm>
            <a:custGeom>
              <a:avLst/>
              <a:gdLst/>
              <a:ahLst/>
              <a:cxnLst/>
              <a:rect l="l" t="t" r="r" b="b"/>
              <a:pathLst>
                <a:path w="3299" h="9847" extrusionOk="0">
                  <a:moveTo>
                    <a:pt x="0" y="0"/>
                  </a:moveTo>
                  <a:lnTo>
                    <a:pt x="0" y="9847"/>
                  </a:lnTo>
                  <a:lnTo>
                    <a:pt x="3298" y="9847"/>
                  </a:lnTo>
                  <a:lnTo>
                    <a:pt x="3298"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71" name="Google Shape;402;p29"/>
            <p:cNvSpPr/>
            <p:nvPr/>
          </p:nvSpPr>
          <p:spPr>
            <a:xfrm>
              <a:off x="4125000" y="200325"/>
              <a:ext cx="164925" cy="245875"/>
            </a:xfrm>
            <a:custGeom>
              <a:avLst/>
              <a:gdLst/>
              <a:ahLst/>
              <a:cxnLst/>
              <a:rect l="l" t="t" r="r" b="b"/>
              <a:pathLst>
                <a:path w="6597" h="9835" extrusionOk="0">
                  <a:moveTo>
                    <a:pt x="1" y="0"/>
                  </a:moveTo>
                  <a:lnTo>
                    <a:pt x="1" y="9835"/>
                  </a:lnTo>
                  <a:lnTo>
                    <a:pt x="6597" y="9835"/>
                  </a:lnTo>
                  <a:lnTo>
                    <a:pt x="659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72" name="Google Shape;403;p29"/>
            <p:cNvSpPr/>
            <p:nvPr/>
          </p:nvSpPr>
          <p:spPr>
            <a:xfrm>
              <a:off x="4142850" y="217875"/>
              <a:ext cx="129525" cy="210775"/>
            </a:xfrm>
            <a:custGeom>
              <a:avLst/>
              <a:gdLst/>
              <a:ahLst/>
              <a:cxnLst/>
              <a:rect l="l" t="t" r="r" b="b"/>
              <a:pathLst>
                <a:path w="5181" h="8431" extrusionOk="0">
                  <a:moveTo>
                    <a:pt x="1" y="1"/>
                  </a:moveTo>
                  <a:lnTo>
                    <a:pt x="1" y="8430"/>
                  </a:lnTo>
                  <a:lnTo>
                    <a:pt x="5180" y="8430"/>
                  </a:lnTo>
                  <a:lnTo>
                    <a:pt x="5180"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73" name="Google Shape;404;p29"/>
            <p:cNvSpPr/>
            <p:nvPr/>
          </p:nvSpPr>
          <p:spPr>
            <a:xfrm>
              <a:off x="3712750" y="200325"/>
              <a:ext cx="163425" cy="244400"/>
            </a:xfrm>
            <a:custGeom>
              <a:avLst/>
              <a:gdLst/>
              <a:ahLst/>
              <a:cxnLst/>
              <a:rect l="l" t="t" r="r" b="b"/>
              <a:pathLst>
                <a:path w="6537" h="9776" extrusionOk="0">
                  <a:moveTo>
                    <a:pt x="2917" y="0"/>
                  </a:moveTo>
                  <a:lnTo>
                    <a:pt x="2917" y="4537"/>
                  </a:lnTo>
                  <a:lnTo>
                    <a:pt x="0" y="4537"/>
                  </a:lnTo>
                  <a:lnTo>
                    <a:pt x="0" y="5239"/>
                  </a:lnTo>
                  <a:lnTo>
                    <a:pt x="2917" y="5239"/>
                  </a:lnTo>
                  <a:lnTo>
                    <a:pt x="2917" y="9775"/>
                  </a:lnTo>
                  <a:lnTo>
                    <a:pt x="3632" y="9775"/>
                  </a:lnTo>
                  <a:lnTo>
                    <a:pt x="3632" y="5239"/>
                  </a:lnTo>
                  <a:lnTo>
                    <a:pt x="6537" y="5239"/>
                  </a:lnTo>
                  <a:lnTo>
                    <a:pt x="6537" y="4537"/>
                  </a:lnTo>
                  <a:lnTo>
                    <a:pt x="3632" y="4537"/>
                  </a:lnTo>
                  <a:lnTo>
                    <a:pt x="3632"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74" name="Google Shape;405;p29"/>
            <p:cNvSpPr/>
            <p:nvPr/>
          </p:nvSpPr>
          <p:spPr>
            <a:xfrm>
              <a:off x="4125900" y="200325"/>
              <a:ext cx="163425" cy="244400"/>
            </a:xfrm>
            <a:custGeom>
              <a:avLst/>
              <a:gdLst/>
              <a:ahLst/>
              <a:cxnLst/>
              <a:rect l="l" t="t" r="r" b="b"/>
              <a:pathLst>
                <a:path w="6537" h="9776" extrusionOk="0">
                  <a:moveTo>
                    <a:pt x="2917" y="0"/>
                  </a:moveTo>
                  <a:lnTo>
                    <a:pt x="2917" y="4537"/>
                  </a:lnTo>
                  <a:lnTo>
                    <a:pt x="0" y="4537"/>
                  </a:lnTo>
                  <a:lnTo>
                    <a:pt x="0" y="5239"/>
                  </a:lnTo>
                  <a:lnTo>
                    <a:pt x="2917" y="5239"/>
                  </a:lnTo>
                  <a:lnTo>
                    <a:pt x="2917" y="9775"/>
                  </a:lnTo>
                  <a:lnTo>
                    <a:pt x="3620" y="9775"/>
                  </a:lnTo>
                  <a:lnTo>
                    <a:pt x="3620" y="5239"/>
                  </a:lnTo>
                  <a:lnTo>
                    <a:pt x="6537" y="5239"/>
                  </a:lnTo>
                  <a:lnTo>
                    <a:pt x="6537" y="4537"/>
                  </a:lnTo>
                  <a:lnTo>
                    <a:pt x="3620" y="4537"/>
                  </a:lnTo>
                  <a:lnTo>
                    <a:pt x="3620"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75" name="Google Shape;406;p29"/>
            <p:cNvSpPr/>
            <p:nvPr/>
          </p:nvSpPr>
          <p:spPr>
            <a:xfrm>
              <a:off x="4289900" y="200325"/>
              <a:ext cx="82475" cy="245875"/>
            </a:xfrm>
            <a:custGeom>
              <a:avLst/>
              <a:gdLst/>
              <a:ahLst/>
              <a:cxnLst/>
              <a:rect l="l" t="t" r="r" b="b"/>
              <a:pathLst>
                <a:path w="3299" h="9835" extrusionOk="0">
                  <a:moveTo>
                    <a:pt x="1" y="0"/>
                  </a:moveTo>
                  <a:lnTo>
                    <a:pt x="1" y="9835"/>
                  </a:lnTo>
                  <a:lnTo>
                    <a:pt x="3299" y="9835"/>
                  </a:lnTo>
                  <a:lnTo>
                    <a:pt x="329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76" name="Google Shape;407;p29"/>
            <p:cNvSpPr/>
            <p:nvPr/>
          </p:nvSpPr>
          <p:spPr>
            <a:xfrm>
              <a:off x="4043450" y="200325"/>
              <a:ext cx="82475" cy="245875"/>
            </a:xfrm>
            <a:custGeom>
              <a:avLst/>
              <a:gdLst/>
              <a:ahLst/>
              <a:cxnLst/>
              <a:rect l="l" t="t" r="r" b="b"/>
              <a:pathLst>
                <a:path w="3299" h="9835" extrusionOk="0">
                  <a:moveTo>
                    <a:pt x="0" y="0"/>
                  </a:moveTo>
                  <a:lnTo>
                    <a:pt x="0" y="9835"/>
                  </a:lnTo>
                  <a:lnTo>
                    <a:pt x="3298" y="9835"/>
                  </a:lnTo>
                  <a:lnTo>
                    <a:pt x="3298"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77" name="Google Shape;408;p29"/>
            <p:cNvSpPr/>
            <p:nvPr/>
          </p:nvSpPr>
          <p:spPr>
            <a:xfrm>
              <a:off x="3640125" y="1347200"/>
              <a:ext cx="194975" cy="23825"/>
            </a:xfrm>
            <a:custGeom>
              <a:avLst/>
              <a:gdLst/>
              <a:ahLst/>
              <a:cxnLst/>
              <a:rect l="l" t="t" r="r" b="b"/>
              <a:pathLst>
                <a:path w="7799" h="953" extrusionOk="0">
                  <a:moveTo>
                    <a:pt x="477" y="0"/>
                  </a:moveTo>
                  <a:cubicBezTo>
                    <a:pt x="215" y="0"/>
                    <a:pt x="0" y="214"/>
                    <a:pt x="0" y="476"/>
                  </a:cubicBezTo>
                  <a:cubicBezTo>
                    <a:pt x="0" y="738"/>
                    <a:pt x="215" y="953"/>
                    <a:pt x="477" y="953"/>
                  </a:cubicBezTo>
                  <a:lnTo>
                    <a:pt x="7323" y="953"/>
                  </a:lnTo>
                  <a:cubicBezTo>
                    <a:pt x="7585" y="953"/>
                    <a:pt x="7799" y="738"/>
                    <a:pt x="7799" y="476"/>
                  </a:cubicBezTo>
                  <a:cubicBezTo>
                    <a:pt x="7799" y="214"/>
                    <a:pt x="7585" y="0"/>
                    <a:pt x="7323" y="0"/>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78" name="Google Shape;409;p29"/>
            <p:cNvSpPr/>
            <p:nvPr/>
          </p:nvSpPr>
          <p:spPr>
            <a:xfrm>
              <a:off x="4182150" y="1101325"/>
              <a:ext cx="164925" cy="245900"/>
            </a:xfrm>
            <a:custGeom>
              <a:avLst/>
              <a:gdLst/>
              <a:ahLst/>
              <a:cxnLst/>
              <a:rect l="l" t="t" r="r" b="b"/>
              <a:pathLst>
                <a:path w="6597" h="9836" extrusionOk="0">
                  <a:moveTo>
                    <a:pt x="1" y="1"/>
                  </a:moveTo>
                  <a:lnTo>
                    <a:pt x="1" y="9835"/>
                  </a:lnTo>
                  <a:lnTo>
                    <a:pt x="6597" y="9835"/>
                  </a:lnTo>
                  <a:lnTo>
                    <a:pt x="659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79" name="Google Shape;410;p29"/>
            <p:cNvSpPr/>
            <p:nvPr/>
          </p:nvSpPr>
          <p:spPr>
            <a:xfrm>
              <a:off x="4199725" y="1118900"/>
              <a:ext cx="129500" cy="210750"/>
            </a:xfrm>
            <a:custGeom>
              <a:avLst/>
              <a:gdLst/>
              <a:ahLst/>
              <a:cxnLst/>
              <a:rect l="l" t="t" r="r" b="b"/>
              <a:pathLst>
                <a:path w="5180" h="8430" extrusionOk="0">
                  <a:moveTo>
                    <a:pt x="0" y="0"/>
                  </a:moveTo>
                  <a:lnTo>
                    <a:pt x="0" y="8430"/>
                  </a:lnTo>
                  <a:lnTo>
                    <a:pt x="5179" y="8430"/>
                  </a:lnTo>
                  <a:lnTo>
                    <a:pt x="5179"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80" name="Google Shape;411;p29"/>
            <p:cNvSpPr/>
            <p:nvPr/>
          </p:nvSpPr>
          <p:spPr>
            <a:xfrm>
              <a:off x="4182750" y="1101325"/>
              <a:ext cx="163425" cy="244400"/>
            </a:xfrm>
            <a:custGeom>
              <a:avLst/>
              <a:gdLst/>
              <a:ahLst/>
              <a:cxnLst/>
              <a:rect l="l" t="t" r="r" b="b"/>
              <a:pathLst>
                <a:path w="6537" h="9776" extrusionOk="0">
                  <a:moveTo>
                    <a:pt x="2917" y="1"/>
                  </a:moveTo>
                  <a:lnTo>
                    <a:pt x="2917" y="4537"/>
                  </a:lnTo>
                  <a:lnTo>
                    <a:pt x="0" y="4537"/>
                  </a:lnTo>
                  <a:lnTo>
                    <a:pt x="0" y="5239"/>
                  </a:lnTo>
                  <a:lnTo>
                    <a:pt x="2917" y="5239"/>
                  </a:lnTo>
                  <a:lnTo>
                    <a:pt x="2917" y="9776"/>
                  </a:lnTo>
                  <a:lnTo>
                    <a:pt x="3620" y="9776"/>
                  </a:lnTo>
                  <a:lnTo>
                    <a:pt x="3620" y="5239"/>
                  </a:lnTo>
                  <a:lnTo>
                    <a:pt x="6537" y="5239"/>
                  </a:lnTo>
                  <a:lnTo>
                    <a:pt x="6537" y="4537"/>
                  </a:lnTo>
                  <a:lnTo>
                    <a:pt x="3620" y="4537"/>
                  </a:lnTo>
                  <a:lnTo>
                    <a:pt x="3620"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81" name="Google Shape;412;p29"/>
            <p:cNvSpPr/>
            <p:nvPr/>
          </p:nvSpPr>
          <p:spPr>
            <a:xfrm>
              <a:off x="4166975" y="1347200"/>
              <a:ext cx="194975" cy="23825"/>
            </a:xfrm>
            <a:custGeom>
              <a:avLst/>
              <a:gdLst/>
              <a:ahLst/>
              <a:cxnLst/>
              <a:rect l="l" t="t" r="r" b="b"/>
              <a:pathLst>
                <a:path w="7799" h="953" extrusionOk="0">
                  <a:moveTo>
                    <a:pt x="477" y="0"/>
                  </a:moveTo>
                  <a:cubicBezTo>
                    <a:pt x="215" y="0"/>
                    <a:pt x="0" y="214"/>
                    <a:pt x="0" y="476"/>
                  </a:cubicBezTo>
                  <a:cubicBezTo>
                    <a:pt x="0" y="738"/>
                    <a:pt x="215" y="953"/>
                    <a:pt x="477" y="953"/>
                  </a:cubicBezTo>
                  <a:lnTo>
                    <a:pt x="7323" y="953"/>
                  </a:lnTo>
                  <a:cubicBezTo>
                    <a:pt x="7585" y="953"/>
                    <a:pt x="7799" y="738"/>
                    <a:pt x="7799" y="476"/>
                  </a:cubicBezTo>
                  <a:cubicBezTo>
                    <a:pt x="7799" y="214"/>
                    <a:pt x="7585" y="0"/>
                    <a:pt x="7323" y="0"/>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82" name="Google Shape;413;p29"/>
            <p:cNvSpPr/>
            <p:nvPr/>
          </p:nvSpPr>
          <p:spPr>
            <a:xfrm>
              <a:off x="3876150" y="1057575"/>
              <a:ext cx="249775" cy="400375"/>
            </a:xfrm>
            <a:custGeom>
              <a:avLst/>
              <a:gdLst/>
              <a:ahLst/>
              <a:cxnLst/>
              <a:rect l="l" t="t" r="r" b="b"/>
              <a:pathLst>
                <a:path w="9991" h="16015" extrusionOk="0">
                  <a:moveTo>
                    <a:pt x="1" y="0"/>
                  </a:moveTo>
                  <a:lnTo>
                    <a:pt x="1" y="16014"/>
                  </a:lnTo>
                  <a:lnTo>
                    <a:pt x="9990" y="16014"/>
                  </a:lnTo>
                  <a:lnTo>
                    <a:pt x="9990"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83" name="Google Shape;414;p29"/>
            <p:cNvSpPr/>
            <p:nvPr/>
          </p:nvSpPr>
          <p:spPr>
            <a:xfrm>
              <a:off x="3887775" y="1070975"/>
              <a:ext cx="108075" cy="287550"/>
            </a:xfrm>
            <a:custGeom>
              <a:avLst/>
              <a:gdLst/>
              <a:ahLst/>
              <a:cxnLst/>
              <a:rect l="l" t="t" r="r" b="b"/>
              <a:pathLst>
                <a:path w="4323" h="11502" extrusionOk="0">
                  <a:moveTo>
                    <a:pt x="0" y="0"/>
                  </a:moveTo>
                  <a:lnTo>
                    <a:pt x="0" y="11502"/>
                  </a:lnTo>
                  <a:lnTo>
                    <a:pt x="4322" y="11502"/>
                  </a:lnTo>
                  <a:lnTo>
                    <a:pt x="4322"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84" name="Google Shape;415;p29"/>
            <p:cNvSpPr/>
            <p:nvPr/>
          </p:nvSpPr>
          <p:spPr>
            <a:xfrm>
              <a:off x="4006250" y="1070975"/>
              <a:ext cx="108050" cy="287550"/>
            </a:xfrm>
            <a:custGeom>
              <a:avLst/>
              <a:gdLst/>
              <a:ahLst/>
              <a:cxnLst/>
              <a:rect l="l" t="t" r="r" b="b"/>
              <a:pathLst>
                <a:path w="4322" h="11502" extrusionOk="0">
                  <a:moveTo>
                    <a:pt x="0" y="0"/>
                  </a:moveTo>
                  <a:lnTo>
                    <a:pt x="0" y="11502"/>
                  </a:lnTo>
                  <a:lnTo>
                    <a:pt x="4322" y="11502"/>
                  </a:lnTo>
                  <a:lnTo>
                    <a:pt x="4322"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85" name="Google Shape;416;p29"/>
            <p:cNvSpPr/>
            <p:nvPr/>
          </p:nvSpPr>
          <p:spPr>
            <a:xfrm>
              <a:off x="3887775" y="1368025"/>
              <a:ext cx="108075" cy="64625"/>
            </a:xfrm>
            <a:custGeom>
              <a:avLst/>
              <a:gdLst/>
              <a:ahLst/>
              <a:cxnLst/>
              <a:rect l="l" t="t" r="r" b="b"/>
              <a:pathLst>
                <a:path w="4323" h="2585" extrusionOk="0">
                  <a:moveTo>
                    <a:pt x="0" y="1"/>
                  </a:moveTo>
                  <a:lnTo>
                    <a:pt x="0" y="2584"/>
                  </a:lnTo>
                  <a:lnTo>
                    <a:pt x="4322" y="2584"/>
                  </a:lnTo>
                  <a:lnTo>
                    <a:pt x="4322"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86" name="Google Shape;417;p29"/>
            <p:cNvSpPr/>
            <p:nvPr/>
          </p:nvSpPr>
          <p:spPr>
            <a:xfrm>
              <a:off x="4006250" y="1368025"/>
              <a:ext cx="108050" cy="64625"/>
            </a:xfrm>
            <a:custGeom>
              <a:avLst/>
              <a:gdLst/>
              <a:ahLst/>
              <a:cxnLst/>
              <a:rect l="l" t="t" r="r" b="b"/>
              <a:pathLst>
                <a:path w="4322" h="2585" extrusionOk="0">
                  <a:moveTo>
                    <a:pt x="0" y="1"/>
                  </a:moveTo>
                  <a:lnTo>
                    <a:pt x="0" y="2584"/>
                  </a:lnTo>
                  <a:lnTo>
                    <a:pt x="4322" y="2584"/>
                  </a:lnTo>
                  <a:lnTo>
                    <a:pt x="4322"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87" name="Google Shape;418;p29"/>
            <p:cNvSpPr/>
            <p:nvPr/>
          </p:nvSpPr>
          <p:spPr>
            <a:xfrm>
              <a:off x="3870500" y="1443025"/>
              <a:ext cx="261075" cy="14925"/>
            </a:xfrm>
            <a:custGeom>
              <a:avLst/>
              <a:gdLst/>
              <a:ahLst/>
              <a:cxnLst/>
              <a:rect l="l" t="t" r="r" b="b"/>
              <a:pathLst>
                <a:path w="10443" h="597" extrusionOk="0">
                  <a:moveTo>
                    <a:pt x="1" y="1"/>
                  </a:moveTo>
                  <a:lnTo>
                    <a:pt x="1" y="596"/>
                  </a:lnTo>
                  <a:lnTo>
                    <a:pt x="10443" y="596"/>
                  </a:lnTo>
                  <a:lnTo>
                    <a:pt x="10443"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88" name="Google Shape;419;p29"/>
            <p:cNvSpPr/>
            <p:nvPr/>
          </p:nvSpPr>
          <p:spPr>
            <a:xfrm>
              <a:off x="3429075" y="1257900"/>
              <a:ext cx="77725" cy="200050"/>
            </a:xfrm>
            <a:custGeom>
              <a:avLst/>
              <a:gdLst/>
              <a:ahLst/>
              <a:cxnLst/>
              <a:rect l="l" t="t" r="r" b="b"/>
              <a:pathLst>
                <a:path w="3109" h="8002" extrusionOk="0">
                  <a:moveTo>
                    <a:pt x="1" y="0"/>
                  </a:moveTo>
                  <a:lnTo>
                    <a:pt x="1" y="8001"/>
                  </a:lnTo>
                  <a:lnTo>
                    <a:pt x="3108" y="8001"/>
                  </a:lnTo>
                  <a:lnTo>
                    <a:pt x="3108"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89" name="Google Shape;420;p29"/>
            <p:cNvSpPr/>
            <p:nvPr/>
          </p:nvSpPr>
          <p:spPr>
            <a:xfrm>
              <a:off x="3461225" y="148825"/>
              <a:ext cx="45575" cy="1109100"/>
            </a:xfrm>
            <a:custGeom>
              <a:avLst/>
              <a:gdLst/>
              <a:ahLst/>
              <a:cxnLst/>
              <a:rect l="l" t="t" r="r" b="b"/>
              <a:pathLst>
                <a:path w="1823" h="44364" extrusionOk="0">
                  <a:moveTo>
                    <a:pt x="1" y="1"/>
                  </a:moveTo>
                  <a:lnTo>
                    <a:pt x="1" y="44363"/>
                  </a:lnTo>
                  <a:lnTo>
                    <a:pt x="1822" y="44363"/>
                  </a:lnTo>
                  <a:lnTo>
                    <a:pt x="1822"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90" name="Google Shape;421;p29"/>
            <p:cNvSpPr/>
            <p:nvPr/>
          </p:nvSpPr>
          <p:spPr>
            <a:xfrm>
              <a:off x="4495275" y="1257900"/>
              <a:ext cx="78025" cy="200050"/>
            </a:xfrm>
            <a:custGeom>
              <a:avLst/>
              <a:gdLst/>
              <a:ahLst/>
              <a:cxnLst/>
              <a:rect l="l" t="t" r="r" b="b"/>
              <a:pathLst>
                <a:path w="3121" h="8002" extrusionOk="0">
                  <a:moveTo>
                    <a:pt x="1" y="0"/>
                  </a:moveTo>
                  <a:lnTo>
                    <a:pt x="1" y="8001"/>
                  </a:lnTo>
                  <a:lnTo>
                    <a:pt x="3120" y="8001"/>
                  </a:lnTo>
                  <a:lnTo>
                    <a:pt x="3120"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91" name="Google Shape;422;p29"/>
            <p:cNvSpPr/>
            <p:nvPr/>
          </p:nvSpPr>
          <p:spPr>
            <a:xfrm>
              <a:off x="3388300" y="-356600"/>
              <a:ext cx="1225475" cy="524200"/>
            </a:xfrm>
            <a:custGeom>
              <a:avLst/>
              <a:gdLst/>
              <a:ahLst/>
              <a:cxnLst/>
              <a:rect l="l" t="t" r="r" b="b"/>
              <a:pathLst>
                <a:path w="49019" h="20968" extrusionOk="0">
                  <a:moveTo>
                    <a:pt x="24516" y="1"/>
                  </a:moveTo>
                  <a:lnTo>
                    <a:pt x="1" y="18432"/>
                  </a:lnTo>
                  <a:lnTo>
                    <a:pt x="1918" y="20968"/>
                  </a:lnTo>
                  <a:lnTo>
                    <a:pt x="24516" y="3978"/>
                  </a:lnTo>
                  <a:lnTo>
                    <a:pt x="47114" y="20968"/>
                  </a:lnTo>
                  <a:lnTo>
                    <a:pt x="49019" y="18432"/>
                  </a:lnTo>
                  <a:lnTo>
                    <a:pt x="24516"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92" name="Google Shape;423;p29"/>
            <p:cNvSpPr/>
            <p:nvPr/>
          </p:nvSpPr>
          <p:spPr>
            <a:xfrm>
              <a:off x="3348125" y="-399375"/>
              <a:ext cx="1305825" cy="512775"/>
            </a:xfrm>
            <a:custGeom>
              <a:avLst/>
              <a:gdLst/>
              <a:ahLst/>
              <a:cxnLst/>
              <a:rect l="l" t="t" r="r" b="b"/>
              <a:pathLst>
                <a:path w="52233" h="20511" extrusionOk="0">
                  <a:moveTo>
                    <a:pt x="26117" y="0"/>
                  </a:moveTo>
                  <a:cubicBezTo>
                    <a:pt x="25956" y="0"/>
                    <a:pt x="25795" y="51"/>
                    <a:pt x="25658" y="152"/>
                  </a:cubicBezTo>
                  <a:lnTo>
                    <a:pt x="405" y="19143"/>
                  </a:lnTo>
                  <a:cubicBezTo>
                    <a:pt x="72" y="19393"/>
                    <a:pt x="0" y="19869"/>
                    <a:pt x="262" y="20202"/>
                  </a:cubicBezTo>
                  <a:cubicBezTo>
                    <a:pt x="410" y="20406"/>
                    <a:pt x="636" y="20510"/>
                    <a:pt x="865" y="20510"/>
                  </a:cubicBezTo>
                  <a:cubicBezTo>
                    <a:pt x="1024" y="20510"/>
                    <a:pt x="1185" y="20460"/>
                    <a:pt x="1322" y="20357"/>
                  </a:cubicBezTo>
                  <a:lnTo>
                    <a:pt x="26123" y="1712"/>
                  </a:lnTo>
                  <a:lnTo>
                    <a:pt x="50911" y="20357"/>
                  </a:lnTo>
                  <a:cubicBezTo>
                    <a:pt x="51049" y="20460"/>
                    <a:pt x="51212" y="20511"/>
                    <a:pt x="51372" y="20511"/>
                  </a:cubicBezTo>
                  <a:cubicBezTo>
                    <a:pt x="51600" y="20511"/>
                    <a:pt x="51824" y="20410"/>
                    <a:pt x="51971" y="20214"/>
                  </a:cubicBezTo>
                  <a:cubicBezTo>
                    <a:pt x="52233" y="19869"/>
                    <a:pt x="52162" y="19393"/>
                    <a:pt x="51828" y="19143"/>
                  </a:cubicBezTo>
                  <a:lnTo>
                    <a:pt x="26575" y="152"/>
                  </a:lnTo>
                  <a:cubicBezTo>
                    <a:pt x="26438" y="51"/>
                    <a:pt x="26277" y="0"/>
                    <a:pt x="26117" y="0"/>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93" name="Google Shape;424;p29"/>
            <p:cNvSpPr/>
            <p:nvPr/>
          </p:nvSpPr>
          <p:spPr>
            <a:xfrm>
              <a:off x="3577000" y="-330125"/>
              <a:ext cx="205425" cy="28675"/>
            </a:xfrm>
            <a:custGeom>
              <a:avLst/>
              <a:gdLst/>
              <a:ahLst/>
              <a:cxnLst/>
              <a:rect l="l" t="t" r="r" b="b"/>
              <a:pathLst>
                <a:path w="8217" h="1147" extrusionOk="0">
                  <a:moveTo>
                    <a:pt x="765" y="1"/>
                  </a:moveTo>
                  <a:cubicBezTo>
                    <a:pt x="4" y="1"/>
                    <a:pt x="1" y="1146"/>
                    <a:pt x="754" y="1146"/>
                  </a:cubicBezTo>
                  <a:cubicBezTo>
                    <a:pt x="768" y="1146"/>
                    <a:pt x="783" y="1145"/>
                    <a:pt x="799" y="1145"/>
                  </a:cubicBezTo>
                  <a:lnTo>
                    <a:pt x="7621" y="1145"/>
                  </a:lnTo>
                  <a:cubicBezTo>
                    <a:pt x="7635" y="1146"/>
                    <a:pt x="7648" y="1146"/>
                    <a:pt x="7662" y="1146"/>
                  </a:cubicBezTo>
                  <a:cubicBezTo>
                    <a:pt x="7965" y="1146"/>
                    <a:pt x="8217" y="892"/>
                    <a:pt x="8217" y="573"/>
                  </a:cubicBezTo>
                  <a:cubicBezTo>
                    <a:pt x="8217" y="259"/>
                    <a:pt x="7955" y="1"/>
                    <a:pt x="7642" y="1"/>
                  </a:cubicBezTo>
                  <a:cubicBezTo>
                    <a:pt x="7635" y="1"/>
                    <a:pt x="7628" y="1"/>
                    <a:pt x="7621" y="2"/>
                  </a:cubicBezTo>
                  <a:lnTo>
                    <a:pt x="799" y="2"/>
                  </a:lnTo>
                  <a:cubicBezTo>
                    <a:pt x="787" y="1"/>
                    <a:pt x="776" y="1"/>
                    <a:pt x="765" y="1"/>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94" name="Google Shape;425;p29"/>
            <p:cNvSpPr/>
            <p:nvPr/>
          </p:nvSpPr>
          <p:spPr>
            <a:xfrm>
              <a:off x="3908000" y="1335575"/>
              <a:ext cx="67900" cy="10150"/>
            </a:xfrm>
            <a:custGeom>
              <a:avLst/>
              <a:gdLst/>
              <a:ahLst/>
              <a:cxnLst/>
              <a:rect l="l" t="t" r="r" b="b"/>
              <a:pathLst>
                <a:path w="2716" h="406" extrusionOk="0">
                  <a:moveTo>
                    <a:pt x="1" y="1"/>
                  </a:moveTo>
                  <a:lnTo>
                    <a:pt x="1" y="406"/>
                  </a:lnTo>
                  <a:lnTo>
                    <a:pt x="2716" y="406"/>
                  </a:lnTo>
                  <a:lnTo>
                    <a:pt x="2716"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95" name="Google Shape;426;p29"/>
            <p:cNvSpPr/>
            <p:nvPr/>
          </p:nvSpPr>
          <p:spPr>
            <a:xfrm>
              <a:off x="4026475" y="1335575"/>
              <a:ext cx="67600" cy="10150"/>
            </a:xfrm>
            <a:custGeom>
              <a:avLst/>
              <a:gdLst/>
              <a:ahLst/>
              <a:cxnLst/>
              <a:rect l="l" t="t" r="r" b="b"/>
              <a:pathLst>
                <a:path w="2704" h="406" extrusionOk="0">
                  <a:moveTo>
                    <a:pt x="1" y="1"/>
                  </a:moveTo>
                  <a:lnTo>
                    <a:pt x="1" y="406"/>
                  </a:lnTo>
                  <a:lnTo>
                    <a:pt x="2703" y="406"/>
                  </a:lnTo>
                  <a:lnTo>
                    <a:pt x="2703"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496" name="Google Shape;427;p29"/>
          <p:cNvGrpSpPr/>
          <p:nvPr/>
        </p:nvGrpSpPr>
        <p:grpSpPr>
          <a:xfrm>
            <a:off x="8720573" y="4753790"/>
            <a:ext cx="283086" cy="1494595"/>
            <a:chOff x="6090725" y="734900"/>
            <a:chExt cx="136950" cy="723050"/>
          </a:xfrm>
        </p:grpSpPr>
        <p:sp>
          <p:nvSpPr>
            <p:cNvPr id="497" name="Google Shape;428;p29"/>
            <p:cNvSpPr/>
            <p:nvPr/>
          </p:nvSpPr>
          <p:spPr>
            <a:xfrm>
              <a:off x="6130600" y="1337075"/>
              <a:ext cx="57175" cy="120875"/>
            </a:xfrm>
            <a:custGeom>
              <a:avLst/>
              <a:gdLst/>
              <a:ahLst/>
              <a:cxnLst/>
              <a:rect l="l" t="t" r="r" b="b"/>
              <a:pathLst>
                <a:path w="2287" h="4835" extrusionOk="0">
                  <a:moveTo>
                    <a:pt x="251" y="0"/>
                  </a:moveTo>
                  <a:lnTo>
                    <a:pt x="1" y="4834"/>
                  </a:lnTo>
                  <a:lnTo>
                    <a:pt x="2287" y="4834"/>
                  </a:lnTo>
                  <a:lnTo>
                    <a:pt x="2037"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98" name="Google Shape;429;p29"/>
            <p:cNvSpPr/>
            <p:nvPr/>
          </p:nvSpPr>
          <p:spPr>
            <a:xfrm>
              <a:off x="6149075" y="902500"/>
              <a:ext cx="20250" cy="440550"/>
            </a:xfrm>
            <a:custGeom>
              <a:avLst/>
              <a:gdLst/>
              <a:ahLst/>
              <a:cxnLst/>
              <a:rect l="l" t="t" r="r" b="b"/>
              <a:pathLst>
                <a:path w="810" h="17622" extrusionOk="0">
                  <a:moveTo>
                    <a:pt x="0" y="0"/>
                  </a:moveTo>
                  <a:lnTo>
                    <a:pt x="0" y="17621"/>
                  </a:lnTo>
                  <a:lnTo>
                    <a:pt x="810" y="17621"/>
                  </a:lnTo>
                  <a:lnTo>
                    <a:pt x="810"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99" name="Google Shape;430;p29"/>
            <p:cNvSpPr/>
            <p:nvPr/>
          </p:nvSpPr>
          <p:spPr>
            <a:xfrm>
              <a:off x="6144300" y="1288850"/>
              <a:ext cx="29800" cy="48250"/>
            </a:xfrm>
            <a:custGeom>
              <a:avLst/>
              <a:gdLst/>
              <a:ahLst/>
              <a:cxnLst/>
              <a:rect l="l" t="t" r="r" b="b"/>
              <a:pathLst>
                <a:path w="1192" h="1930" extrusionOk="0">
                  <a:moveTo>
                    <a:pt x="1" y="0"/>
                  </a:moveTo>
                  <a:lnTo>
                    <a:pt x="1" y="1929"/>
                  </a:lnTo>
                  <a:lnTo>
                    <a:pt x="1191" y="1929"/>
                  </a:lnTo>
                  <a:lnTo>
                    <a:pt x="1191"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0" name="Google Shape;431;p29"/>
            <p:cNvSpPr/>
            <p:nvPr/>
          </p:nvSpPr>
          <p:spPr>
            <a:xfrm>
              <a:off x="6133575" y="872425"/>
              <a:ext cx="51225" cy="10750"/>
            </a:xfrm>
            <a:custGeom>
              <a:avLst/>
              <a:gdLst/>
              <a:ahLst/>
              <a:cxnLst/>
              <a:rect l="l" t="t" r="r" b="b"/>
              <a:pathLst>
                <a:path w="2049" h="430" extrusionOk="0">
                  <a:moveTo>
                    <a:pt x="1" y="1"/>
                  </a:moveTo>
                  <a:lnTo>
                    <a:pt x="1" y="429"/>
                  </a:lnTo>
                  <a:lnTo>
                    <a:pt x="2049" y="429"/>
                  </a:lnTo>
                  <a:lnTo>
                    <a:pt x="2049"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1" name="Google Shape;432;p29"/>
            <p:cNvSpPr/>
            <p:nvPr/>
          </p:nvSpPr>
          <p:spPr>
            <a:xfrm>
              <a:off x="6118400" y="789075"/>
              <a:ext cx="81600" cy="10750"/>
            </a:xfrm>
            <a:custGeom>
              <a:avLst/>
              <a:gdLst/>
              <a:ahLst/>
              <a:cxnLst/>
              <a:rect l="l" t="t" r="r" b="b"/>
              <a:pathLst>
                <a:path w="3264" h="430" extrusionOk="0">
                  <a:moveTo>
                    <a:pt x="1" y="1"/>
                  </a:moveTo>
                  <a:lnTo>
                    <a:pt x="1" y="430"/>
                  </a:lnTo>
                  <a:lnTo>
                    <a:pt x="3263" y="430"/>
                  </a:lnTo>
                  <a:lnTo>
                    <a:pt x="3263"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2" name="Google Shape;433;p29"/>
            <p:cNvSpPr/>
            <p:nvPr/>
          </p:nvSpPr>
          <p:spPr>
            <a:xfrm>
              <a:off x="6138650" y="883150"/>
              <a:ext cx="41100" cy="19375"/>
            </a:xfrm>
            <a:custGeom>
              <a:avLst/>
              <a:gdLst/>
              <a:ahLst/>
              <a:cxnLst/>
              <a:rect l="l" t="t" r="r" b="b"/>
              <a:pathLst>
                <a:path w="1644" h="775" extrusionOk="0">
                  <a:moveTo>
                    <a:pt x="0" y="0"/>
                  </a:moveTo>
                  <a:lnTo>
                    <a:pt x="417" y="774"/>
                  </a:lnTo>
                  <a:lnTo>
                    <a:pt x="1227" y="774"/>
                  </a:lnTo>
                  <a:lnTo>
                    <a:pt x="1643"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3" name="Google Shape;434;p29"/>
            <p:cNvSpPr/>
            <p:nvPr/>
          </p:nvSpPr>
          <p:spPr>
            <a:xfrm>
              <a:off x="6125550" y="764375"/>
              <a:ext cx="67000" cy="24725"/>
            </a:xfrm>
            <a:custGeom>
              <a:avLst/>
              <a:gdLst/>
              <a:ahLst/>
              <a:cxnLst/>
              <a:rect l="l" t="t" r="r" b="b"/>
              <a:pathLst>
                <a:path w="2680" h="989" extrusionOk="0">
                  <a:moveTo>
                    <a:pt x="322" y="1"/>
                  </a:moveTo>
                  <a:lnTo>
                    <a:pt x="1" y="989"/>
                  </a:lnTo>
                  <a:lnTo>
                    <a:pt x="2679" y="989"/>
                  </a:lnTo>
                  <a:lnTo>
                    <a:pt x="2370"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4" name="Google Shape;435;p29"/>
            <p:cNvSpPr/>
            <p:nvPr/>
          </p:nvSpPr>
          <p:spPr>
            <a:xfrm>
              <a:off x="6144000" y="758425"/>
              <a:ext cx="30400" cy="5975"/>
            </a:xfrm>
            <a:custGeom>
              <a:avLst/>
              <a:gdLst/>
              <a:ahLst/>
              <a:cxnLst/>
              <a:rect l="l" t="t" r="r" b="b"/>
              <a:pathLst>
                <a:path w="1216" h="239" extrusionOk="0">
                  <a:moveTo>
                    <a:pt x="1" y="1"/>
                  </a:moveTo>
                  <a:lnTo>
                    <a:pt x="1" y="239"/>
                  </a:lnTo>
                  <a:lnTo>
                    <a:pt x="1215" y="239"/>
                  </a:lnTo>
                  <a:lnTo>
                    <a:pt x="1215"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5" name="Google Shape;436;p29"/>
            <p:cNvSpPr/>
            <p:nvPr/>
          </p:nvSpPr>
          <p:spPr>
            <a:xfrm>
              <a:off x="6127625" y="799800"/>
              <a:ext cx="63125" cy="72650"/>
            </a:xfrm>
            <a:custGeom>
              <a:avLst/>
              <a:gdLst/>
              <a:ahLst/>
              <a:cxnLst/>
              <a:rect l="l" t="t" r="r" b="b"/>
              <a:pathLst>
                <a:path w="2525" h="2906" extrusionOk="0">
                  <a:moveTo>
                    <a:pt x="1" y="1"/>
                  </a:moveTo>
                  <a:lnTo>
                    <a:pt x="239" y="2906"/>
                  </a:lnTo>
                  <a:lnTo>
                    <a:pt x="2287" y="2906"/>
                  </a:lnTo>
                  <a:lnTo>
                    <a:pt x="2525"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6" name="Google Shape;437;p29"/>
            <p:cNvSpPr/>
            <p:nvPr/>
          </p:nvSpPr>
          <p:spPr>
            <a:xfrm>
              <a:off x="6152050" y="734900"/>
              <a:ext cx="14900" cy="29800"/>
            </a:xfrm>
            <a:custGeom>
              <a:avLst/>
              <a:gdLst/>
              <a:ahLst/>
              <a:cxnLst/>
              <a:rect l="l" t="t" r="r" b="b"/>
              <a:pathLst>
                <a:path w="596" h="1192" extrusionOk="0">
                  <a:moveTo>
                    <a:pt x="298" y="1"/>
                  </a:moveTo>
                  <a:cubicBezTo>
                    <a:pt x="131" y="1"/>
                    <a:pt x="0" y="263"/>
                    <a:pt x="0" y="596"/>
                  </a:cubicBezTo>
                  <a:cubicBezTo>
                    <a:pt x="0" y="930"/>
                    <a:pt x="131" y="1192"/>
                    <a:pt x="298" y="1192"/>
                  </a:cubicBezTo>
                  <a:cubicBezTo>
                    <a:pt x="453" y="1192"/>
                    <a:pt x="595" y="930"/>
                    <a:pt x="595" y="596"/>
                  </a:cubicBezTo>
                  <a:cubicBezTo>
                    <a:pt x="595" y="275"/>
                    <a:pt x="453" y="1"/>
                    <a:pt x="298"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7" name="Google Shape;438;p29"/>
            <p:cNvSpPr/>
            <p:nvPr/>
          </p:nvSpPr>
          <p:spPr>
            <a:xfrm>
              <a:off x="6109475" y="942675"/>
              <a:ext cx="99450" cy="10150"/>
            </a:xfrm>
            <a:custGeom>
              <a:avLst/>
              <a:gdLst/>
              <a:ahLst/>
              <a:cxnLst/>
              <a:rect l="l" t="t" r="r" b="b"/>
              <a:pathLst>
                <a:path w="3978" h="406" extrusionOk="0">
                  <a:moveTo>
                    <a:pt x="1" y="1"/>
                  </a:moveTo>
                  <a:lnTo>
                    <a:pt x="1" y="405"/>
                  </a:lnTo>
                  <a:lnTo>
                    <a:pt x="3977" y="405"/>
                  </a:lnTo>
                  <a:lnTo>
                    <a:pt x="3977"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8" name="Google Shape;439;p29"/>
            <p:cNvSpPr/>
            <p:nvPr/>
          </p:nvSpPr>
          <p:spPr>
            <a:xfrm>
              <a:off x="6201450" y="936700"/>
              <a:ext cx="26225" cy="22250"/>
            </a:xfrm>
            <a:custGeom>
              <a:avLst/>
              <a:gdLst/>
              <a:ahLst/>
              <a:cxnLst/>
              <a:rect l="l" t="t" r="r" b="b"/>
              <a:pathLst>
                <a:path w="1049" h="890" extrusionOk="0">
                  <a:moveTo>
                    <a:pt x="617" y="1"/>
                  </a:moveTo>
                  <a:cubicBezTo>
                    <a:pt x="610" y="1"/>
                    <a:pt x="603" y="1"/>
                    <a:pt x="596" y="1"/>
                  </a:cubicBezTo>
                  <a:cubicBezTo>
                    <a:pt x="203" y="1"/>
                    <a:pt x="1" y="478"/>
                    <a:pt x="286" y="763"/>
                  </a:cubicBezTo>
                  <a:cubicBezTo>
                    <a:pt x="373" y="850"/>
                    <a:pt x="482" y="889"/>
                    <a:pt x="590" y="889"/>
                  </a:cubicBezTo>
                  <a:cubicBezTo>
                    <a:pt x="821" y="889"/>
                    <a:pt x="1048" y="710"/>
                    <a:pt x="1048" y="442"/>
                  </a:cubicBezTo>
                  <a:cubicBezTo>
                    <a:pt x="1048" y="199"/>
                    <a:pt x="857" y="1"/>
                    <a:pt x="617"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9" name="Google Shape;440;p29"/>
            <p:cNvSpPr/>
            <p:nvPr/>
          </p:nvSpPr>
          <p:spPr>
            <a:xfrm>
              <a:off x="6090725" y="936725"/>
              <a:ext cx="25550" cy="21900"/>
            </a:xfrm>
            <a:custGeom>
              <a:avLst/>
              <a:gdLst/>
              <a:ahLst/>
              <a:cxnLst/>
              <a:rect l="l" t="t" r="r" b="b"/>
              <a:pathLst>
                <a:path w="1022" h="876" extrusionOk="0">
                  <a:moveTo>
                    <a:pt x="455" y="0"/>
                  </a:moveTo>
                  <a:cubicBezTo>
                    <a:pt x="451" y="0"/>
                    <a:pt x="446" y="0"/>
                    <a:pt x="441" y="0"/>
                  </a:cubicBezTo>
                  <a:cubicBezTo>
                    <a:pt x="191" y="0"/>
                    <a:pt x="0" y="191"/>
                    <a:pt x="0" y="441"/>
                  </a:cubicBezTo>
                  <a:cubicBezTo>
                    <a:pt x="8" y="704"/>
                    <a:pt x="219" y="876"/>
                    <a:pt x="439" y="876"/>
                  </a:cubicBezTo>
                  <a:cubicBezTo>
                    <a:pt x="548" y="876"/>
                    <a:pt x="660" y="833"/>
                    <a:pt x="751" y="739"/>
                  </a:cubicBezTo>
                  <a:cubicBezTo>
                    <a:pt x="1021" y="468"/>
                    <a:pt x="839" y="0"/>
                    <a:pt x="455"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510" name="Google Shape;441;p29"/>
          <p:cNvGrpSpPr/>
          <p:nvPr/>
        </p:nvGrpSpPr>
        <p:grpSpPr>
          <a:xfrm>
            <a:off x="4663401" y="5710780"/>
            <a:ext cx="389905" cy="537745"/>
            <a:chOff x="5605250" y="1168900"/>
            <a:chExt cx="208075" cy="286950"/>
          </a:xfrm>
        </p:grpSpPr>
        <p:sp>
          <p:nvSpPr>
            <p:cNvPr id="511" name="Google Shape;442;p29"/>
            <p:cNvSpPr/>
            <p:nvPr/>
          </p:nvSpPr>
          <p:spPr>
            <a:xfrm>
              <a:off x="5605250" y="1168900"/>
              <a:ext cx="208075" cy="208375"/>
            </a:xfrm>
            <a:custGeom>
              <a:avLst/>
              <a:gdLst/>
              <a:ahLst/>
              <a:cxnLst/>
              <a:rect l="l" t="t" r="r" b="b"/>
              <a:pathLst>
                <a:path w="8323" h="8335" extrusionOk="0">
                  <a:moveTo>
                    <a:pt x="4156" y="0"/>
                  </a:moveTo>
                  <a:cubicBezTo>
                    <a:pt x="1858" y="0"/>
                    <a:pt x="0" y="1870"/>
                    <a:pt x="0" y="4167"/>
                  </a:cubicBezTo>
                  <a:cubicBezTo>
                    <a:pt x="0" y="6465"/>
                    <a:pt x="1858" y="8335"/>
                    <a:pt x="4156" y="8335"/>
                  </a:cubicBezTo>
                  <a:cubicBezTo>
                    <a:pt x="6465" y="8335"/>
                    <a:pt x="8323" y="6465"/>
                    <a:pt x="8323" y="4167"/>
                  </a:cubicBezTo>
                  <a:cubicBezTo>
                    <a:pt x="8323" y="1870"/>
                    <a:pt x="6465" y="0"/>
                    <a:pt x="4156" y="0"/>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20" name="Google Shape;443;p29"/>
            <p:cNvSpPr/>
            <p:nvPr/>
          </p:nvSpPr>
          <p:spPr>
            <a:xfrm>
              <a:off x="5709125" y="1168900"/>
              <a:ext cx="104200" cy="208375"/>
            </a:xfrm>
            <a:custGeom>
              <a:avLst/>
              <a:gdLst/>
              <a:ahLst/>
              <a:cxnLst/>
              <a:rect l="l" t="t" r="r" b="b"/>
              <a:pathLst>
                <a:path w="4168" h="8335" extrusionOk="0">
                  <a:moveTo>
                    <a:pt x="1" y="0"/>
                  </a:moveTo>
                  <a:lnTo>
                    <a:pt x="1" y="8335"/>
                  </a:lnTo>
                  <a:cubicBezTo>
                    <a:pt x="2310" y="8335"/>
                    <a:pt x="4168" y="6465"/>
                    <a:pt x="4168" y="4167"/>
                  </a:cubicBezTo>
                  <a:cubicBezTo>
                    <a:pt x="4168" y="1870"/>
                    <a:pt x="2310" y="0"/>
                    <a:pt x="1" y="0"/>
                  </a:cubicBez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21" name="Google Shape;444;p29"/>
            <p:cNvSpPr/>
            <p:nvPr/>
          </p:nvSpPr>
          <p:spPr>
            <a:xfrm>
              <a:off x="5699600" y="1259300"/>
              <a:ext cx="19375" cy="196550"/>
            </a:xfrm>
            <a:custGeom>
              <a:avLst/>
              <a:gdLst/>
              <a:ahLst/>
              <a:cxnLst/>
              <a:rect l="l" t="t" r="r" b="b"/>
              <a:pathLst>
                <a:path w="775" h="7862" extrusionOk="0">
                  <a:moveTo>
                    <a:pt x="388" y="1"/>
                  </a:moveTo>
                  <a:cubicBezTo>
                    <a:pt x="194" y="1"/>
                    <a:pt x="1" y="129"/>
                    <a:pt x="1" y="385"/>
                  </a:cubicBezTo>
                  <a:lnTo>
                    <a:pt x="1" y="7469"/>
                  </a:lnTo>
                  <a:cubicBezTo>
                    <a:pt x="1" y="7695"/>
                    <a:pt x="167" y="7862"/>
                    <a:pt x="394" y="7862"/>
                  </a:cubicBezTo>
                  <a:cubicBezTo>
                    <a:pt x="608" y="7862"/>
                    <a:pt x="775" y="7695"/>
                    <a:pt x="775" y="7469"/>
                  </a:cubicBezTo>
                  <a:lnTo>
                    <a:pt x="775" y="385"/>
                  </a:lnTo>
                  <a:cubicBezTo>
                    <a:pt x="775" y="129"/>
                    <a:pt x="581" y="1"/>
                    <a:pt x="388"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22" name="Google Shape;445;p29"/>
            <p:cNvSpPr/>
            <p:nvPr/>
          </p:nvSpPr>
          <p:spPr>
            <a:xfrm>
              <a:off x="5665375" y="1310575"/>
              <a:ext cx="43775" cy="36050"/>
            </a:xfrm>
            <a:custGeom>
              <a:avLst/>
              <a:gdLst/>
              <a:ahLst/>
              <a:cxnLst/>
              <a:rect l="l" t="t" r="r" b="b"/>
              <a:pathLst>
                <a:path w="1751" h="1442" extrusionOk="0">
                  <a:moveTo>
                    <a:pt x="0" y="1"/>
                  </a:moveTo>
                  <a:lnTo>
                    <a:pt x="1751" y="1441"/>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23" name="Google Shape;446;p29"/>
            <p:cNvSpPr/>
            <p:nvPr/>
          </p:nvSpPr>
          <p:spPr>
            <a:xfrm>
              <a:off x="5651075" y="1300725"/>
              <a:ext cx="69100" cy="55725"/>
            </a:xfrm>
            <a:custGeom>
              <a:avLst/>
              <a:gdLst/>
              <a:ahLst/>
              <a:cxnLst/>
              <a:rect l="l" t="t" r="r" b="b"/>
              <a:pathLst>
                <a:path w="2764" h="2229" extrusionOk="0">
                  <a:moveTo>
                    <a:pt x="571" y="0"/>
                  </a:moveTo>
                  <a:cubicBezTo>
                    <a:pt x="251" y="0"/>
                    <a:pt x="0" y="439"/>
                    <a:pt x="322" y="704"/>
                  </a:cubicBezTo>
                  <a:lnTo>
                    <a:pt x="2085" y="2145"/>
                  </a:lnTo>
                  <a:cubicBezTo>
                    <a:pt x="2156" y="2204"/>
                    <a:pt x="2239" y="2228"/>
                    <a:pt x="2335" y="2228"/>
                  </a:cubicBezTo>
                  <a:cubicBezTo>
                    <a:pt x="2442" y="2228"/>
                    <a:pt x="2561" y="2181"/>
                    <a:pt x="2632" y="2085"/>
                  </a:cubicBezTo>
                  <a:cubicBezTo>
                    <a:pt x="2763" y="1919"/>
                    <a:pt x="2739" y="1681"/>
                    <a:pt x="2573" y="1538"/>
                  </a:cubicBezTo>
                  <a:lnTo>
                    <a:pt x="822" y="97"/>
                  </a:lnTo>
                  <a:cubicBezTo>
                    <a:pt x="740" y="29"/>
                    <a:pt x="653" y="0"/>
                    <a:pt x="571"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24" name="Google Shape;447;p29"/>
            <p:cNvSpPr/>
            <p:nvPr/>
          </p:nvSpPr>
          <p:spPr>
            <a:xfrm>
              <a:off x="5709125" y="1289150"/>
              <a:ext cx="31275" cy="29775"/>
            </a:xfrm>
            <a:custGeom>
              <a:avLst/>
              <a:gdLst/>
              <a:ahLst/>
              <a:cxnLst/>
              <a:rect l="l" t="t" r="r" b="b"/>
              <a:pathLst>
                <a:path w="1251" h="1191" extrusionOk="0">
                  <a:moveTo>
                    <a:pt x="1" y="1191"/>
                  </a:moveTo>
                  <a:lnTo>
                    <a:pt x="1251" y="0"/>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25" name="Google Shape;448;p29"/>
            <p:cNvSpPr/>
            <p:nvPr/>
          </p:nvSpPr>
          <p:spPr>
            <a:xfrm>
              <a:off x="5696025" y="1279325"/>
              <a:ext cx="58350" cy="49425"/>
            </a:xfrm>
            <a:custGeom>
              <a:avLst/>
              <a:gdLst/>
              <a:ahLst/>
              <a:cxnLst/>
              <a:rect l="l" t="t" r="r" b="b"/>
              <a:pathLst>
                <a:path w="2334" h="1977" extrusionOk="0">
                  <a:moveTo>
                    <a:pt x="1773" y="0"/>
                  </a:moveTo>
                  <a:cubicBezTo>
                    <a:pt x="1683" y="0"/>
                    <a:pt x="1588" y="35"/>
                    <a:pt x="1501" y="120"/>
                  </a:cubicBezTo>
                  <a:lnTo>
                    <a:pt x="263" y="1310"/>
                  </a:lnTo>
                  <a:cubicBezTo>
                    <a:pt x="1" y="1548"/>
                    <a:pt x="179" y="1977"/>
                    <a:pt x="537" y="1977"/>
                  </a:cubicBezTo>
                  <a:cubicBezTo>
                    <a:pt x="632" y="1977"/>
                    <a:pt x="727" y="1941"/>
                    <a:pt x="799" y="1870"/>
                  </a:cubicBezTo>
                  <a:lnTo>
                    <a:pt x="2049" y="679"/>
                  </a:lnTo>
                  <a:cubicBezTo>
                    <a:pt x="2334" y="403"/>
                    <a:pt x="2079" y="0"/>
                    <a:pt x="1773"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326" name="Google Shape;449;p29"/>
          <p:cNvGrpSpPr/>
          <p:nvPr/>
        </p:nvGrpSpPr>
        <p:grpSpPr>
          <a:xfrm>
            <a:off x="5231218" y="5471339"/>
            <a:ext cx="419924" cy="777213"/>
            <a:chOff x="6691700" y="1068275"/>
            <a:chExt cx="221775" cy="410500"/>
          </a:xfrm>
        </p:grpSpPr>
        <p:sp>
          <p:nvSpPr>
            <p:cNvPr id="327" name="Google Shape;450;p29"/>
            <p:cNvSpPr/>
            <p:nvPr/>
          </p:nvSpPr>
          <p:spPr>
            <a:xfrm>
              <a:off x="6691700" y="1068275"/>
              <a:ext cx="221775" cy="317325"/>
            </a:xfrm>
            <a:custGeom>
              <a:avLst/>
              <a:gdLst/>
              <a:ahLst/>
              <a:cxnLst/>
              <a:rect l="l" t="t" r="r" b="b"/>
              <a:pathLst>
                <a:path w="8871" h="12693" extrusionOk="0">
                  <a:moveTo>
                    <a:pt x="4429" y="1"/>
                  </a:moveTo>
                  <a:cubicBezTo>
                    <a:pt x="3810" y="1"/>
                    <a:pt x="0" y="3430"/>
                    <a:pt x="0" y="7657"/>
                  </a:cubicBezTo>
                  <a:cubicBezTo>
                    <a:pt x="0" y="11883"/>
                    <a:pt x="3715" y="12693"/>
                    <a:pt x="4429" y="12693"/>
                  </a:cubicBezTo>
                  <a:cubicBezTo>
                    <a:pt x="5144" y="12693"/>
                    <a:pt x="8870" y="11883"/>
                    <a:pt x="8870" y="7657"/>
                  </a:cubicBezTo>
                  <a:cubicBezTo>
                    <a:pt x="8870" y="3430"/>
                    <a:pt x="5060" y="1"/>
                    <a:pt x="4429" y="1"/>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28" name="Google Shape;451;p29"/>
            <p:cNvSpPr/>
            <p:nvPr/>
          </p:nvSpPr>
          <p:spPr>
            <a:xfrm>
              <a:off x="6802425" y="1068275"/>
              <a:ext cx="111050" cy="317325"/>
            </a:xfrm>
            <a:custGeom>
              <a:avLst/>
              <a:gdLst/>
              <a:ahLst/>
              <a:cxnLst/>
              <a:rect l="l" t="t" r="r" b="b"/>
              <a:pathLst>
                <a:path w="4442" h="12693" extrusionOk="0">
                  <a:moveTo>
                    <a:pt x="0" y="1"/>
                  </a:moveTo>
                  <a:lnTo>
                    <a:pt x="0" y="12693"/>
                  </a:lnTo>
                  <a:cubicBezTo>
                    <a:pt x="727" y="12693"/>
                    <a:pt x="4441" y="11883"/>
                    <a:pt x="4441" y="7657"/>
                  </a:cubicBezTo>
                  <a:cubicBezTo>
                    <a:pt x="4441" y="3430"/>
                    <a:pt x="631" y="1"/>
                    <a:pt x="0" y="1"/>
                  </a:cubicBez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29" name="Google Shape;452;p29"/>
            <p:cNvSpPr/>
            <p:nvPr/>
          </p:nvSpPr>
          <p:spPr>
            <a:xfrm>
              <a:off x="6792600" y="1285875"/>
              <a:ext cx="19675" cy="192900"/>
            </a:xfrm>
            <a:custGeom>
              <a:avLst/>
              <a:gdLst/>
              <a:ahLst/>
              <a:cxnLst/>
              <a:rect l="l" t="t" r="r" b="b"/>
              <a:pathLst>
                <a:path w="787" h="7716" extrusionOk="0">
                  <a:moveTo>
                    <a:pt x="393" y="0"/>
                  </a:moveTo>
                  <a:cubicBezTo>
                    <a:pt x="197" y="0"/>
                    <a:pt x="0" y="131"/>
                    <a:pt x="0" y="393"/>
                  </a:cubicBezTo>
                  <a:lnTo>
                    <a:pt x="0" y="7323"/>
                  </a:lnTo>
                  <a:cubicBezTo>
                    <a:pt x="0" y="7537"/>
                    <a:pt x="179" y="7716"/>
                    <a:pt x="393" y="7716"/>
                  </a:cubicBezTo>
                  <a:cubicBezTo>
                    <a:pt x="608" y="7716"/>
                    <a:pt x="786" y="7537"/>
                    <a:pt x="786" y="7323"/>
                  </a:cubicBezTo>
                  <a:lnTo>
                    <a:pt x="786" y="393"/>
                  </a:lnTo>
                  <a:cubicBezTo>
                    <a:pt x="786" y="131"/>
                    <a:pt x="590" y="0"/>
                    <a:pt x="393"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30" name="Google Shape;453;p29"/>
            <p:cNvSpPr/>
            <p:nvPr/>
          </p:nvSpPr>
          <p:spPr>
            <a:xfrm>
              <a:off x="6759550" y="1295700"/>
              <a:ext cx="42900" cy="48825"/>
            </a:xfrm>
            <a:custGeom>
              <a:avLst/>
              <a:gdLst/>
              <a:ahLst/>
              <a:cxnLst/>
              <a:rect l="l" t="t" r="r" b="b"/>
              <a:pathLst>
                <a:path w="1716" h="1953" extrusionOk="0">
                  <a:moveTo>
                    <a:pt x="1" y="0"/>
                  </a:moveTo>
                  <a:lnTo>
                    <a:pt x="1715" y="1953"/>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31" name="Google Shape;454;p29"/>
            <p:cNvSpPr/>
            <p:nvPr/>
          </p:nvSpPr>
          <p:spPr>
            <a:xfrm>
              <a:off x="6744850" y="1285400"/>
              <a:ext cx="70600" cy="69000"/>
            </a:xfrm>
            <a:custGeom>
              <a:avLst/>
              <a:gdLst/>
              <a:ahLst/>
              <a:cxnLst/>
              <a:rect l="l" t="t" r="r" b="b"/>
              <a:pathLst>
                <a:path w="2824" h="2760" extrusionOk="0">
                  <a:moveTo>
                    <a:pt x="571" y="1"/>
                  </a:moveTo>
                  <a:cubicBezTo>
                    <a:pt x="271" y="1"/>
                    <a:pt x="0" y="383"/>
                    <a:pt x="291" y="674"/>
                  </a:cubicBezTo>
                  <a:lnTo>
                    <a:pt x="2006" y="2627"/>
                  </a:lnTo>
                  <a:cubicBezTo>
                    <a:pt x="2071" y="2703"/>
                    <a:pt x="2166" y="2759"/>
                    <a:pt x="2273" y="2759"/>
                  </a:cubicBezTo>
                  <a:cubicBezTo>
                    <a:pt x="2283" y="2759"/>
                    <a:pt x="2293" y="2759"/>
                    <a:pt x="2303" y="2758"/>
                  </a:cubicBezTo>
                  <a:cubicBezTo>
                    <a:pt x="2308" y="2758"/>
                    <a:pt x="2313" y="2758"/>
                    <a:pt x="2318" y="2758"/>
                  </a:cubicBezTo>
                  <a:cubicBezTo>
                    <a:pt x="2642" y="2758"/>
                    <a:pt x="2824" y="2361"/>
                    <a:pt x="2601" y="2115"/>
                  </a:cubicBezTo>
                  <a:lnTo>
                    <a:pt x="875" y="162"/>
                  </a:lnTo>
                  <a:cubicBezTo>
                    <a:pt x="785" y="48"/>
                    <a:pt x="676" y="1"/>
                    <a:pt x="571"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12" name="Google Shape;455;p29"/>
            <p:cNvSpPr/>
            <p:nvPr/>
          </p:nvSpPr>
          <p:spPr>
            <a:xfrm>
              <a:off x="6802425" y="1295700"/>
              <a:ext cx="43175" cy="48825"/>
            </a:xfrm>
            <a:custGeom>
              <a:avLst/>
              <a:gdLst/>
              <a:ahLst/>
              <a:cxnLst/>
              <a:rect l="l" t="t" r="r" b="b"/>
              <a:pathLst>
                <a:path w="1727" h="1953" extrusionOk="0">
                  <a:moveTo>
                    <a:pt x="1727" y="0"/>
                  </a:moveTo>
                  <a:lnTo>
                    <a:pt x="0" y="1953"/>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13" name="Google Shape;456;p29"/>
            <p:cNvSpPr/>
            <p:nvPr/>
          </p:nvSpPr>
          <p:spPr>
            <a:xfrm>
              <a:off x="6789325" y="1285400"/>
              <a:ext cx="70700" cy="69000"/>
            </a:xfrm>
            <a:custGeom>
              <a:avLst/>
              <a:gdLst/>
              <a:ahLst/>
              <a:cxnLst/>
              <a:rect l="l" t="t" r="r" b="b"/>
              <a:pathLst>
                <a:path w="2828" h="2760" extrusionOk="0">
                  <a:moveTo>
                    <a:pt x="2252" y="1"/>
                  </a:moveTo>
                  <a:cubicBezTo>
                    <a:pt x="2147" y="1"/>
                    <a:pt x="2040" y="48"/>
                    <a:pt x="1953" y="162"/>
                  </a:cubicBezTo>
                  <a:lnTo>
                    <a:pt x="227" y="2115"/>
                  </a:lnTo>
                  <a:cubicBezTo>
                    <a:pt x="0" y="2365"/>
                    <a:pt x="191" y="2758"/>
                    <a:pt x="524" y="2758"/>
                  </a:cubicBezTo>
                  <a:cubicBezTo>
                    <a:pt x="535" y="2759"/>
                    <a:pt x="545" y="2759"/>
                    <a:pt x="555" y="2759"/>
                  </a:cubicBezTo>
                  <a:cubicBezTo>
                    <a:pt x="662" y="2759"/>
                    <a:pt x="757" y="2703"/>
                    <a:pt x="822" y="2627"/>
                  </a:cubicBezTo>
                  <a:lnTo>
                    <a:pt x="2536" y="674"/>
                  </a:lnTo>
                  <a:cubicBezTo>
                    <a:pt x="2827" y="383"/>
                    <a:pt x="2550" y="1"/>
                    <a:pt x="2252"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sp>
        <p:nvSpPr>
          <p:cNvPr id="514" name="Google Shape;457;p29"/>
          <p:cNvSpPr/>
          <p:nvPr/>
        </p:nvSpPr>
        <p:spPr>
          <a:xfrm>
            <a:off x="4172801" y="6201067"/>
            <a:ext cx="8099953" cy="128103"/>
          </a:xfrm>
          <a:custGeom>
            <a:avLst/>
            <a:gdLst/>
            <a:ahLst/>
            <a:cxnLst/>
            <a:rect l="l" t="t" r="r" b="b"/>
            <a:pathLst>
              <a:path w="145770" h="2775" extrusionOk="0">
                <a:moveTo>
                  <a:pt x="1" y="1"/>
                </a:moveTo>
                <a:lnTo>
                  <a:pt x="1" y="2775"/>
                </a:lnTo>
                <a:lnTo>
                  <a:pt x="145769" y="2775"/>
                </a:lnTo>
                <a:lnTo>
                  <a:pt x="145769"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solidFill>
                <a:schemeClr val="accent5"/>
              </a:solidFill>
            </a:endParaRPr>
          </a:p>
        </p:txBody>
      </p:sp>
      <p:sp>
        <p:nvSpPr>
          <p:cNvPr id="515" name="Google Shape;458;p29"/>
          <p:cNvSpPr/>
          <p:nvPr/>
        </p:nvSpPr>
        <p:spPr>
          <a:xfrm>
            <a:off x="0" y="5471337"/>
            <a:ext cx="5144360" cy="1386700"/>
          </a:xfrm>
          <a:custGeom>
            <a:avLst/>
            <a:gdLst/>
            <a:ahLst/>
            <a:cxnLst/>
            <a:rect l="l" t="t" r="r" b="b"/>
            <a:pathLst>
              <a:path w="102716" h="33636" extrusionOk="0">
                <a:moveTo>
                  <a:pt x="102716" y="33493"/>
                </a:moveTo>
                <a:cubicBezTo>
                  <a:pt x="102716" y="33493"/>
                  <a:pt x="93310" y="6549"/>
                  <a:pt x="67914" y="11645"/>
                </a:cubicBezTo>
                <a:cubicBezTo>
                  <a:pt x="25420" y="20158"/>
                  <a:pt x="42113" y="4763"/>
                  <a:pt x="0" y="1"/>
                </a:cubicBezTo>
                <a:lnTo>
                  <a:pt x="0" y="33433"/>
                </a:lnTo>
                <a:cubicBezTo>
                  <a:pt x="0" y="33540"/>
                  <a:pt x="84" y="33636"/>
                  <a:pt x="203" y="33636"/>
                </a:cubicBezTo>
                <a:lnTo>
                  <a:pt x="102513" y="33636"/>
                </a:lnTo>
                <a:cubicBezTo>
                  <a:pt x="102620" y="33636"/>
                  <a:pt x="102716" y="33540"/>
                  <a:pt x="102716" y="33433"/>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16" name="TextBox 515">
            <a:extLst>
              <a:ext uri="{FF2B5EF4-FFF2-40B4-BE49-F238E27FC236}">
                <a16:creationId xmlns:a16="http://schemas.microsoft.com/office/drawing/2014/main" id="{40CD0F25-56BB-5A39-0064-144234C80EF7}"/>
              </a:ext>
            </a:extLst>
          </p:cNvPr>
          <p:cNvSpPr txBox="1"/>
          <p:nvPr/>
        </p:nvSpPr>
        <p:spPr>
          <a:xfrm>
            <a:off x="769246" y="306924"/>
            <a:ext cx="3980025" cy="307777"/>
          </a:xfrm>
          <a:prstGeom prst="rect">
            <a:avLst/>
          </a:prstGeom>
          <a:noFill/>
        </p:spPr>
        <p:txBody>
          <a:bodyPr wrap="square">
            <a:spAutoFit/>
          </a:bodyPr>
          <a:lstStyle/>
          <a:p>
            <a:r>
              <a:rPr lang="en-MY" sz="1400" b="1">
                <a:latin typeface="Constantia"/>
              </a:rPr>
              <a:t>ADS</a:t>
            </a:r>
            <a:r>
              <a:rPr lang="en-MY" sz="1400" b="1">
                <a:latin typeface="Times New Roman"/>
              </a:rPr>
              <a:t>1001 - 2024 Semester 1</a:t>
            </a:r>
            <a:endParaRPr lang="en-AU" sz="1400" b="1"/>
          </a:p>
        </p:txBody>
      </p:sp>
    </p:spTree>
    <p:extLst>
      <p:ext uri="{BB962C8B-B14F-4D97-AF65-F5344CB8AC3E}">
        <p14:creationId xmlns:p14="http://schemas.microsoft.com/office/powerpoint/2010/main" val="910087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288" name="Rectangle 287">
            <a:extLst>
              <a:ext uri="{FF2B5EF4-FFF2-40B4-BE49-F238E27FC236}">
                <a16:creationId xmlns:a16="http://schemas.microsoft.com/office/drawing/2014/main" id="{BA7F8A5C-6517-FF51-0273-471D92DDD097}"/>
              </a:ext>
            </a:extLst>
          </p:cNvPr>
          <p:cNvSpPr/>
          <p:nvPr/>
        </p:nvSpPr>
        <p:spPr>
          <a:xfrm>
            <a:off x="379094" y="6146914"/>
            <a:ext cx="1881505" cy="400110"/>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7" name="TextBox 286">
            <a:extLst>
              <a:ext uri="{FF2B5EF4-FFF2-40B4-BE49-F238E27FC236}">
                <a16:creationId xmlns:a16="http://schemas.microsoft.com/office/drawing/2014/main" id="{6366F062-1596-1C8E-C828-EEA1E2B9B4D5}"/>
              </a:ext>
            </a:extLst>
          </p:cNvPr>
          <p:cNvSpPr txBox="1"/>
          <p:nvPr/>
        </p:nvSpPr>
        <p:spPr>
          <a:xfrm>
            <a:off x="917395" y="6135529"/>
            <a:ext cx="6878320" cy="400110"/>
          </a:xfrm>
          <a:prstGeom prst="rect">
            <a:avLst/>
          </a:prstGeom>
          <a:noFill/>
          <a:ln>
            <a:noFill/>
          </a:ln>
        </p:spPr>
        <p:txBody>
          <a:bodyPr wrap="square">
            <a:spAutoFit/>
          </a:bodyPr>
          <a:lstStyle/>
          <a:p>
            <a:r>
              <a:rPr lang="en-GB" sz="2000" b="1">
                <a:latin typeface="Univers Condensed"/>
              </a:rPr>
              <a:t>References</a:t>
            </a:r>
          </a:p>
        </p:txBody>
      </p:sp>
      <p:sp>
        <p:nvSpPr>
          <p:cNvPr id="4" name="Google Shape;962;p41">
            <a:extLst>
              <a:ext uri="{FF2B5EF4-FFF2-40B4-BE49-F238E27FC236}">
                <a16:creationId xmlns:a16="http://schemas.microsoft.com/office/drawing/2014/main" id="{72F3DF1A-FA2C-2469-B4B5-1387AD92C622}"/>
              </a:ext>
            </a:extLst>
          </p:cNvPr>
          <p:cNvSpPr txBox="1">
            <a:spLocks noGrp="1"/>
          </p:cNvSpPr>
          <p:nvPr>
            <p:ph type="title"/>
          </p:nvPr>
        </p:nvSpPr>
        <p:spPr>
          <a:xfrm>
            <a:off x="792970" y="16229"/>
            <a:ext cx="11072323" cy="77623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GB" sz="5400">
                <a:solidFill>
                  <a:schemeClr val="bg2">
                    <a:lumMod val="50000"/>
                  </a:schemeClr>
                </a:solidFill>
                <a:latin typeface="Bebas Neue"/>
              </a:rPr>
              <a:t>overview</a:t>
            </a:r>
          </a:p>
        </p:txBody>
      </p:sp>
      <p:sp>
        <p:nvSpPr>
          <p:cNvPr id="255" name="Rectangle 254">
            <a:extLst>
              <a:ext uri="{FF2B5EF4-FFF2-40B4-BE49-F238E27FC236}">
                <a16:creationId xmlns:a16="http://schemas.microsoft.com/office/drawing/2014/main" id="{F96AFB54-A017-34A7-D2E1-3E46718ED738}"/>
              </a:ext>
            </a:extLst>
          </p:cNvPr>
          <p:cNvSpPr/>
          <p:nvPr/>
        </p:nvSpPr>
        <p:spPr>
          <a:xfrm>
            <a:off x="0" y="1361440"/>
            <a:ext cx="2235200" cy="528320"/>
          </a:xfrm>
          <a:prstGeom prst="rect">
            <a:avLst/>
          </a:prstGeom>
          <a:solidFill>
            <a:srgbClr val="C00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1" name="Rectangle 260">
            <a:extLst>
              <a:ext uri="{FF2B5EF4-FFF2-40B4-BE49-F238E27FC236}">
                <a16:creationId xmlns:a16="http://schemas.microsoft.com/office/drawing/2014/main" id="{0FDA8375-4C15-23B6-31B8-7E874F9CAF70}"/>
              </a:ext>
            </a:extLst>
          </p:cNvPr>
          <p:cNvSpPr/>
          <p:nvPr/>
        </p:nvSpPr>
        <p:spPr>
          <a:xfrm>
            <a:off x="0" y="2016664"/>
            <a:ext cx="2235200" cy="528320"/>
          </a:xfrm>
          <a:prstGeom prst="rect">
            <a:avLst/>
          </a:prstGeom>
          <a:solidFill>
            <a:srgbClr val="FFC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2" name="Rectangle 261">
            <a:extLst>
              <a:ext uri="{FF2B5EF4-FFF2-40B4-BE49-F238E27FC236}">
                <a16:creationId xmlns:a16="http://schemas.microsoft.com/office/drawing/2014/main" id="{7F38F1B7-6215-6A45-7937-62FADEBB94C7}"/>
              </a:ext>
            </a:extLst>
          </p:cNvPr>
          <p:cNvSpPr/>
          <p:nvPr/>
        </p:nvSpPr>
        <p:spPr>
          <a:xfrm>
            <a:off x="0" y="2682866"/>
            <a:ext cx="2235200" cy="528320"/>
          </a:xfrm>
          <a:prstGeom prst="rect">
            <a:avLst/>
          </a:prstGeom>
          <a:solidFill>
            <a:srgbClr val="FFFF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3" name="Rectangle 262">
            <a:extLst>
              <a:ext uri="{FF2B5EF4-FFF2-40B4-BE49-F238E27FC236}">
                <a16:creationId xmlns:a16="http://schemas.microsoft.com/office/drawing/2014/main" id="{BFD3E4A5-6D4F-8744-B441-C7E3AEC64359}"/>
              </a:ext>
            </a:extLst>
          </p:cNvPr>
          <p:cNvSpPr/>
          <p:nvPr/>
        </p:nvSpPr>
        <p:spPr>
          <a:xfrm>
            <a:off x="0" y="3349068"/>
            <a:ext cx="2235200" cy="528320"/>
          </a:xfrm>
          <a:prstGeom prst="rect">
            <a:avLst/>
          </a:prstGeom>
          <a:solidFill>
            <a:srgbClr val="92D05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4" name="Rectangle 263">
            <a:extLst>
              <a:ext uri="{FF2B5EF4-FFF2-40B4-BE49-F238E27FC236}">
                <a16:creationId xmlns:a16="http://schemas.microsoft.com/office/drawing/2014/main" id="{D49B5F23-211B-2F77-1191-CEB9467833F2}"/>
              </a:ext>
            </a:extLst>
          </p:cNvPr>
          <p:cNvSpPr/>
          <p:nvPr/>
        </p:nvSpPr>
        <p:spPr>
          <a:xfrm>
            <a:off x="0" y="4015270"/>
            <a:ext cx="2235200" cy="528320"/>
          </a:xfrm>
          <a:prstGeom prst="rect">
            <a:avLst/>
          </a:prstGeom>
          <a:solidFill>
            <a:srgbClr val="0070C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5" name="Rectangle 264">
            <a:extLst>
              <a:ext uri="{FF2B5EF4-FFF2-40B4-BE49-F238E27FC236}">
                <a16:creationId xmlns:a16="http://schemas.microsoft.com/office/drawing/2014/main" id="{CF63AB26-5D48-4936-2A75-453F631D6184}"/>
              </a:ext>
            </a:extLst>
          </p:cNvPr>
          <p:cNvSpPr/>
          <p:nvPr/>
        </p:nvSpPr>
        <p:spPr>
          <a:xfrm>
            <a:off x="0" y="4681472"/>
            <a:ext cx="2235200" cy="528320"/>
          </a:xfrm>
          <a:prstGeom prst="rect">
            <a:avLst/>
          </a:prstGeom>
          <a:solidFill>
            <a:srgbClr val="00206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6" name="Rectangle 265">
            <a:extLst>
              <a:ext uri="{FF2B5EF4-FFF2-40B4-BE49-F238E27FC236}">
                <a16:creationId xmlns:a16="http://schemas.microsoft.com/office/drawing/2014/main" id="{5DDD9953-028D-AEA9-6F7F-612B09FB6E1C}"/>
              </a:ext>
            </a:extLst>
          </p:cNvPr>
          <p:cNvSpPr/>
          <p:nvPr/>
        </p:nvSpPr>
        <p:spPr>
          <a:xfrm>
            <a:off x="0" y="5439584"/>
            <a:ext cx="2235200" cy="528320"/>
          </a:xfrm>
          <a:prstGeom prst="rect">
            <a:avLst/>
          </a:prstGeom>
          <a:solidFill>
            <a:srgbClr val="7030A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4" name="Rectangle: Rounded Corners 253">
            <a:extLst>
              <a:ext uri="{FF2B5EF4-FFF2-40B4-BE49-F238E27FC236}">
                <a16:creationId xmlns:a16="http://schemas.microsoft.com/office/drawing/2014/main" id="{DC1FC88D-8429-5281-1D64-F9180008EE5C}"/>
              </a:ext>
            </a:extLst>
          </p:cNvPr>
          <p:cNvSpPr/>
          <p:nvPr/>
        </p:nvSpPr>
        <p:spPr>
          <a:xfrm>
            <a:off x="-465275" y="978186"/>
            <a:ext cx="1440000" cy="5788374"/>
          </a:xfrm>
          <a:prstGeom prst="roundRect">
            <a:avLst>
              <a:gd name="adj" fmla="val 15141"/>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0" name="TextBox 269">
            <a:extLst>
              <a:ext uri="{FF2B5EF4-FFF2-40B4-BE49-F238E27FC236}">
                <a16:creationId xmlns:a16="http://schemas.microsoft.com/office/drawing/2014/main" id="{11F46817-A508-8508-7483-1E104B7D55E7}"/>
              </a:ext>
            </a:extLst>
          </p:cNvPr>
          <p:cNvSpPr txBox="1"/>
          <p:nvPr/>
        </p:nvSpPr>
        <p:spPr>
          <a:xfrm>
            <a:off x="1928368" y="109476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1</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4" name="TextBox 273">
            <a:extLst>
              <a:ext uri="{FF2B5EF4-FFF2-40B4-BE49-F238E27FC236}">
                <a16:creationId xmlns:a16="http://schemas.microsoft.com/office/drawing/2014/main" id="{B96D11E9-8110-BAF3-E9DE-D6DACE433439}"/>
              </a:ext>
            </a:extLst>
          </p:cNvPr>
          <p:cNvSpPr txBox="1"/>
          <p:nvPr/>
        </p:nvSpPr>
        <p:spPr>
          <a:xfrm>
            <a:off x="1949450" y="1763660"/>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2</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5" name="TextBox 274">
            <a:extLst>
              <a:ext uri="{FF2B5EF4-FFF2-40B4-BE49-F238E27FC236}">
                <a16:creationId xmlns:a16="http://schemas.microsoft.com/office/drawing/2014/main" id="{87CC5273-E3FA-6BE6-8080-6FE757DE0730}"/>
              </a:ext>
            </a:extLst>
          </p:cNvPr>
          <p:cNvSpPr txBox="1"/>
          <p:nvPr/>
        </p:nvSpPr>
        <p:spPr>
          <a:xfrm>
            <a:off x="1928368" y="242977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3</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6" name="TextBox 275">
            <a:extLst>
              <a:ext uri="{FF2B5EF4-FFF2-40B4-BE49-F238E27FC236}">
                <a16:creationId xmlns:a16="http://schemas.microsoft.com/office/drawing/2014/main" id="{D2E2BE5F-C829-9B6D-64BD-2D8A74E69D93}"/>
              </a:ext>
            </a:extLst>
          </p:cNvPr>
          <p:cNvSpPr txBox="1"/>
          <p:nvPr/>
        </p:nvSpPr>
        <p:spPr>
          <a:xfrm>
            <a:off x="1928368" y="3103601"/>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4</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7" name="TextBox 276">
            <a:extLst>
              <a:ext uri="{FF2B5EF4-FFF2-40B4-BE49-F238E27FC236}">
                <a16:creationId xmlns:a16="http://schemas.microsoft.com/office/drawing/2014/main" id="{3D08F43D-BDF0-521F-D637-143709B30C70}"/>
              </a:ext>
            </a:extLst>
          </p:cNvPr>
          <p:cNvSpPr txBox="1"/>
          <p:nvPr/>
        </p:nvSpPr>
        <p:spPr>
          <a:xfrm>
            <a:off x="1928368" y="377249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5</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8" name="TextBox 277">
            <a:extLst>
              <a:ext uri="{FF2B5EF4-FFF2-40B4-BE49-F238E27FC236}">
                <a16:creationId xmlns:a16="http://schemas.microsoft.com/office/drawing/2014/main" id="{C417BB84-9C18-6B03-2B85-A70E76B42033}"/>
              </a:ext>
            </a:extLst>
          </p:cNvPr>
          <p:cNvSpPr txBox="1"/>
          <p:nvPr/>
        </p:nvSpPr>
        <p:spPr>
          <a:xfrm>
            <a:off x="1928368" y="446437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6</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9" name="TextBox 278">
            <a:extLst>
              <a:ext uri="{FF2B5EF4-FFF2-40B4-BE49-F238E27FC236}">
                <a16:creationId xmlns:a16="http://schemas.microsoft.com/office/drawing/2014/main" id="{0A7296AF-53ED-E45A-C765-02A5DB122934}"/>
              </a:ext>
            </a:extLst>
          </p:cNvPr>
          <p:cNvSpPr txBox="1"/>
          <p:nvPr/>
        </p:nvSpPr>
        <p:spPr>
          <a:xfrm>
            <a:off x="1949450" y="520923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7</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80" name="TextBox 279">
            <a:extLst>
              <a:ext uri="{FF2B5EF4-FFF2-40B4-BE49-F238E27FC236}">
                <a16:creationId xmlns:a16="http://schemas.microsoft.com/office/drawing/2014/main" id="{96995B90-E700-5ABA-B9A6-48B2754AA9D2}"/>
              </a:ext>
            </a:extLst>
          </p:cNvPr>
          <p:cNvSpPr txBox="1"/>
          <p:nvPr/>
        </p:nvSpPr>
        <p:spPr>
          <a:xfrm>
            <a:off x="2656840" y="1302434"/>
            <a:ext cx="6878320" cy="646331"/>
          </a:xfrm>
          <a:prstGeom prst="rect">
            <a:avLst/>
          </a:prstGeom>
          <a:noFill/>
          <a:ln>
            <a:noFill/>
          </a:ln>
        </p:spPr>
        <p:txBody>
          <a:bodyPr wrap="square">
            <a:spAutoFit/>
          </a:bodyPr>
          <a:lstStyle/>
          <a:p>
            <a:r>
              <a:rPr lang="en-GB" sz="3600" b="1">
                <a:latin typeface="Univers Condensed"/>
              </a:rPr>
              <a:t>Background</a:t>
            </a:r>
            <a:endParaRPr lang="en-AU" sz="3600" b="1"/>
          </a:p>
        </p:txBody>
      </p:sp>
      <p:sp>
        <p:nvSpPr>
          <p:cNvPr id="281" name="TextBox 280">
            <a:extLst>
              <a:ext uri="{FF2B5EF4-FFF2-40B4-BE49-F238E27FC236}">
                <a16:creationId xmlns:a16="http://schemas.microsoft.com/office/drawing/2014/main" id="{9C2A5057-DBEB-1A58-FF5A-1EE75BAB451A}"/>
              </a:ext>
            </a:extLst>
          </p:cNvPr>
          <p:cNvSpPr txBox="1"/>
          <p:nvPr/>
        </p:nvSpPr>
        <p:spPr>
          <a:xfrm>
            <a:off x="2677922" y="1924319"/>
            <a:ext cx="6878319" cy="646331"/>
          </a:xfrm>
          <a:prstGeom prst="rect">
            <a:avLst/>
          </a:prstGeom>
          <a:noFill/>
          <a:ln>
            <a:noFill/>
          </a:ln>
        </p:spPr>
        <p:txBody>
          <a:bodyPr wrap="square">
            <a:spAutoFit/>
          </a:bodyPr>
          <a:lstStyle/>
          <a:p>
            <a:r>
              <a:rPr lang="en-GB" sz="3600" b="1">
                <a:latin typeface="Univers Condensed"/>
              </a:rPr>
              <a:t>Research questions</a:t>
            </a:r>
            <a:endParaRPr lang="en-AU" sz="3600" b="1"/>
          </a:p>
        </p:txBody>
      </p:sp>
      <p:sp>
        <p:nvSpPr>
          <p:cNvPr id="282" name="TextBox 281">
            <a:extLst>
              <a:ext uri="{FF2B5EF4-FFF2-40B4-BE49-F238E27FC236}">
                <a16:creationId xmlns:a16="http://schemas.microsoft.com/office/drawing/2014/main" id="{2724724F-E306-8C47-A497-550147B29830}"/>
              </a:ext>
            </a:extLst>
          </p:cNvPr>
          <p:cNvSpPr txBox="1"/>
          <p:nvPr/>
        </p:nvSpPr>
        <p:spPr>
          <a:xfrm>
            <a:off x="2677921" y="2668163"/>
            <a:ext cx="6878320" cy="646331"/>
          </a:xfrm>
          <a:prstGeom prst="rect">
            <a:avLst/>
          </a:prstGeom>
          <a:noFill/>
          <a:ln>
            <a:noFill/>
          </a:ln>
        </p:spPr>
        <p:txBody>
          <a:bodyPr wrap="square">
            <a:spAutoFit/>
          </a:bodyPr>
          <a:lstStyle/>
          <a:p>
            <a:r>
              <a:rPr lang="en-GB" sz="3600" b="1">
                <a:latin typeface="Univers Condensed"/>
              </a:rPr>
              <a:t>Data pre-processing</a:t>
            </a:r>
          </a:p>
        </p:txBody>
      </p:sp>
      <p:sp>
        <p:nvSpPr>
          <p:cNvPr id="283" name="TextBox 282">
            <a:extLst>
              <a:ext uri="{FF2B5EF4-FFF2-40B4-BE49-F238E27FC236}">
                <a16:creationId xmlns:a16="http://schemas.microsoft.com/office/drawing/2014/main" id="{2EDC6EDD-704F-DE4B-7ACA-9183014412D4}"/>
              </a:ext>
            </a:extLst>
          </p:cNvPr>
          <p:cNvSpPr txBox="1"/>
          <p:nvPr/>
        </p:nvSpPr>
        <p:spPr>
          <a:xfrm>
            <a:off x="2656840" y="3338218"/>
            <a:ext cx="6878320" cy="646331"/>
          </a:xfrm>
          <a:prstGeom prst="rect">
            <a:avLst/>
          </a:prstGeom>
          <a:noFill/>
          <a:ln>
            <a:noFill/>
          </a:ln>
        </p:spPr>
        <p:txBody>
          <a:bodyPr wrap="square">
            <a:spAutoFit/>
          </a:bodyPr>
          <a:lstStyle/>
          <a:p>
            <a:r>
              <a:rPr lang="en-GB" sz="3600" b="1">
                <a:latin typeface="Univers Condensed"/>
              </a:rPr>
              <a:t>Exploratory Data Analysis</a:t>
            </a:r>
          </a:p>
        </p:txBody>
      </p:sp>
      <p:sp>
        <p:nvSpPr>
          <p:cNvPr id="284" name="TextBox 283">
            <a:extLst>
              <a:ext uri="{FF2B5EF4-FFF2-40B4-BE49-F238E27FC236}">
                <a16:creationId xmlns:a16="http://schemas.microsoft.com/office/drawing/2014/main" id="{01DD0F52-0C73-9181-AADA-746B0F4EB196}"/>
              </a:ext>
            </a:extLst>
          </p:cNvPr>
          <p:cNvSpPr txBox="1"/>
          <p:nvPr/>
        </p:nvSpPr>
        <p:spPr>
          <a:xfrm>
            <a:off x="2656840" y="4064728"/>
            <a:ext cx="6878320" cy="646331"/>
          </a:xfrm>
          <a:prstGeom prst="rect">
            <a:avLst/>
          </a:prstGeom>
          <a:noFill/>
          <a:ln>
            <a:noFill/>
          </a:ln>
        </p:spPr>
        <p:txBody>
          <a:bodyPr wrap="square">
            <a:spAutoFit/>
          </a:bodyPr>
          <a:lstStyle/>
          <a:p>
            <a:r>
              <a:rPr lang="en-GB" sz="3600" b="1">
                <a:latin typeface="Univers Condensed"/>
              </a:rPr>
              <a:t>Evaluation &amp; Modelling</a:t>
            </a:r>
          </a:p>
        </p:txBody>
      </p:sp>
      <p:sp>
        <p:nvSpPr>
          <p:cNvPr id="285" name="TextBox 284">
            <a:extLst>
              <a:ext uri="{FF2B5EF4-FFF2-40B4-BE49-F238E27FC236}">
                <a16:creationId xmlns:a16="http://schemas.microsoft.com/office/drawing/2014/main" id="{3E5235F2-7ADD-81EF-E9BA-739B20980FAF}"/>
              </a:ext>
            </a:extLst>
          </p:cNvPr>
          <p:cNvSpPr txBox="1"/>
          <p:nvPr/>
        </p:nvSpPr>
        <p:spPr>
          <a:xfrm>
            <a:off x="2677921" y="4769587"/>
            <a:ext cx="6878320" cy="646331"/>
          </a:xfrm>
          <a:prstGeom prst="rect">
            <a:avLst/>
          </a:prstGeom>
          <a:noFill/>
          <a:ln>
            <a:noFill/>
          </a:ln>
        </p:spPr>
        <p:txBody>
          <a:bodyPr wrap="square">
            <a:spAutoFit/>
          </a:bodyPr>
          <a:lstStyle/>
          <a:p>
            <a:r>
              <a:rPr lang="en-GB" sz="3600" b="1">
                <a:latin typeface="Univers Condensed"/>
              </a:rPr>
              <a:t>Discussion</a:t>
            </a:r>
          </a:p>
        </p:txBody>
      </p:sp>
      <p:sp>
        <p:nvSpPr>
          <p:cNvPr id="286" name="TextBox 285">
            <a:extLst>
              <a:ext uri="{FF2B5EF4-FFF2-40B4-BE49-F238E27FC236}">
                <a16:creationId xmlns:a16="http://schemas.microsoft.com/office/drawing/2014/main" id="{1BA364F2-C6F6-E5FF-03E2-A1BA1114CD74}"/>
              </a:ext>
            </a:extLst>
          </p:cNvPr>
          <p:cNvSpPr txBox="1"/>
          <p:nvPr/>
        </p:nvSpPr>
        <p:spPr>
          <a:xfrm>
            <a:off x="2700475" y="5445067"/>
            <a:ext cx="6878320" cy="646331"/>
          </a:xfrm>
          <a:prstGeom prst="rect">
            <a:avLst/>
          </a:prstGeom>
          <a:noFill/>
          <a:ln>
            <a:noFill/>
          </a:ln>
        </p:spPr>
        <p:txBody>
          <a:bodyPr wrap="square">
            <a:spAutoFit/>
          </a:bodyPr>
          <a:lstStyle/>
          <a:p>
            <a:r>
              <a:rPr lang="en-GB" sz="3600" b="1">
                <a:latin typeface="Univers Condensed"/>
              </a:rPr>
              <a:t>Conclusion</a:t>
            </a:r>
          </a:p>
        </p:txBody>
      </p:sp>
      <p:cxnSp>
        <p:nvCxnSpPr>
          <p:cNvPr id="289" name="Straight Connector 288">
            <a:extLst>
              <a:ext uri="{FF2B5EF4-FFF2-40B4-BE49-F238E27FC236}">
                <a16:creationId xmlns:a16="http://schemas.microsoft.com/office/drawing/2014/main" id="{04AE62F4-81D0-A443-D01D-6E9EB4B7D1DF}"/>
              </a:ext>
            </a:extLst>
          </p:cNvPr>
          <p:cNvCxnSpPr>
            <a:cxnSpLocks/>
          </p:cNvCxnSpPr>
          <p:nvPr/>
        </p:nvCxnSpPr>
        <p:spPr>
          <a:xfrm>
            <a:off x="7859210" y="1302434"/>
            <a:ext cx="0" cy="4473663"/>
          </a:xfrm>
          <a:prstGeom prst="line">
            <a:avLst/>
          </a:prstGeom>
        </p:spPr>
        <p:style>
          <a:lnRef idx="1">
            <a:schemeClr val="accent1"/>
          </a:lnRef>
          <a:fillRef idx="0">
            <a:schemeClr val="accent1"/>
          </a:fillRef>
          <a:effectRef idx="0">
            <a:schemeClr val="accent1"/>
          </a:effectRef>
          <a:fontRef idx="minor">
            <a:schemeClr val="tx1"/>
          </a:fontRef>
        </p:style>
      </p:cxnSp>
      <p:sp>
        <p:nvSpPr>
          <p:cNvPr id="290" name="Rectangle 289">
            <a:extLst>
              <a:ext uri="{FF2B5EF4-FFF2-40B4-BE49-F238E27FC236}">
                <a16:creationId xmlns:a16="http://schemas.microsoft.com/office/drawing/2014/main" id="{AA3B7118-3EC6-0B91-BD5D-3E88003160A6}"/>
              </a:ext>
            </a:extLst>
          </p:cNvPr>
          <p:cNvSpPr/>
          <p:nvPr/>
        </p:nvSpPr>
        <p:spPr>
          <a:xfrm>
            <a:off x="7835901" y="1302435"/>
            <a:ext cx="56510" cy="11191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751577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11" name="Rectangle 10">
            <a:extLst>
              <a:ext uri="{FF2B5EF4-FFF2-40B4-BE49-F238E27FC236}">
                <a16:creationId xmlns:a16="http://schemas.microsoft.com/office/drawing/2014/main" id="{E67628D3-7A38-2C4A-87A8-0502E9749F34}"/>
              </a:ext>
            </a:extLst>
          </p:cNvPr>
          <p:cNvSpPr/>
          <p:nvPr/>
        </p:nvSpPr>
        <p:spPr>
          <a:xfrm>
            <a:off x="-515638" y="6146914"/>
            <a:ext cx="1881505" cy="400110"/>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Google Shape;962;p41">
            <a:extLst>
              <a:ext uri="{FF2B5EF4-FFF2-40B4-BE49-F238E27FC236}">
                <a16:creationId xmlns:a16="http://schemas.microsoft.com/office/drawing/2014/main" id="{72F3DF1A-FA2C-2469-B4B5-1387AD92C622}"/>
              </a:ext>
            </a:extLst>
          </p:cNvPr>
          <p:cNvSpPr txBox="1">
            <a:spLocks noGrp="1"/>
          </p:cNvSpPr>
          <p:nvPr>
            <p:ph type="title"/>
          </p:nvPr>
        </p:nvSpPr>
        <p:spPr>
          <a:xfrm>
            <a:off x="792970" y="16229"/>
            <a:ext cx="11072323" cy="77623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GB" sz="5400">
                <a:solidFill>
                  <a:schemeClr val="bg2">
                    <a:lumMod val="50000"/>
                  </a:schemeClr>
                </a:solidFill>
                <a:latin typeface="Bebas Neue"/>
              </a:rPr>
              <a:t>overview</a:t>
            </a:r>
          </a:p>
        </p:txBody>
      </p:sp>
      <p:sp>
        <p:nvSpPr>
          <p:cNvPr id="255" name="Rectangle 254">
            <a:extLst>
              <a:ext uri="{FF2B5EF4-FFF2-40B4-BE49-F238E27FC236}">
                <a16:creationId xmlns:a16="http://schemas.microsoft.com/office/drawing/2014/main" id="{F96AFB54-A017-34A7-D2E1-3E46718ED738}"/>
              </a:ext>
            </a:extLst>
          </p:cNvPr>
          <p:cNvSpPr/>
          <p:nvPr/>
        </p:nvSpPr>
        <p:spPr>
          <a:xfrm>
            <a:off x="856532" y="1361440"/>
            <a:ext cx="2235200" cy="528320"/>
          </a:xfrm>
          <a:prstGeom prst="rect">
            <a:avLst/>
          </a:prstGeom>
          <a:solidFill>
            <a:srgbClr val="C00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1" name="Rectangle 260">
            <a:extLst>
              <a:ext uri="{FF2B5EF4-FFF2-40B4-BE49-F238E27FC236}">
                <a16:creationId xmlns:a16="http://schemas.microsoft.com/office/drawing/2014/main" id="{0FDA8375-4C15-23B6-31B8-7E874F9CAF70}"/>
              </a:ext>
            </a:extLst>
          </p:cNvPr>
          <p:cNvSpPr/>
          <p:nvPr/>
        </p:nvSpPr>
        <p:spPr>
          <a:xfrm>
            <a:off x="0" y="2016664"/>
            <a:ext cx="2235200" cy="528320"/>
          </a:xfrm>
          <a:prstGeom prst="rect">
            <a:avLst/>
          </a:prstGeom>
          <a:solidFill>
            <a:srgbClr val="FFC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2" name="Rectangle 261">
            <a:extLst>
              <a:ext uri="{FF2B5EF4-FFF2-40B4-BE49-F238E27FC236}">
                <a16:creationId xmlns:a16="http://schemas.microsoft.com/office/drawing/2014/main" id="{7F38F1B7-6215-6A45-7937-62FADEBB94C7}"/>
              </a:ext>
            </a:extLst>
          </p:cNvPr>
          <p:cNvSpPr/>
          <p:nvPr/>
        </p:nvSpPr>
        <p:spPr>
          <a:xfrm>
            <a:off x="0" y="2682866"/>
            <a:ext cx="2235200" cy="528320"/>
          </a:xfrm>
          <a:prstGeom prst="rect">
            <a:avLst/>
          </a:prstGeom>
          <a:solidFill>
            <a:srgbClr val="FFFF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3" name="Rectangle 262">
            <a:extLst>
              <a:ext uri="{FF2B5EF4-FFF2-40B4-BE49-F238E27FC236}">
                <a16:creationId xmlns:a16="http://schemas.microsoft.com/office/drawing/2014/main" id="{BFD3E4A5-6D4F-8744-B441-C7E3AEC64359}"/>
              </a:ext>
            </a:extLst>
          </p:cNvPr>
          <p:cNvSpPr/>
          <p:nvPr/>
        </p:nvSpPr>
        <p:spPr>
          <a:xfrm>
            <a:off x="0" y="3349068"/>
            <a:ext cx="2235200" cy="528320"/>
          </a:xfrm>
          <a:prstGeom prst="rect">
            <a:avLst/>
          </a:prstGeom>
          <a:solidFill>
            <a:srgbClr val="92D05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4" name="Rectangle 263">
            <a:extLst>
              <a:ext uri="{FF2B5EF4-FFF2-40B4-BE49-F238E27FC236}">
                <a16:creationId xmlns:a16="http://schemas.microsoft.com/office/drawing/2014/main" id="{D49B5F23-211B-2F77-1191-CEB9467833F2}"/>
              </a:ext>
            </a:extLst>
          </p:cNvPr>
          <p:cNvSpPr/>
          <p:nvPr/>
        </p:nvSpPr>
        <p:spPr>
          <a:xfrm>
            <a:off x="0" y="4015270"/>
            <a:ext cx="2235200" cy="528320"/>
          </a:xfrm>
          <a:prstGeom prst="rect">
            <a:avLst/>
          </a:prstGeom>
          <a:solidFill>
            <a:srgbClr val="0070C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5" name="Rectangle 264">
            <a:extLst>
              <a:ext uri="{FF2B5EF4-FFF2-40B4-BE49-F238E27FC236}">
                <a16:creationId xmlns:a16="http://schemas.microsoft.com/office/drawing/2014/main" id="{CF63AB26-5D48-4936-2A75-453F631D6184}"/>
              </a:ext>
            </a:extLst>
          </p:cNvPr>
          <p:cNvSpPr/>
          <p:nvPr/>
        </p:nvSpPr>
        <p:spPr>
          <a:xfrm>
            <a:off x="0" y="4681472"/>
            <a:ext cx="2235200" cy="528320"/>
          </a:xfrm>
          <a:prstGeom prst="rect">
            <a:avLst/>
          </a:prstGeom>
          <a:solidFill>
            <a:srgbClr val="00206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6" name="Rectangle 265">
            <a:extLst>
              <a:ext uri="{FF2B5EF4-FFF2-40B4-BE49-F238E27FC236}">
                <a16:creationId xmlns:a16="http://schemas.microsoft.com/office/drawing/2014/main" id="{5DDD9953-028D-AEA9-6F7F-612B09FB6E1C}"/>
              </a:ext>
            </a:extLst>
          </p:cNvPr>
          <p:cNvSpPr/>
          <p:nvPr/>
        </p:nvSpPr>
        <p:spPr>
          <a:xfrm>
            <a:off x="0" y="5439584"/>
            <a:ext cx="2235200" cy="528320"/>
          </a:xfrm>
          <a:prstGeom prst="rect">
            <a:avLst/>
          </a:prstGeom>
          <a:solidFill>
            <a:srgbClr val="7030A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4" name="Rectangle: Rounded Corners 253">
            <a:extLst>
              <a:ext uri="{FF2B5EF4-FFF2-40B4-BE49-F238E27FC236}">
                <a16:creationId xmlns:a16="http://schemas.microsoft.com/office/drawing/2014/main" id="{DC1FC88D-8429-5281-1D64-F9180008EE5C}"/>
              </a:ext>
            </a:extLst>
          </p:cNvPr>
          <p:cNvSpPr/>
          <p:nvPr/>
        </p:nvSpPr>
        <p:spPr>
          <a:xfrm>
            <a:off x="-465275" y="978186"/>
            <a:ext cx="1440000" cy="5788374"/>
          </a:xfrm>
          <a:prstGeom prst="roundRect">
            <a:avLst>
              <a:gd name="adj" fmla="val 15141"/>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0" name="TextBox 269">
            <a:extLst>
              <a:ext uri="{FF2B5EF4-FFF2-40B4-BE49-F238E27FC236}">
                <a16:creationId xmlns:a16="http://schemas.microsoft.com/office/drawing/2014/main" id="{11F46817-A508-8508-7483-1E104B7D55E7}"/>
              </a:ext>
            </a:extLst>
          </p:cNvPr>
          <p:cNvSpPr txBox="1"/>
          <p:nvPr/>
        </p:nvSpPr>
        <p:spPr>
          <a:xfrm>
            <a:off x="2784900" y="109476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1</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4" name="TextBox 273">
            <a:extLst>
              <a:ext uri="{FF2B5EF4-FFF2-40B4-BE49-F238E27FC236}">
                <a16:creationId xmlns:a16="http://schemas.microsoft.com/office/drawing/2014/main" id="{B96D11E9-8110-BAF3-E9DE-D6DACE433439}"/>
              </a:ext>
            </a:extLst>
          </p:cNvPr>
          <p:cNvSpPr txBox="1"/>
          <p:nvPr/>
        </p:nvSpPr>
        <p:spPr>
          <a:xfrm>
            <a:off x="1949450" y="1763660"/>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2</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5" name="TextBox 274">
            <a:extLst>
              <a:ext uri="{FF2B5EF4-FFF2-40B4-BE49-F238E27FC236}">
                <a16:creationId xmlns:a16="http://schemas.microsoft.com/office/drawing/2014/main" id="{87CC5273-E3FA-6BE6-8080-6FE757DE0730}"/>
              </a:ext>
            </a:extLst>
          </p:cNvPr>
          <p:cNvSpPr txBox="1"/>
          <p:nvPr/>
        </p:nvSpPr>
        <p:spPr>
          <a:xfrm>
            <a:off x="1928368" y="242977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3</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6" name="TextBox 275">
            <a:extLst>
              <a:ext uri="{FF2B5EF4-FFF2-40B4-BE49-F238E27FC236}">
                <a16:creationId xmlns:a16="http://schemas.microsoft.com/office/drawing/2014/main" id="{D2E2BE5F-C829-9B6D-64BD-2D8A74E69D93}"/>
              </a:ext>
            </a:extLst>
          </p:cNvPr>
          <p:cNvSpPr txBox="1"/>
          <p:nvPr/>
        </p:nvSpPr>
        <p:spPr>
          <a:xfrm>
            <a:off x="1928368" y="3103601"/>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4</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7" name="TextBox 276">
            <a:extLst>
              <a:ext uri="{FF2B5EF4-FFF2-40B4-BE49-F238E27FC236}">
                <a16:creationId xmlns:a16="http://schemas.microsoft.com/office/drawing/2014/main" id="{3D08F43D-BDF0-521F-D637-143709B30C70}"/>
              </a:ext>
            </a:extLst>
          </p:cNvPr>
          <p:cNvSpPr txBox="1"/>
          <p:nvPr/>
        </p:nvSpPr>
        <p:spPr>
          <a:xfrm>
            <a:off x="1928368" y="377249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5</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8" name="TextBox 277">
            <a:extLst>
              <a:ext uri="{FF2B5EF4-FFF2-40B4-BE49-F238E27FC236}">
                <a16:creationId xmlns:a16="http://schemas.microsoft.com/office/drawing/2014/main" id="{C417BB84-9C18-6B03-2B85-A70E76B42033}"/>
              </a:ext>
            </a:extLst>
          </p:cNvPr>
          <p:cNvSpPr txBox="1"/>
          <p:nvPr/>
        </p:nvSpPr>
        <p:spPr>
          <a:xfrm>
            <a:off x="1928368" y="446437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6</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9" name="TextBox 278">
            <a:extLst>
              <a:ext uri="{FF2B5EF4-FFF2-40B4-BE49-F238E27FC236}">
                <a16:creationId xmlns:a16="http://schemas.microsoft.com/office/drawing/2014/main" id="{0A7296AF-53ED-E45A-C765-02A5DB122934}"/>
              </a:ext>
            </a:extLst>
          </p:cNvPr>
          <p:cNvSpPr txBox="1"/>
          <p:nvPr/>
        </p:nvSpPr>
        <p:spPr>
          <a:xfrm>
            <a:off x="1949450" y="520923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7</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80" name="TextBox 279">
            <a:extLst>
              <a:ext uri="{FF2B5EF4-FFF2-40B4-BE49-F238E27FC236}">
                <a16:creationId xmlns:a16="http://schemas.microsoft.com/office/drawing/2014/main" id="{96995B90-E700-5ABA-B9A6-48B2754AA9D2}"/>
              </a:ext>
            </a:extLst>
          </p:cNvPr>
          <p:cNvSpPr txBox="1"/>
          <p:nvPr/>
        </p:nvSpPr>
        <p:spPr>
          <a:xfrm>
            <a:off x="3513372" y="1302434"/>
            <a:ext cx="6878320" cy="646331"/>
          </a:xfrm>
          <a:prstGeom prst="rect">
            <a:avLst/>
          </a:prstGeom>
          <a:noFill/>
          <a:ln>
            <a:noFill/>
          </a:ln>
        </p:spPr>
        <p:txBody>
          <a:bodyPr wrap="square">
            <a:spAutoFit/>
          </a:bodyPr>
          <a:lstStyle/>
          <a:p>
            <a:r>
              <a:rPr lang="en-GB" sz="3600" b="1">
                <a:latin typeface="Univers Condensed"/>
              </a:rPr>
              <a:t>Background</a:t>
            </a:r>
            <a:endParaRPr lang="en-AU" sz="3600" b="1"/>
          </a:p>
        </p:txBody>
      </p:sp>
      <p:sp>
        <p:nvSpPr>
          <p:cNvPr id="281" name="TextBox 280">
            <a:extLst>
              <a:ext uri="{FF2B5EF4-FFF2-40B4-BE49-F238E27FC236}">
                <a16:creationId xmlns:a16="http://schemas.microsoft.com/office/drawing/2014/main" id="{9C2A5057-DBEB-1A58-FF5A-1EE75BAB451A}"/>
              </a:ext>
            </a:extLst>
          </p:cNvPr>
          <p:cNvSpPr txBox="1"/>
          <p:nvPr/>
        </p:nvSpPr>
        <p:spPr>
          <a:xfrm>
            <a:off x="2677922" y="1924319"/>
            <a:ext cx="6878319" cy="646331"/>
          </a:xfrm>
          <a:prstGeom prst="rect">
            <a:avLst/>
          </a:prstGeom>
          <a:noFill/>
          <a:ln>
            <a:noFill/>
          </a:ln>
        </p:spPr>
        <p:txBody>
          <a:bodyPr wrap="square">
            <a:spAutoFit/>
          </a:bodyPr>
          <a:lstStyle/>
          <a:p>
            <a:r>
              <a:rPr lang="en-GB" sz="3600" b="1">
                <a:latin typeface="Univers Condensed"/>
              </a:rPr>
              <a:t>Research questions</a:t>
            </a:r>
            <a:endParaRPr lang="en-AU" sz="3600" b="1"/>
          </a:p>
        </p:txBody>
      </p:sp>
      <p:sp>
        <p:nvSpPr>
          <p:cNvPr id="282" name="TextBox 281">
            <a:extLst>
              <a:ext uri="{FF2B5EF4-FFF2-40B4-BE49-F238E27FC236}">
                <a16:creationId xmlns:a16="http://schemas.microsoft.com/office/drawing/2014/main" id="{2724724F-E306-8C47-A497-550147B29830}"/>
              </a:ext>
            </a:extLst>
          </p:cNvPr>
          <p:cNvSpPr txBox="1"/>
          <p:nvPr/>
        </p:nvSpPr>
        <p:spPr>
          <a:xfrm>
            <a:off x="2677921" y="2668163"/>
            <a:ext cx="6878320" cy="646331"/>
          </a:xfrm>
          <a:prstGeom prst="rect">
            <a:avLst/>
          </a:prstGeom>
          <a:noFill/>
          <a:ln>
            <a:noFill/>
          </a:ln>
        </p:spPr>
        <p:txBody>
          <a:bodyPr wrap="square">
            <a:spAutoFit/>
          </a:bodyPr>
          <a:lstStyle/>
          <a:p>
            <a:r>
              <a:rPr lang="en-GB" sz="3600" b="1">
                <a:latin typeface="Univers Condensed"/>
              </a:rPr>
              <a:t>Data pre-processing</a:t>
            </a:r>
          </a:p>
        </p:txBody>
      </p:sp>
      <p:sp>
        <p:nvSpPr>
          <p:cNvPr id="283" name="TextBox 282">
            <a:extLst>
              <a:ext uri="{FF2B5EF4-FFF2-40B4-BE49-F238E27FC236}">
                <a16:creationId xmlns:a16="http://schemas.microsoft.com/office/drawing/2014/main" id="{2EDC6EDD-704F-DE4B-7ACA-9183014412D4}"/>
              </a:ext>
            </a:extLst>
          </p:cNvPr>
          <p:cNvSpPr txBox="1"/>
          <p:nvPr/>
        </p:nvSpPr>
        <p:spPr>
          <a:xfrm>
            <a:off x="2656840" y="3338218"/>
            <a:ext cx="6878320" cy="646331"/>
          </a:xfrm>
          <a:prstGeom prst="rect">
            <a:avLst/>
          </a:prstGeom>
          <a:noFill/>
          <a:ln>
            <a:noFill/>
          </a:ln>
        </p:spPr>
        <p:txBody>
          <a:bodyPr wrap="square">
            <a:spAutoFit/>
          </a:bodyPr>
          <a:lstStyle/>
          <a:p>
            <a:r>
              <a:rPr lang="en-GB" sz="3600" b="1">
                <a:latin typeface="Univers Condensed"/>
              </a:rPr>
              <a:t>Exploratory Data Analysis</a:t>
            </a:r>
          </a:p>
        </p:txBody>
      </p:sp>
      <p:sp>
        <p:nvSpPr>
          <p:cNvPr id="284" name="TextBox 283">
            <a:extLst>
              <a:ext uri="{FF2B5EF4-FFF2-40B4-BE49-F238E27FC236}">
                <a16:creationId xmlns:a16="http://schemas.microsoft.com/office/drawing/2014/main" id="{01DD0F52-0C73-9181-AADA-746B0F4EB196}"/>
              </a:ext>
            </a:extLst>
          </p:cNvPr>
          <p:cNvSpPr txBox="1"/>
          <p:nvPr/>
        </p:nvSpPr>
        <p:spPr>
          <a:xfrm>
            <a:off x="2656840" y="4064728"/>
            <a:ext cx="6878320" cy="646331"/>
          </a:xfrm>
          <a:prstGeom prst="rect">
            <a:avLst/>
          </a:prstGeom>
          <a:noFill/>
          <a:ln>
            <a:noFill/>
          </a:ln>
        </p:spPr>
        <p:txBody>
          <a:bodyPr wrap="square">
            <a:spAutoFit/>
          </a:bodyPr>
          <a:lstStyle/>
          <a:p>
            <a:r>
              <a:rPr lang="en-GB" sz="3600" b="1">
                <a:latin typeface="Univers Condensed"/>
              </a:rPr>
              <a:t>Evaluation &amp; Modelling</a:t>
            </a:r>
          </a:p>
        </p:txBody>
      </p:sp>
      <p:sp>
        <p:nvSpPr>
          <p:cNvPr id="285" name="TextBox 284">
            <a:extLst>
              <a:ext uri="{FF2B5EF4-FFF2-40B4-BE49-F238E27FC236}">
                <a16:creationId xmlns:a16="http://schemas.microsoft.com/office/drawing/2014/main" id="{3E5235F2-7ADD-81EF-E9BA-739B20980FAF}"/>
              </a:ext>
            </a:extLst>
          </p:cNvPr>
          <p:cNvSpPr txBox="1"/>
          <p:nvPr/>
        </p:nvSpPr>
        <p:spPr>
          <a:xfrm>
            <a:off x="2677921" y="4769587"/>
            <a:ext cx="6878320" cy="646331"/>
          </a:xfrm>
          <a:prstGeom prst="rect">
            <a:avLst/>
          </a:prstGeom>
          <a:noFill/>
          <a:ln>
            <a:noFill/>
          </a:ln>
        </p:spPr>
        <p:txBody>
          <a:bodyPr wrap="square">
            <a:spAutoFit/>
          </a:bodyPr>
          <a:lstStyle/>
          <a:p>
            <a:r>
              <a:rPr lang="en-GB" sz="3600" b="1">
                <a:latin typeface="Univers Condensed"/>
              </a:rPr>
              <a:t>Discussion</a:t>
            </a:r>
          </a:p>
        </p:txBody>
      </p:sp>
      <p:sp>
        <p:nvSpPr>
          <p:cNvPr id="286" name="TextBox 285">
            <a:extLst>
              <a:ext uri="{FF2B5EF4-FFF2-40B4-BE49-F238E27FC236}">
                <a16:creationId xmlns:a16="http://schemas.microsoft.com/office/drawing/2014/main" id="{1BA364F2-C6F6-E5FF-03E2-A1BA1114CD74}"/>
              </a:ext>
            </a:extLst>
          </p:cNvPr>
          <p:cNvSpPr txBox="1"/>
          <p:nvPr/>
        </p:nvSpPr>
        <p:spPr>
          <a:xfrm>
            <a:off x="2700475" y="5445067"/>
            <a:ext cx="6878320" cy="646331"/>
          </a:xfrm>
          <a:prstGeom prst="rect">
            <a:avLst/>
          </a:prstGeom>
          <a:noFill/>
          <a:ln>
            <a:noFill/>
          </a:ln>
        </p:spPr>
        <p:txBody>
          <a:bodyPr wrap="square">
            <a:spAutoFit/>
          </a:bodyPr>
          <a:lstStyle/>
          <a:p>
            <a:r>
              <a:rPr lang="en-GB" sz="3600" b="1">
                <a:latin typeface="Univers Condensed"/>
              </a:rPr>
              <a:t>Conclusion</a:t>
            </a:r>
          </a:p>
        </p:txBody>
      </p:sp>
      <p:cxnSp>
        <p:nvCxnSpPr>
          <p:cNvPr id="3" name="Straight Connector 2">
            <a:extLst>
              <a:ext uri="{FF2B5EF4-FFF2-40B4-BE49-F238E27FC236}">
                <a16:creationId xmlns:a16="http://schemas.microsoft.com/office/drawing/2014/main" id="{F353DF56-15D6-475A-DAC5-19E22F775426}"/>
              </a:ext>
            </a:extLst>
          </p:cNvPr>
          <p:cNvCxnSpPr>
            <a:cxnSpLocks/>
          </p:cNvCxnSpPr>
          <p:nvPr/>
        </p:nvCxnSpPr>
        <p:spPr>
          <a:xfrm>
            <a:off x="7859210" y="1302434"/>
            <a:ext cx="0" cy="4473663"/>
          </a:xfrm>
          <a:prstGeom prst="line">
            <a:avLst/>
          </a:prstGeom>
        </p:spPr>
        <p:style>
          <a:lnRef idx="1">
            <a:schemeClr val="accent1"/>
          </a:lnRef>
          <a:fillRef idx="0">
            <a:schemeClr val="accent1"/>
          </a:fillRef>
          <a:effectRef idx="0">
            <a:schemeClr val="accent1"/>
          </a:effectRef>
          <a:fontRef idx="minor">
            <a:schemeClr val="tx1"/>
          </a:fontRef>
        </p:style>
      </p:cxnSp>
      <p:sp>
        <p:nvSpPr>
          <p:cNvPr id="7" name="Google Shape;962;p41">
            <a:extLst>
              <a:ext uri="{FF2B5EF4-FFF2-40B4-BE49-F238E27FC236}">
                <a16:creationId xmlns:a16="http://schemas.microsoft.com/office/drawing/2014/main" id="{BCA62BB4-896F-0D31-BAD2-6EE1CC73C598}"/>
              </a:ext>
            </a:extLst>
          </p:cNvPr>
          <p:cNvSpPr txBox="1">
            <a:spLocks noGrp="1"/>
          </p:cNvSpPr>
          <p:nvPr/>
        </p:nvSpPr>
        <p:spPr>
          <a:xfrm>
            <a:off x="8143896" y="3080621"/>
            <a:ext cx="3839758"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4400">
                <a:solidFill>
                  <a:schemeClr val="accent2">
                    <a:lumMod val="75000"/>
                  </a:schemeClr>
                </a:solidFill>
                <a:latin typeface="Bebas Neue"/>
              </a:rPr>
              <a:t>Section 1: </a:t>
            </a:r>
          </a:p>
          <a:p>
            <a:r>
              <a:rPr lang="en-GB" sz="6600">
                <a:solidFill>
                  <a:schemeClr val="accent2">
                    <a:lumMod val="75000"/>
                  </a:schemeClr>
                </a:solidFill>
                <a:latin typeface="Bebas Neue"/>
              </a:rPr>
              <a:t>Background</a:t>
            </a:r>
            <a:endParaRPr lang="en" sz="6600">
              <a:solidFill>
                <a:schemeClr val="accent2">
                  <a:lumMod val="75000"/>
                </a:schemeClr>
              </a:solidFill>
              <a:latin typeface="Bebas Neue"/>
            </a:endParaRPr>
          </a:p>
        </p:txBody>
      </p:sp>
      <p:sp>
        <p:nvSpPr>
          <p:cNvPr id="8" name="Rectangle 7">
            <a:extLst>
              <a:ext uri="{FF2B5EF4-FFF2-40B4-BE49-F238E27FC236}">
                <a16:creationId xmlns:a16="http://schemas.microsoft.com/office/drawing/2014/main" id="{8050D822-D05E-0482-81E2-F1128D3A3CF0}"/>
              </a:ext>
            </a:extLst>
          </p:cNvPr>
          <p:cNvSpPr/>
          <p:nvPr/>
        </p:nvSpPr>
        <p:spPr>
          <a:xfrm>
            <a:off x="7836350" y="1468724"/>
            <a:ext cx="45719" cy="3065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8354526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1"/>
        <p:cNvGrpSpPr/>
        <p:nvPr/>
      </p:nvGrpSpPr>
      <p:grpSpPr>
        <a:xfrm>
          <a:off x="0" y="0"/>
          <a:ext cx="0" cy="0"/>
          <a:chOff x="0" y="0"/>
          <a:chExt cx="0" cy="0"/>
        </a:xfrm>
      </p:grpSpPr>
      <p:pic>
        <p:nvPicPr>
          <p:cNvPr id="1026" name="Picture 2" descr="Visit Kuala Lumpur | Tailor-Made Trips to Kuala Lumpur | Audley Travel UK">
            <a:extLst>
              <a:ext uri="{FF2B5EF4-FFF2-40B4-BE49-F238E27FC236}">
                <a16:creationId xmlns:a16="http://schemas.microsoft.com/office/drawing/2014/main" id="{7E6F7253-33DB-8474-275E-B1A3A1706B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0"/>
            <a:ext cx="96012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37C85DE2-95D7-3F19-2D48-2F0C6D4729F4}"/>
              </a:ext>
            </a:extLst>
          </p:cNvPr>
          <p:cNvPicPr>
            <a:picLocks noChangeAspect="1"/>
          </p:cNvPicPr>
          <p:nvPr/>
        </p:nvPicPr>
        <p:blipFill>
          <a:blip r:embed="rId4"/>
          <a:srcRect r="14475"/>
          <a:stretch>
            <a:fillRect/>
          </a:stretch>
        </p:blipFill>
        <p:spPr>
          <a:xfrm>
            <a:off x="0" y="0"/>
            <a:ext cx="10427225" cy="6858000"/>
          </a:xfrm>
          <a:custGeom>
            <a:avLst/>
            <a:gdLst>
              <a:gd name="connsiteX0" fmla="*/ 0 w 10427225"/>
              <a:gd name="connsiteY0" fmla="*/ 0 h 6858000"/>
              <a:gd name="connsiteX1" fmla="*/ 10427225 w 10427225"/>
              <a:gd name="connsiteY1" fmla="*/ 0 h 6858000"/>
              <a:gd name="connsiteX2" fmla="*/ 10286999 w 10427225"/>
              <a:gd name="connsiteY2" fmla="*/ 47447 h 6858000"/>
              <a:gd name="connsiteX3" fmla="*/ 7924800 w 10427225"/>
              <a:gd name="connsiteY3" fmla="*/ 3429000 h 6858000"/>
              <a:gd name="connsiteX4" fmla="*/ 10286999 w 10427225"/>
              <a:gd name="connsiteY4" fmla="*/ 6810553 h 6858000"/>
              <a:gd name="connsiteX5" fmla="*/ 10427225 w 10427225"/>
              <a:gd name="connsiteY5" fmla="*/ 6858000 h 6858000"/>
              <a:gd name="connsiteX6" fmla="*/ 0 w 10427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27225" h="6858000">
                <a:moveTo>
                  <a:pt x="0" y="0"/>
                </a:moveTo>
                <a:lnTo>
                  <a:pt x="10427225" y="0"/>
                </a:lnTo>
                <a:lnTo>
                  <a:pt x="10286999" y="47447"/>
                </a:lnTo>
                <a:cubicBezTo>
                  <a:pt x="8908549" y="552165"/>
                  <a:pt x="7924800" y="1875699"/>
                  <a:pt x="7924800" y="3429000"/>
                </a:cubicBezTo>
                <a:cubicBezTo>
                  <a:pt x="7924800" y="4982301"/>
                  <a:pt x="8908549" y="6305835"/>
                  <a:pt x="10286999" y="6810553"/>
                </a:cubicBezTo>
                <a:lnTo>
                  <a:pt x="10427225" y="6858000"/>
                </a:lnTo>
                <a:lnTo>
                  <a:pt x="0" y="6858000"/>
                </a:lnTo>
                <a:close/>
              </a:path>
            </a:pathLst>
          </a:custGeom>
        </p:spPr>
      </p:pic>
      <p:sp>
        <p:nvSpPr>
          <p:cNvPr id="12" name="Oval 11">
            <a:extLst>
              <a:ext uri="{FF2B5EF4-FFF2-40B4-BE49-F238E27FC236}">
                <a16:creationId xmlns:a16="http://schemas.microsoft.com/office/drawing/2014/main" id="{C879A28C-ED5B-F802-4352-D62C0597C7F9}"/>
              </a:ext>
            </a:extLst>
          </p:cNvPr>
          <p:cNvSpPr/>
          <p:nvPr/>
        </p:nvSpPr>
        <p:spPr>
          <a:xfrm>
            <a:off x="7595167" y="-351000"/>
            <a:ext cx="7560000" cy="7560000"/>
          </a:xfrm>
          <a:prstGeom prst="ellipse">
            <a:avLst/>
          </a:prstGeom>
          <a:noFill/>
          <a:ln>
            <a:gradFill flip="none" rotWithShape="1">
              <a:gsLst>
                <a:gs pos="0">
                  <a:schemeClr val="bg1"/>
                </a:gs>
                <a:gs pos="0">
                  <a:schemeClr val="tx1"/>
                </a:gs>
                <a:gs pos="35000">
                  <a:srgbClr val="FFFFFF"/>
                </a:gs>
                <a:gs pos="100000">
                  <a:schemeClr val="bg1"/>
                </a:gs>
              </a:gsLst>
              <a:lin ang="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Freeform: Shape 25">
            <a:extLst>
              <a:ext uri="{FF2B5EF4-FFF2-40B4-BE49-F238E27FC236}">
                <a16:creationId xmlns:a16="http://schemas.microsoft.com/office/drawing/2014/main" id="{D38DFCB6-ABA9-354F-31D2-E63AE3B729BB}"/>
              </a:ext>
            </a:extLst>
          </p:cNvPr>
          <p:cNvSpPr/>
          <p:nvPr/>
        </p:nvSpPr>
        <p:spPr>
          <a:xfrm rot="899332">
            <a:off x="2511789" y="1865503"/>
            <a:ext cx="3836879" cy="3069353"/>
          </a:xfrm>
          <a:custGeom>
            <a:avLst/>
            <a:gdLst>
              <a:gd name="connsiteX0" fmla="*/ 0 w 445865"/>
              <a:gd name="connsiteY0" fmla="*/ 23813 h 485965"/>
              <a:gd name="connsiteX1" fmla="*/ 2572 w 445865"/>
              <a:gd name="connsiteY1" fmla="*/ 20193 h 485965"/>
              <a:gd name="connsiteX2" fmla="*/ 4667 w 445865"/>
              <a:gd name="connsiteY2" fmla="*/ 9620 h 485965"/>
              <a:gd name="connsiteX3" fmla="*/ 7144 w 445865"/>
              <a:gd name="connsiteY3" fmla="*/ 7239 h 485965"/>
              <a:gd name="connsiteX4" fmla="*/ 35814 w 445865"/>
              <a:gd name="connsiteY4" fmla="*/ 4381 h 485965"/>
              <a:gd name="connsiteX5" fmla="*/ 48673 w 445865"/>
              <a:gd name="connsiteY5" fmla="*/ 0 h 485965"/>
              <a:gd name="connsiteX6" fmla="*/ 50101 w 445865"/>
              <a:gd name="connsiteY6" fmla="*/ 1524 h 485965"/>
              <a:gd name="connsiteX7" fmla="*/ 49720 w 445865"/>
              <a:gd name="connsiteY7" fmla="*/ 12097 h 485965"/>
              <a:gd name="connsiteX8" fmla="*/ 52006 w 445865"/>
              <a:gd name="connsiteY8" fmla="*/ 13906 h 485965"/>
              <a:gd name="connsiteX9" fmla="*/ 61150 w 445865"/>
              <a:gd name="connsiteY9" fmla="*/ 16478 h 485965"/>
              <a:gd name="connsiteX10" fmla="*/ 63246 w 445865"/>
              <a:gd name="connsiteY10" fmla="*/ 18764 h 485965"/>
              <a:gd name="connsiteX11" fmla="*/ 62674 w 445865"/>
              <a:gd name="connsiteY11" fmla="*/ 21717 h 485965"/>
              <a:gd name="connsiteX12" fmla="*/ 58864 w 445865"/>
              <a:gd name="connsiteY12" fmla="*/ 25146 h 485965"/>
              <a:gd name="connsiteX13" fmla="*/ 57626 w 445865"/>
              <a:gd name="connsiteY13" fmla="*/ 28670 h 485965"/>
              <a:gd name="connsiteX14" fmla="*/ 58960 w 445865"/>
              <a:gd name="connsiteY14" fmla="*/ 33909 h 485965"/>
              <a:gd name="connsiteX15" fmla="*/ 60960 w 445865"/>
              <a:gd name="connsiteY15" fmla="*/ 35719 h 485965"/>
              <a:gd name="connsiteX16" fmla="*/ 66389 w 445865"/>
              <a:gd name="connsiteY16" fmla="*/ 36290 h 485965"/>
              <a:gd name="connsiteX17" fmla="*/ 68389 w 445865"/>
              <a:gd name="connsiteY17" fmla="*/ 33433 h 485965"/>
              <a:gd name="connsiteX18" fmla="*/ 69628 w 445865"/>
              <a:gd name="connsiteY18" fmla="*/ 27527 h 485965"/>
              <a:gd name="connsiteX19" fmla="*/ 73247 w 445865"/>
              <a:gd name="connsiteY19" fmla="*/ 25336 h 485965"/>
              <a:gd name="connsiteX20" fmla="*/ 81153 w 445865"/>
              <a:gd name="connsiteY20" fmla="*/ 24574 h 485965"/>
              <a:gd name="connsiteX21" fmla="*/ 83153 w 445865"/>
              <a:gd name="connsiteY21" fmla="*/ 25432 h 485965"/>
              <a:gd name="connsiteX22" fmla="*/ 84391 w 445865"/>
              <a:gd name="connsiteY22" fmla="*/ 26479 h 485965"/>
              <a:gd name="connsiteX23" fmla="*/ 83820 w 445865"/>
              <a:gd name="connsiteY23" fmla="*/ 30289 h 485965"/>
              <a:gd name="connsiteX24" fmla="*/ 84772 w 445865"/>
              <a:gd name="connsiteY24" fmla="*/ 32290 h 485965"/>
              <a:gd name="connsiteX25" fmla="*/ 95250 w 445865"/>
              <a:gd name="connsiteY25" fmla="*/ 28480 h 485965"/>
              <a:gd name="connsiteX26" fmla="*/ 94774 w 445865"/>
              <a:gd name="connsiteY26" fmla="*/ 33338 h 485965"/>
              <a:gd name="connsiteX27" fmla="*/ 96298 w 445865"/>
              <a:gd name="connsiteY27" fmla="*/ 42291 h 485965"/>
              <a:gd name="connsiteX28" fmla="*/ 98869 w 445865"/>
              <a:gd name="connsiteY28" fmla="*/ 42481 h 485965"/>
              <a:gd name="connsiteX29" fmla="*/ 107442 w 445865"/>
              <a:gd name="connsiteY29" fmla="*/ 32956 h 485965"/>
              <a:gd name="connsiteX30" fmla="*/ 108299 w 445865"/>
              <a:gd name="connsiteY30" fmla="*/ 33814 h 485965"/>
              <a:gd name="connsiteX31" fmla="*/ 108299 w 445865"/>
              <a:gd name="connsiteY31" fmla="*/ 38386 h 485965"/>
              <a:gd name="connsiteX32" fmla="*/ 112204 w 445865"/>
              <a:gd name="connsiteY32" fmla="*/ 42100 h 485965"/>
              <a:gd name="connsiteX33" fmla="*/ 110490 w 445865"/>
              <a:gd name="connsiteY33" fmla="*/ 42577 h 485965"/>
              <a:gd name="connsiteX34" fmla="*/ 105632 w 445865"/>
              <a:gd name="connsiteY34" fmla="*/ 40576 h 485965"/>
              <a:gd name="connsiteX35" fmla="*/ 103537 w 445865"/>
              <a:gd name="connsiteY35" fmla="*/ 41053 h 485965"/>
              <a:gd name="connsiteX36" fmla="*/ 101632 w 445865"/>
              <a:gd name="connsiteY36" fmla="*/ 51149 h 485965"/>
              <a:gd name="connsiteX37" fmla="*/ 101632 w 445865"/>
              <a:gd name="connsiteY37" fmla="*/ 52483 h 485965"/>
              <a:gd name="connsiteX38" fmla="*/ 103251 w 445865"/>
              <a:gd name="connsiteY38" fmla="*/ 53721 h 485965"/>
              <a:gd name="connsiteX39" fmla="*/ 109252 w 445865"/>
              <a:gd name="connsiteY39" fmla="*/ 47911 h 485965"/>
              <a:gd name="connsiteX40" fmla="*/ 113443 w 445865"/>
              <a:gd name="connsiteY40" fmla="*/ 51816 h 485965"/>
              <a:gd name="connsiteX41" fmla="*/ 114681 w 445865"/>
              <a:gd name="connsiteY41" fmla="*/ 51625 h 485965"/>
              <a:gd name="connsiteX42" fmla="*/ 116681 w 445865"/>
              <a:gd name="connsiteY42" fmla="*/ 47530 h 485965"/>
              <a:gd name="connsiteX43" fmla="*/ 120491 w 445865"/>
              <a:gd name="connsiteY43" fmla="*/ 48387 h 485965"/>
              <a:gd name="connsiteX44" fmla="*/ 125254 w 445865"/>
              <a:gd name="connsiteY44" fmla="*/ 41053 h 485965"/>
              <a:gd name="connsiteX45" fmla="*/ 128492 w 445865"/>
              <a:gd name="connsiteY45" fmla="*/ 45434 h 485965"/>
              <a:gd name="connsiteX46" fmla="*/ 125920 w 445865"/>
              <a:gd name="connsiteY46" fmla="*/ 50006 h 485965"/>
              <a:gd name="connsiteX47" fmla="*/ 128302 w 445865"/>
              <a:gd name="connsiteY47" fmla="*/ 51721 h 485965"/>
              <a:gd name="connsiteX48" fmla="*/ 131731 w 445865"/>
              <a:gd name="connsiteY48" fmla="*/ 52102 h 485965"/>
              <a:gd name="connsiteX49" fmla="*/ 132683 w 445865"/>
              <a:gd name="connsiteY49" fmla="*/ 48101 h 485965"/>
              <a:gd name="connsiteX50" fmla="*/ 133636 w 445865"/>
              <a:gd name="connsiteY50" fmla="*/ 47720 h 485965"/>
              <a:gd name="connsiteX51" fmla="*/ 135636 w 445865"/>
              <a:gd name="connsiteY51" fmla="*/ 53530 h 485965"/>
              <a:gd name="connsiteX52" fmla="*/ 140779 w 445865"/>
              <a:gd name="connsiteY52" fmla="*/ 59531 h 485965"/>
              <a:gd name="connsiteX53" fmla="*/ 149162 w 445865"/>
              <a:gd name="connsiteY53" fmla="*/ 57245 h 485965"/>
              <a:gd name="connsiteX54" fmla="*/ 151924 w 445865"/>
              <a:gd name="connsiteY54" fmla="*/ 57721 h 485965"/>
              <a:gd name="connsiteX55" fmla="*/ 156591 w 445865"/>
              <a:gd name="connsiteY55" fmla="*/ 61150 h 485965"/>
              <a:gd name="connsiteX56" fmla="*/ 167545 w 445865"/>
              <a:gd name="connsiteY56" fmla="*/ 56864 h 485965"/>
              <a:gd name="connsiteX57" fmla="*/ 169164 w 445865"/>
              <a:gd name="connsiteY57" fmla="*/ 57245 h 485965"/>
              <a:gd name="connsiteX58" fmla="*/ 168116 w 445865"/>
              <a:gd name="connsiteY58" fmla="*/ 62960 h 485965"/>
              <a:gd name="connsiteX59" fmla="*/ 168402 w 445865"/>
              <a:gd name="connsiteY59" fmla="*/ 74104 h 485965"/>
              <a:gd name="connsiteX60" fmla="*/ 171641 w 445865"/>
              <a:gd name="connsiteY60" fmla="*/ 75628 h 485965"/>
              <a:gd name="connsiteX61" fmla="*/ 179641 w 445865"/>
              <a:gd name="connsiteY61" fmla="*/ 76676 h 485965"/>
              <a:gd name="connsiteX62" fmla="*/ 186690 w 445865"/>
              <a:gd name="connsiteY62" fmla="*/ 73819 h 485965"/>
              <a:gd name="connsiteX63" fmla="*/ 192024 w 445865"/>
              <a:gd name="connsiteY63" fmla="*/ 74104 h 485965"/>
              <a:gd name="connsiteX64" fmla="*/ 195453 w 445865"/>
              <a:gd name="connsiteY64" fmla="*/ 70294 h 485965"/>
              <a:gd name="connsiteX65" fmla="*/ 202978 w 445865"/>
              <a:gd name="connsiteY65" fmla="*/ 68294 h 485965"/>
              <a:gd name="connsiteX66" fmla="*/ 206121 w 445865"/>
              <a:gd name="connsiteY66" fmla="*/ 65913 h 485965"/>
              <a:gd name="connsiteX67" fmla="*/ 206407 w 445865"/>
              <a:gd name="connsiteY67" fmla="*/ 56769 h 485965"/>
              <a:gd name="connsiteX68" fmla="*/ 198691 w 445865"/>
              <a:gd name="connsiteY68" fmla="*/ 36004 h 485965"/>
              <a:gd name="connsiteX69" fmla="*/ 202311 w 445865"/>
              <a:gd name="connsiteY69" fmla="*/ 31432 h 485965"/>
              <a:gd name="connsiteX70" fmla="*/ 202978 w 445865"/>
              <a:gd name="connsiteY70" fmla="*/ 28765 h 485965"/>
              <a:gd name="connsiteX71" fmla="*/ 206597 w 445865"/>
              <a:gd name="connsiteY71" fmla="*/ 28384 h 485965"/>
              <a:gd name="connsiteX72" fmla="*/ 210598 w 445865"/>
              <a:gd name="connsiteY72" fmla="*/ 26003 h 485965"/>
              <a:gd name="connsiteX73" fmla="*/ 216694 w 445865"/>
              <a:gd name="connsiteY73" fmla="*/ 26956 h 485965"/>
              <a:gd name="connsiteX74" fmla="*/ 220694 w 445865"/>
              <a:gd name="connsiteY74" fmla="*/ 30385 h 485965"/>
              <a:gd name="connsiteX75" fmla="*/ 222028 w 445865"/>
              <a:gd name="connsiteY75" fmla="*/ 38290 h 485965"/>
              <a:gd name="connsiteX76" fmla="*/ 225171 w 445865"/>
              <a:gd name="connsiteY76" fmla="*/ 37624 h 485965"/>
              <a:gd name="connsiteX77" fmla="*/ 235363 w 445865"/>
              <a:gd name="connsiteY77" fmla="*/ 44386 h 485965"/>
              <a:gd name="connsiteX78" fmla="*/ 242411 w 445865"/>
              <a:gd name="connsiteY78" fmla="*/ 47244 h 485965"/>
              <a:gd name="connsiteX79" fmla="*/ 244221 w 445865"/>
              <a:gd name="connsiteY79" fmla="*/ 48863 h 485965"/>
              <a:gd name="connsiteX80" fmla="*/ 246507 w 445865"/>
              <a:gd name="connsiteY80" fmla="*/ 56102 h 485965"/>
              <a:gd name="connsiteX81" fmla="*/ 258032 w 445865"/>
              <a:gd name="connsiteY81" fmla="*/ 60769 h 485965"/>
              <a:gd name="connsiteX82" fmla="*/ 271177 w 445865"/>
              <a:gd name="connsiteY82" fmla="*/ 73057 h 485965"/>
              <a:gd name="connsiteX83" fmla="*/ 276225 w 445865"/>
              <a:gd name="connsiteY83" fmla="*/ 74771 h 485965"/>
              <a:gd name="connsiteX84" fmla="*/ 281464 w 445865"/>
              <a:gd name="connsiteY84" fmla="*/ 73628 h 485965"/>
              <a:gd name="connsiteX85" fmla="*/ 285655 w 445865"/>
              <a:gd name="connsiteY85" fmla="*/ 66294 h 485965"/>
              <a:gd name="connsiteX86" fmla="*/ 290036 w 445865"/>
              <a:gd name="connsiteY86" fmla="*/ 65342 h 485965"/>
              <a:gd name="connsiteX87" fmla="*/ 293846 w 445865"/>
              <a:gd name="connsiteY87" fmla="*/ 62960 h 485965"/>
              <a:gd name="connsiteX88" fmla="*/ 295370 w 445865"/>
              <a:gd name="connsiteY88" fmla="*/ 59436 h 485965"/>
              <a:gd name="connsiteX89" fmla="*/ 293941 w 445865"/>
              <a:gd name="connsiteY89" fmla="*/ 55531 h 485965"/>
              <a:gd name="connsiteX90" fmla="*/ 296704 w 445865"/>
              <a:gd name="connsiteY90" fmla="*/ 50197 h 485965"/>
              <a:gd name="connsiteX91" fmla="*/ 299180 w 445865"/>
              <a:gd name="connsiteY91" fmla="*/ 48006 h 485965"/>
              <a:gd name="connsiteX92" fmla="*/ 301943 w 445865"/>
              <a:gd name="connsiteY92" fmla="*/ 49339 h 485965"/>
              <a:gd name="connsiteX93" fmla="*/ 304610 w 445865"/>
              <a:gd name="connsiteY93" fmla="*/ 45720 h 485965"/>
              <a:gd name="connsiteX94" fmla="*/ 305372 w 445865"/>
              <a:gd name="connsiteY94" fmla="*/ 41529 h 485965"/>
              <a:gd name="connsiteX95" fmla="*/ 302990 w 445865"/>
              <a:gd name="connsiteY95" fmla="*/ 38386 h 485965"/>
              <a:gd name="connsiteX96" fmla="*/ 304229 w 445865"/>
              <a:gd name="connsiteY96" fmla="*/ 35909 h 485965"/>
              <a:gd name="connsiteX97" fmla="*/ 313658 w 445865"/>
              <a:gd name="connsiteY97" fmla="*/ 36385 h 485965"/>
              <a:gd name="connsiteX98" fmla="*/ 313658 w 445865"/>
              <a:gd name="connsiteY98" fmla="*/ 36385 h 485965"/>
              <a:gd name="connsiteX99" fmla="*/ 325945 w 445865"/>
              <a:gd name="connsiteY99" fmla="*/ 52292 h 485965"/>
              <a:gd name="connsiteX100" fmla="*/ 336709 w 445865"/>
              <a:gd name="connsiteY100" fmla="*/ 58864 h 485965"/>
              <a:gd name="connsiteX101" fmla="*/ 344043 w 445865"/>
              <a:gd name="connsiteY101" fmla="*/ 60198 h 485965"/>
              <a:gd name="connsiteX102" fmla="*/ 354235 w 445865"/>
              <a:gd name="connsiteY102" fmla="*/ 59341 h 485965"/>
              <a:gd name="connsiteX103" fmla="*/ 359283 w 445865"/>
              <a:gd name="connsiteY103" fmla="*/ 61913 h 485965"/>
              <a:gd name="connsiteX104" fmla="*/ 370141 w 445865"/>
              <a:gd name="connsiteY104" fmla="*/ 72961 h 485965"/>
              <a:gd name="connsiteX105" fmla="*/ 374333 w 445865"/>
              <a:gd name="connsiteY105" fmla="*/ 79629 h 485965"/>
              <a:gd name="connsiteX106" fmla="*/ 376142 w 445865"/>
              <a:gd name="connsiteY106" fmla="*/ 88773 h 485965"/>
              <a:gd name="connsiteX107" fmla="*/ 377952 w 445865"/>
              <a:gd name="connsiteY107" fmla="*/ 91821 h 485965"/>
              <a:gd name="connsiteX108" fmla="*/ 385001 w 445865"/>
              <a:gd name="connsiteY108" fmla="*/ 97726 h 485965"/>
              <a:gd name="connsiteX109" fmla="*/ 386143 w 445865"/>
              <a:gd name="connsiteY109" fmla="*/ 100393 h 485965"/>
              <a:gd name="connsiteX110" fmla="*/ 386429 w 445865"/>
              <a:gd name="connsiteY110" fmla="*/ 105442 h 485965"/>
              <a:gd name="connsiteX111" fmla="*/ 383858 w 445865"/>
              <a:gd name="connsiteY111" fmla="*/ 111252 h 485965"/>
              <a:gd name="connsiteX112" fmla="*/ 384143 w 445865"/>
              <a:gd name="connsiteY112" fmla="*/ 119634 h 485965"/>
              <a:gd name="connsiteX113" fmla="*/ 382429 w 445865"/>
              <a:gd name="connsiteY113" fmla="*/ 121348 h 485965"/>
              <a:gd name="connsiteX114" fmla="*/ 374618 w 445865"/>
              <a:gd name="connsiteY114" fmla="*/ 124301 h 485965"/>
              <a:gd name="connsiteX115" fmla="*/ 365570 w 445865"/>
              <a:gd name="connsiteY115" fmla="*/ 140494 h 485965"/>
              <a:gd name="connsiteX116" fmla="*/ 373285 w 445865"/>
              <a:gd name="connsiteY116" fmla="*/ 155448 h 485965"/>
              <a:gd name="connsiteX117" fmla="*/ 376714 w 445865"/>
              <a:gd name="connsiteY117" fmla="*/ 169831 h 485965"/>
              <a:gd name="connsiteX118" fmla="*/ 375095 w 445865"/>
              <a:gd name="connsiteY118" fmla="*/ 174117 h 485965"/>
              <a:gd name="connsiteX119" fmla="*/ 368427 w 445865"/>
              <a:gd name="connsiteY119" fmla="*/ 179451 h 485965"/>
              <a:gd name="connsiteX120" fmla="*/ 365474 w 445865"/>
              <a:gd name="connsiteY120" fmla="*/ 189452 h 485965"/>
              <a:gd name="connsiteX121" fmla="*/ 372142 w 445865"/>
              <a:gd name="connsiteY121" fmla="*/ 193929 h 485965"/>
              <a:gd name="connsiteX122" fmla="*/ 373380 w 445865"/>
              <a:gd name="connsiteY122" fmla="*/ 197453 h 485965"/>
              <a:gd name="connsiteX123" fmla="*/ 387668 w 445865"/>
              <a:gd name="connsiteY123" fmla="*/ 218027 h 485965"/>
              <a:gd name="connsiteX124" fmla="*/ 407384 w 445865"/>
              <a:gd name="connsiteY124" fmla="*/ 229076 h 485965"/>
              <a:gd name="connsiteX125" fmla="*/ 418338 w 445865"/>
              <a:gd name="connsiteY125" fmla="*/ 228790 h 485965"/>
              <a:gd name="connsiteX126" fmla="*/ 426244 w 445865"/>
              <a:gd name="connsiteY126" fmla="*/ 232886 h 485965"/>
              <a:gd name="connsiteX127" fmla="*/ 426244 w 445865"/>
              <a:gd name="connsiteY127" fmla="*/ 232886 h 485965"/>
              <a:gd name="connsiteX128" fmla="*/ 430816 w 445865"/>
              <a:gd name="connsiteY128" fmla="*/ 235553 h 485965"/>
              <a:gd name="connsiteX129" fmla="*/ 431768 w 445865"/>
              <a:gd name="connsiteY129" fmla="*/ 243649 h 485965"/>
              <a:gd name="connsiteX130" fmla="*/ 436340 w 445865"/>
              <a:gd name="connsiteY130" fmla="*/ 251269 h 485965"/>
              <a:gd name="connsiteX131" fmla="*/ 436245 w 445865"/>
              <a:gd name="connsiteY131" fmla="*/ 260699 h 485965"/>
              <a:gd name="connsiteX132" fmla="*/ 437864 w 445865"/>
              <a:gd name="connsiteY132" fmla="*/ 268795 h 485965"/>
              <a:gd name="connsiteX133" fmla="*/ 442436 w 445865"/>
              <a:gd name="connsiteY133" fmla="*/ 278130 h 485965"/>
              <a:gd name="connsiteX134" fmla="*/ 442246 w 445865"/>
              <a:gd name="connsiteY134" fmla="*/ 282130 h 485965"/>
              <a:gd name="connsiteX135" fmla="*/ 437864 w 445865"/>
              <a:gd name="connsiteY135" fmla="*/ 289941 h 485965"/>
              <a:gd name="connsiteX136" fmla="*/ 437102 w 445865"/>
              <a:gd name="connsiteY136" fmla="*/ 294799 h 485965"/>
              <a:gd name="connsiteX137" fmla="*/ 445865 w 445865"/>
              <a:gd name="connsiteY137" fmla="*/ 313849 h 485965"/>
              <a:gd name="connsiteX138" fmla="*/ 445579 w 445865"/>
              <a:gd name="connsiteY138" fmla="*/ 320135 h 485965"/>
              <a:gd name="connsiteX139" fmla="*/ 435007 w 445865"/>
              <a:gd name="connsiteY139" fmla="*/ 326612 h 485965"/>
              <a:gd name="connsiteX140" fmla="*/ 434054 w 445865"/>
              <a:gd name="connsiteY140" fmla="*/ 332327 h 485965"/>
              <a:gd name="connsiteX141" fmla="*/ 427672 w 445865"/>
              <a:gd name="connsiteY141" fmla="*/ 342805 h 485965"/>
              <a:gd name="connsiteX142" fmla="*/ 413956 w 445865"/>
              <a:gd name="connsiteY142" fmla="*/ 374332 h 485965"/>
              <a:gd name="connsiteX143" fmla="*/ 407575 w 445865"/>
              <a:gd name="connsiteY143" fmla="*/ 382048 h 485965"/>
              <a:gd name="connsiteX144" fmla="*/ 360807 w 445865"/>
              <a:gd name="connsiteY144" fmla="*/ 380428 h 485965"/>
              <a:gd name="connsiteX145" fmla="*/ 365760 w 445865"/>
              <a:gd name="connsiteY145" fmla="*/ 438531 h 485965"/>
              <a:gd name="connsiteX146" fmla="*/ 364331 w 445865"/>
              <a:gd name="connsiteY146" fmla="*/ 450532 h 485965"/>
              <a:gd name="connsiteX147" fmla="*/ 362807 w 445865"/>
              <a:gd name="connsiteY147" fmla="*/ 455009 h 485965"/>
              <a:gd name="connsiteX148" fmla="*/ 359093 w 445865"/>
              <a:gd name="connsiteY148" fmla="*/ 459581 h 485965"/>
              <a:gd name="connsiteX149" fmla="*/ 360616 w 445865"/>
              <a:gd name="connsiteY149" fmla="*/ 464725 h 485965"/>
              <a:gd name="connsiteX150" fmla="*/ 354806 w 445865"/>
              <a:gd name="connsiteY150" fmla="*/ 470249 h 485965"/>
              <a:gd name="connsiteX151" fmla="*/ 355378 w 445865"/>
              <a:gd name="connsiteY151" fmla="*/ 478726 h 485965"/>
              <a:gd name="connsiteX152" fmla="*/ 347186 w 445865"/>
              <a:gd name="connsiteY152" fmla="*/ 481393 h 485965"/>
              <a:gd name="connsiteX153" fmla="*/ 346710 w 445865"/>
              <a:gd name="connsiteY153" fmla="*/ 484156 h 485965"/>
              <a:gd name="connsiteX154" fmla="*/ 346710 w 445865"/>
              <a:gd name="connsiteY154" fmla="*/ 484156 h 485965"/>
              <a:gd name="connsiteX155" fmla="*/ 346615 w 445865"/>
              <a:gd name="connsiteY155" fmla="*/ 485394 h 485965"/>
              <a:gd name="connsiteX156" fmla="*/ 340233 w 445865"/>
              <a:gd name="connsiteY156" fmla="*/ 485965 h 485965"/>
              <a:gd name="connsiteX157" fmla="*/ 337566 w 445865"/>
              <a:gd name="connsiteY157" fmla="*/ 483775 h 485965"/>
              <a:gd name="connsiteX158" fmla="*/ 335661 w 445865"/>
              <a:gd name="connsiteY158" fmla="*/ 480155 h 485965"/>
              <a:gd name="connsiteX159" fmla="*/ 330803 w 445865"/>
              <a:gd name="connsiteY159" fmla="*/ 477393 h 485965"/>
              <a:gd name="connsiteX160" fmla="*/ 314420 w 445865"/>
              <a:gd name="connsiteY160" fmla="*/ 472249 h 485965"/>
              <a:gd name="connsiteX161" fmla="*/ 307181 w 445865"/>
              <a:gd name="connsiteY161" fmla="*/ 471392 h 485965"/>
              <a:gd name="connsiteX162" fmla="*/ 295180 w 445865"/>
              <a:gd name="connsiteY162" fmla="*/ 463772 h 485965"/>
              <a:gd name="connsiteX163" fmla="*/ 280226 w 445865"/>
              <a:gd name="connsiteY163" fmla="*/ 460248 h 485965"/>
              <a:gd name="connsiteX164" fmla="*/ 264224 w 445865"/>
              <a:gd name="connsiteY164" fmla="*/ 452247 h 485965"/>
              <a:gd name="connsiteX165" fmla="*/ 258604 w 445865"/>
              <a:gd name="connsiteY165" fmla="*/ 450532 h 485965"/>
              <a:gd name="connsiteX166" fmla="*/ 250508 w 445865"/>
              <a:gd name="connsiteY166" fmla="*/ 442531 h 485965"/>
              <a:gd name="connsiteX167" fmla="*/ 237649 w 445865"/>
              <a:gd name="connsiteY167" fmla="*/ 417862 h 485965"/>
              <a:gd name="connsiteX168" fmla="*/ 230886 w 445865"/>
              <a:gd name="connsiteY168" fmla="*/ 412528 h 485965"/>
              <a:gd name="connsiteX169" fmla="*/ 228600 w 445865"/>
              <a:gd name="connsiteY169" fmla="*/ 409003 h 485965"/>
              <a:gd name="connsiteX170" fmla="*/ 232505 w 445865"/>
              <a:gd name="connsiteY170" fmla="*/ 404622 h 485965"/>
              <a:gd name="connsiteX171" fmla="*/ 233172 w 445865"/>
              <a:gd name="connsiteY171" fmla="*/ 397955 h 485965"/>
              <a:gd name="connsiteX172" fmla="*/ 231362 w 445865"/>
              <a:gd name="connsiteY172" fmla="*/ 394621 h 485965"/>
              <a:gd name="connsiteX173" fmla="*/ 232696 w 445865"/>
              <a:gd name="connsiteY173" fmla="*/ 390144 h 485965"/>
              <a:gd name="connsiteX174" fmla="*/ 235934 w 445865"/>
              <a:gd name="connsiteY174" fmla="*/ 389001 h 485965"/>
              <a:gd name="connsiteX175" fmla="*/ 236506 w 445865"/>
              <a:gd name="connsiteY175" fmla="*/ 383191 h 485965"/>
              <a:gd name="connsiteX176" fmla="*/ 244030 w 445865"/>
              <a:gd name="connsiteY176" fmla="*/ 382334 h 485965"/>
              <a:gd name="connsiteX177" fmla="*/ 244507 w 445865"/>
              <a:gd name="connsiteY177" fmla="*/ 377476 h 485965"/>
              <a:gd name="connsiteX178" fmla="*/ 247555 w 445865"/>
              <a:gd name="connsiteY178" fmla="*/ 374332 h 485965"/>
              <a:gd name="connsiteX179" fmla="*/ 246602 w 445865"/>
              <a:gd name="connsiteY179" fmla="*/ 370808 h 485965"/>
              <a:gd name="connsiteX180" fmla="*/ 240792 w 445865"/>
              <a:gd name="connsiteY180" fmla="*/ 369380 h 485965"/>
              <a:gd name="connsiteX181" fmla="*/ 237839 w 445865"/>
              <a:gd name="connsiteY181" fmla="*/ 366331 h 485965"/>
              <a:gd name="connsiteX182" fmla="*/ 236029 w 445865"/>
              <a:gd name="connsiteY182" fmla="*/ 367760 h 485965"/>
              <a:gd name="connsiteX183" fmla="*/ 238601 w 445865"/>
              <a:gd name="connsiteY183" fmla="*/ 371475 h 485965"/>
              <a:gd name="connsiteX184" fmla="*/ 236791 w 445865"/>
              <a:gd name="connsiteY184" fmla="*/ 374142 h 485965"/>
              <a:gd name="connsiteX185" fmla="*/ 236791 w 445865"/>
              <a:gd name="connsiteY185" fmla="*/ 378619 h 485965"/>
              <a:gd name="connsiteX186" fmla="*/ 235077 w 445865"/>
              <a:gd name="connsiteY186" fmla="*/ 378333 h 485965"/>
              <a:gd name="connsiteX187" fmla="*/ 234791 w 445865"/>
              <a:gd name="connsiteY187" fmla="*/ 375094 h 485965"/>
              <a:gd name="connsiteX188" fmla="*/ 231648 w 445865"/>
              <a:gd name="connsiteY188" fmla="*/ 372237 h 485965"/>
              <a:gd name="connsiteX189" fmla="*/ 235268 w 445865"/>
              <a:gd name="connsiteY189" fmla="*/ 365379 h 485965"/>
              <a:gd name="connsiteX190" fmla="*/ 238125 w 445865"/>
              <a:gd name="connsiteY190" fmla="*/ 365093 h 485965"/>
              <a:gd name="connsiteX191" fmla="*/ 239173 w 445865"/>
              <a:gd name="connsiteY191" fmla="*/ 363474 h 485965"/>
              <a:gd name="connsiteX192" fmla="*/ 236315 w 445865"/>
              <a:gd name="connsiteY192" fmla="*/ 357759 h 485965"/>
              <a:gd name="connsiteX193" fmla="*/ 230029 w 445865"/>
              <a:gd name="connsiteY193" fmla="*/ 357378 h 485965"/>
              <a:gd name="connsiteX194" fmla="*/ 229267 w 445865"/>
              <a:gd name="connsiteY194" fmla="*/ 355282 h 485965"/>
              <a:gd name="connsiteX195" fmla="*/ 233553 w 445865"/>
              <a:gd name="connsiteY195" fmla="*/ 352996 h 485965"/>
              <a:gd name="connsiteX196" fmla="*/ 236220 w 445865"/>
              <a:gd name="connsiteY196" fmla="*/ 349472 h 485965"/>
              <a:gd name="connsiteX197" fmla="*/ 241364 w 445865"/>
              <a:gd name="connsiteY197" fmla="*/ 347281 h 485965"/>
              <a:gd name="connsiteX198" fmla="*/ 242030 w 445865"/>
              <a:gd name="connsiteY198" fmla="*/ 344519 h 485965"/>
              <a:gd name="connsiteX199" fmla="*/ 236029 w 445865"/>
              <a:gd name="connsiteY199" fmla="*/ 339757 h 485965"/>
              <a:gd name="connsiteX200" fmla="*/ 231839 w 445865"/>
              <a:gd name="connsiteY200" fmla="*/ 339947 h 485965"/>
              <a:gd name="connsiteX201" fmla="*/ 229838 w 445865"/>
              <a:gd name="connsiteY201" fmla="*/ 341947 h 485965"/>
              <a:gd name="connsiteX202" fmla="*/ 228124 w 445865"/>
              <a:gd name="connsiteY202" fmla="*/ 348615 h 485965"/>
              <a:gd name="connsiteX203" fmla="*/ 221742 w 445865"/>
              <a:gd name="connsiteY203" fmla="*/ 354806 h 485965"/>
              <a:gd name="connsiteX204" fmla="*/ 220980 w 445865"/>
              <a:gd name="connsiteY204" fmla="*/ 362807 h 485965"/>
              <a:gd name="connsiteX205" fmla="*/ 219361 w 445865"/>
              <a:gd name="connsiteY205" fmla="*/ 366427 h 485965"/>
              <a:gd name="connsiteX206" fmla="*/ 216218 w 445865"/>
              <a:gd name="connsiteY206" fmla="*/ 367474 h 485965"/>
              <a:gd name="connsiteX207" fmla="*/ 211169 w 445865"/>
              <a:gd name="connsiteY207" fmla="*/ 362521 h 485965"/>
              <a:gd name="connsiteX208" fmla="*/ 210979 w 445865"/>
              <a:gd name="connsiteY208" fmla="*/ 358997 h 485965"/>
              <a:gd name="connsiteX209" fmla="*/ 213074 w 445865"/>
              <a:gd name="connsiteY209" fmla="*/ 354901 h 485965"/>
              <a:gd name="connsiteX210" fmla="*/ 214884 w 445865"/>
              <a:gd name="connsiteY210" fmla="*/ 347091 h 485965"/>
              <a:gd name="connsiteX211" fmla="*/ 219456 w 445865"/>
              <a:gd name="connsiteY211" fmla="*/ 341852 h 485965"/>
              <a:gd name="connsiteX212" fmla="*/ 223456 w 445865"/>
              <a:gd name="connsiteY212" fmla="*/ 339185 h 485965"/>
              <a:gd name="connsiteX213" fmla="*/ 225076 w 445865"/>
              <a:gd name="connsiteY213" fmla="*/ 336042 h 485965"/>
              <a:gd name="connsiteX214" fmla="*/ 222980 w 445865"/>
              <a:gd name="connsiteY214" fmla="*/ 330898 h 485965"/>
              <a:gd name="connsiteX215" fmla="*/ 213646 w 445865"/>
              <a:gd name="connsiteY215" fmla="*/ 331375 h 485965"/>
              <a:gd name="connsiteX216" fmla="*/ 210407 w 445865"/>
              <a:gd name="connsiteY216" fmla="*/ 326422 h 485965"/>
              <a:gd name="connsiteX217" fmla="*/ 212217 w 445865"/>
              <a:gd name="connsiteY217" fmla="*/ 307943 h 485965"/>
              <a:gd name="connsiteX218" fmla="*/ 210407 w 445865"/>
              <a:gd name="connsiteY218" fmla="*/ 302895 h 485965"/>
              <a:gd name="connsiteX219" fmla="*/ 203549 w 445865"/>
              <a:gd name="connsiteY219" fmla="*/ 294513 h 485965"/>
              <a:gd name="connsiteX220" fmla="*/ 195929 w 445865"/>
              <a:gd name="connsiteY220" fmla="*/ 288036 h 485965"/>
              <a:gd name="connsiteX221" fmla="*/ 193358 w 445865"/>
              <a:gd name="connsiteY221" fmla="*/ 282797 h 485965"/>
              <a:gd name="connsiteX222" fmla="*/ 190310 w 445865"/>
              <a:gd name="connsiteY222" fmla="*/ 249936 h 485965"/>
              <a:gd name="connsiteX223" fmla="*/ 186499 w 445865"/>
              <a:gd name="connsiteY223" fmla="*/ 233743 h 485965"/>
              <a:gd name="connsiteX224" fmla="*/ 182308 w 445865"/>
              <a:gd name="connsiteY224" fmla="*/ 226600 h 485965"/>
              <a:gd name="connsiteX225" fmla="*/ 175070 w 445865"/>
              <a:gd name="connsiteY225" fmla="*/ 217265 h 485965"/>
              <a:gd name="connsiteX226" fmla="*/ 166306 w 445865"/>
              <a:gd name="connsiteY226" fmla="*/ 210312 h 485965"/>
              <a:gd name="connsiteX227" fmla="*/ 152400 w 445865"/>
              <a:gd name="connsiteY227" fmla="*/ 201263 h 485965"/>
              <a:gd name="connsiteX228" fmla="*/ 146018 w 445865"/>
              <a:gd name="connsiteY228" fmla="*/ 198596 h 485965"/>
              <a:gd name="connsiteX229" fmla="*/ 141637 w 445865"/>
              <a:gd name="connsiteY229" fmla="*/ 186976 h 485965"/>
              <a:gd name="connsiteX230" fmla="*/ 129064 w 445865"/>
              <a:gd name="connsiteY230" fmla="*/ 167735 h 485965"/>
              <a:gd name="connsiteX231" fmla="*/ 121063 w 445865"/>
              <a:gd name="connsiteY231" fmla="*/ 159829 h 485965"/>
              <a:gd name="connsiteX232" fmla="*/ 110871 w 445865"/>
              <a:gd name="connsiteY232" fmla="*/ 144209 h 485965"/>
              <a:gd name="connsiteX233" fmla="*/ 105346 w 445865"/>
              <a:gd name="connsiteY233" fmla="*/ 128683 h 485965"/>
              <a:gd name="connsiteX234" fmla="*/ 96393 w 445865"/>
              <a:gd name="connsiteY234" fmla="*/ 108204 h 485965"/>
              <a:gd name="connsiteX235" fmla="*/ 87249 w 445865"/>
              <a:gd name="connsiteY235" fmla="*/ 95155 h 485965"/>
              <a:gd name="connsiteX236" fmla="*/ 80391 w 445865"/>
              <a:gd name="connsiteY236" fmla="*/ 88011 h 485965"/>
              <a:gd name="connsiteX237" fmla="*/ 68770 w 445865"/>
              <a:gd name="connsiteY237" fmla="*/ 78772 h 485965"/>
              <a:gd name="connsiteX238" fmla="*/ 49435 w 445865"/>
              <a:gd name="connsiteY238" fmla="*/ 72961 h 485965"/>
              <a:gd name="connsiteX239" fmla="*/ 41148 w 445865"/>
              <a:gd name="connsiteY239" fmla="*/ 53911 h 485965"/>
              <a:gd name="connsiteX240" fmla="*/ 33338 w 445865"/>
              <a:gd name="connsiteY240" fmla="*/ 44958 h 485965"/>
              <a:gd name="connsiteX241" fmla="*/ 19145 w 445865"/>
              <a:gd name="connsiteY241" fmla="*/ 35719 h 485965"/>
              <a:gd name="connsiteX242" fmla="*/ 13811 w 445865"/>
              <a:gd name="connsiteY242" fmla="*/ 34290 h 485965"/>
              <a:gd name="connsiteX243" fmla="*/ 4477 w 445865"/>
              <a:gd name="connsiteY243" fmla="*/ 34099 h 485965"/>
              <a:gd name="connsiteX244" fmla="*/ 1714 w 445865"/>
              <a:gd name="connsiteY244" fmla="*/ 31242 h 485965"/>
              <a:gd name="connsiteX245" fmla="*/ 0 w 445865"/>
              <a:gd name="connsiteY245" fmla="*/ 23813 h 485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445865" h="485965">
                <a:moveTo>
                  <a:pt x="0" y="23813"/>
                </a:moveTo>
                <a:lnTo>
                  <a:pt x="2572" y="20193"/>
                </a:lnTo>
                <a:lnTo>
                  <a:pt x="4667" y="9620"/>
                </a:lnTo>
                <a:lnTo>
                  <a:pt x="7144" y="7239"/>
                </a:lnTo>
                <a:lnTo>
                  <a:pt x="35814" y="4381"/>
                </a:lnTo>
                <a:lnTo>
                  <a:pt x="48673" y="0"/>
                </a:lnTo>
                <a:lnTo>
                  <a:pt x="50101" y="1524"/>
                </a:lnTo>
                <a:lnTo>
                  <a:pt x="49720" y="12097"/>
                </a:lnTo>
                <a:lnTo>
                  <a:pt x="52006" y="13906"/>
                </a:lnTo>
                <a:lnTo>
                  <a:pt x="61150" y="16478"/>
                </a:lnTo>
                <a:lnTo>
                  <a:pt x="63246" y="18764"/>
                </a:lnTo>
                <a:lnTo>
                  <a:pt x="62674" y="21717"/>
                </a:lnTo>
                <a:lnTo>
                  <a:pt x="58864" y="25146"/>
                </a:lnTo>
                <a:lnTo>
                  <a:pt x="57626" y="28670"/>
                </a:lnTo>
                <a:lnTo>
                  <a:pt x="58960" y="33909"/>
                </a:lnTo>
                <a:lnTo>
                  <a:pt x="60960" y="35719"/>
                </a:lnTo>
                <a:lnTo>
                  <a:pt x="66389" y="36290"/>
                </a:lnTo>
                <a:lnTo>
                  <a:pt x="68389" y="33433"/>
                </a:lnTo>
                <a:lnTo>
                  <a:pt x="69628" y="27527"/>
                </a:lnTo>
                <a:lnTo>
                  <a:pt x="73247" y="25336"/>
                </a:lnTo>
                <a:lnTo>
                  <a:pt x="81153" y="24574"/>
                </a:lnTo>
                <a:lnTo>
                  <a:pt x="83153" y="25432"/>
                </a:lnTo>
                <a:lnTo>
                  <a:pt x="84391" y="26479"/>
                </a:lnTo>
                <a:lnTo>
                  <a:pt x="83820" y="30289"/>
                </a:lnTo>
                <a:lnTo>
                  <a:pt x="84772" y="32290"/>
                </a:lnTo>
                <a:lnTo>
                  <a:pt x="95250" y="28480"/>
                </a:lnTo>
                <a:lnTo>
                  <a:pt x="94774" y="33338"/>
                </a:lnTo>
                <a:lnTo>
                  <a:pt x="96298" y="42291"/>
                </a:lnTo>
                <a:lnTo>
                  <a:pt x="98869" y="42481"/>
                </a:lnTo>
                <a:lnTo>
                  <a:pt x="107442" y="32956"/>
                </a:lnTo>
                <a:lnTo>
                  <a:pt x="108299" y="33814"/>
                </a:lnTo>
                <a:lnTo>
                  <a:pt x="108299" y="38386"/>
                </a:lnTo>
                <a:lnTo>
                  <a:pt x="112204" y="42100"/>
                </a:lnTo>
                <a:lnTo>
                  <a:pt x="110490" y="42577"/>
                </a:lnTo>
                <a:lnTo>
                  <a:pt x="105632" y="40576"/>
                </a:lnTo>
                <a:lnTo>
                  <a:pt x="103537" y="41053"/>
                </a:lnTo>
                <a:lnTo>
                  <a:pt x="101632" y="51149"/>
                </a:lnTo>
                <a:lnTo>
                  <a:pt x="101632" y="52483"/>
                </a:lnTo>
                <a:lnTo>
                  <a:pt x="103251" y="53721"/>
                </a:lnTo>
                <a:lnTo>
                  <a:pt x="109252" y="47911"/>
                </a:lnTo>
                <a:lnTo>
                  <a:pt x="113443" y="51816"/>
                </a:lnTo>
                <a:lnTo>
                  <a:pt x="114681" y="51625"/>
                </a:lnTo>
                <a:lnTo>
                  <a:pt x="116681" y="47530"/>
                </a:lnTo>
                <a:lnTo>
                  <a:pt x="120491" y="48387"/>
                </a:lnTo>
                <a:lnTo>
                  <a:pt x="125254" y="41053"/>
                </a:lnTo>
                <a:lnTo>
                  <a:pt x="128492" y="45434"/>
                </a:lnTo>
                <a:lnTo>
                  <a:pt x="125920" y="50006"/>
                </a:lnTo>
                <a:lnTo>
                  <a:pt x="128302" y="51721"/>
                </a:lnTo>
                <a:lnTo>
                  <a:pt x="131731" y="52102"/>
                </a:lnTo>
                <a:lnTo>
                  <a:pt x="132683" y="48101"/>
                </a:lnTo>
                <a:lnTo>
                  <a:pt x="133636" y="47720"/>
                </a:lnTo>
                <a:lnTo>
                  <a:pt x="135636" y="53530"/>
                </a:lnTo>
                <a:lnTo>
                  <a:pt x="140779" y="59531"/>
                </a:lnTo>
                <a:lnTo>
                  <a:pt x="149162" y="57245"/>
                </a:lnTo>
                <a:lnTo>
                  <a:pt x="151924" y="57721"/>
                </a:lnTo>
                <a:lnTo>
                  <a:pt x="156591" y="61150"/>
                </a:lnTo>
                <a:lnTo>
                  <a:pt x="167545" y="56864"/>
                </a:lnTo>
                <a:lnTo>
                  <a:pt x="169164" y="57245"/>
                </a:lnTo>
                <a:lnTo>
                  <a:pt x="168116" y="62960"/>
                </a:lnTo>
                <a:lnTo>
                  <a:pt x="168402" y="74104"/>
                </a:lnTo>
                <a:lnTo>
                  <a:pt x="171641" y="75628"/>
                </a:lnTo>
                <a:lnTo>
                  <a:pt x="179641" y="76676"/>
                </a:lnTo>
                <a:lnTo>
                  <a:pt x="186690" y="73819"/>
                </a:lnTo>
                <a:lnTo>
                  <a:pt x="192024" y="74104"/>
                </a:lnTo>
                <a:lnTo>
                  <a:pt x="195453" y="70294"/>
                </a:lnTo>
                <a:lnTo>
                  <a:pt x="202978" y="68294"/>
                </a:lnTo>
                <a:lnTo>
                  <a:pt x="206121" y="65913"/>
                </a:lnTo>
                <a:lnTo>
                  <a:pt x="206407" y="56769"/>
                </a:lnTo>
                <a:lnTo>
                  <a:pt x="198691" y="36004"/>
                </a:lnTo>
                <a:lnTo>
                  <a:pt x="202311" y="31432"/>
                </a:lnTo>
                <a:lnTo>
                  <a:pt x="202978" y="28765"/>
                </a:lnTo>
                <a:lnTo>
                  <a:pt x="206597" y="28384"/>
                </a:lnTo>
                <a:lnTo>
                  <a:pt x="210598" y="26003"/>
                </a:lnTo>
                <a:lnTo>
                  <a:pt x="216694" y="26956"/>
                </a:lnTo>
                <a:lnTo>
                  <a:pt x="220694" y="30385"/>
                </a:lnTo>
                <a:lnTo>
                  <a:pt x="222028" y="38290"/>
                </a:lnTo>
                <a:lnTo>
                  <a:pt x="225171" y="37624"/>
                </a:lnTo>
                <a:lnTo>
                  <a:pt x="235363" y="44386"/>
                </a:lnTo>
                <a:lnTo>
                  <a:pt x="242411" y="47244"/>
                </a:lnTo>
                <a:lnTo>
                  <a:pt x="244221" y="48863"/>
                </a:lnTo>
                <a:lnTo>
                  <a:pt x="246507" y="56102"/>
                </a:lnTo>
                <a:lnTo>
                  <a:pt x="258032" y="60769"/>
                </a:lnTo>
                <a:lnTo>
                  <a:pt x="271177" y="73057"/>
                </a:lnTo>
                <a:lnTo>
                  <a:pt x="276225" y="74771"/>
                </a:lnTo>
                <a:lnTo>
                  <a:pt x="281464" y="73628"/>
                </a:lnTo>
                <a:lnTo>
                  <a:pt x="285655" y="66294"/>
                </a:lnTo>
                <a:lnTo>
                  <a:pt x="290036" y="65342"/>
                </a:lnTo>
                <a:lnTo>
                  <a:pt x="293846" y="62960"/>
                </a:lnTo>
                <a:lnTo>
                  <a:pt x="295370" y="59436"/>
                </a:lnTo>
                <a:lnTo>
                  <a:pt x="293941" y="55531"/>
                </a:lnTo>
                <a:lnTo>
                  <a:pt x="296704" y="50197"/>
                </a:lnTo>
                <a:lnTo>
                  <a:pt x="299180" y="48006"/>
                </a:lnTo>
                <a:lnTo>
                  <a:pt x="301943" y="49339"/>
                </a:lnTo>
                <a:lnTo>
                  <a:pt x="304610" y="45720"/>
                </a:lnTo>
                <a:lnTo>
                  <a:pt x="305372" y="41529"/>
                </a:lnTo>
                <a:lnTo>
                  <a:pt x="302990" y="38386"/>
                </a:lnTo>
                <a:lnTo>
                  <a:pt x="304229" y="35909"/>
                </a:lnTo>
                <a:lnTo>
                  <a:pt x="313658" y="36385"/>
                </a:lnTo>
                <a:lnTo>
                  <a:pt x="313658" y="36385"/>
                </a:lnTo>
                <a:lnTo>
                  <a:pt x="325945" y="52292"/>
                </a:lnTo>
                <a:lnTo>
                  <a:pt x="336709" y="58864"/>
                </a:lnTo>
                <a:lnTo>
                  <a:pt x="344043" y="60198"/>
                </a:lnTo>
                <a:lnTo>
                  <a:pt x="354235" y="59341"/>
                </a:lnTo>
                <a:lnTo>
                  <a:pt x="359283" y="61913"/>
                </a:lnTo>
                <a:lnTo>
                  <a:pt x="370141" y="72961"/>
                </a:lnTo>
                <a:lnTo>
                  <a:pt x="374333" y="79629"/>
                </a:lnTo>
                <a:lnTo>
                  <a:pt x="376142" y="88773"/>
                </a:lnTo>
                <a:lnTo>
                  <a:pt x="377952" y="91821"/>
                </a:lnTo>
                <a:lnTo>
                  <a:pt x="385001" y="97726"/>
                </a:lnTo>
                <a:lnTo>
                  <a:pt x="386143" y="100393"/>
                </a:lnTo>
                <a:lnTo>
                  <a:pt x="386429" y="105442"/>
                </a:lnTo>
                <a:lnTo>
                  <a:pt x="383858" y="111252"/>
                </a:lnTo>
                <a:lnTo>
                  <a:pt x="384143" y="119634"/>
                </a:lnTo>
                <a:lnTo>
                  <a:pt x="382429" y="121348"/>
                </a:lnTo>
                <a:lnTo>
                  <a:pt x="374618" y="124301"/>
                </a:lnTo>
                <a:lnTo>
                  <a:pt x="365570" y="140494"/>
                </a:lnTo>
                <a:lnTo>
                  <a:pt x="373285" y="155448"/>
                </a:lnTo>
                <a:lnTo>
                  <a:pt x="376714" y="169831"/>
                </a:lnTo>
                <a:lnTo>
                  <a:pt x="375095" y="174117"/>
                </a:lnTo>
                <a:lnTo>
                  <a:pt x="368427" y="179451"/>
                </a:lnTo>
                <a:lnTo>
                  <a:pt x="365474" y="189452"/>
                </a:lnTo>
                <a:lnTo>
                  <a:pt x="372142" y="193929"/>
                </a:lnTo>
                <a:lnTo>
                  <a:pt x="373380" y="197453"/>
                </a:lnTo>
                <a:lnTo>
                  <a:pt x="387668" y="218027"/>
                </a:lnTo>
                <a:lnTo>
                  <a:pt x="407384" y="229076"/>
                </a:lnTo>
                <a:lnTo>
                  <a:pt x="418338" y="228790"/>
                </a:lnTo>
                <a:lnTo>
                  <a:pt x="426244" y="232886"/>
                </a:lnTo>
                <a:lnTo>
                  <a:pt x="426244" y="232886"/>
                </a:lnTo>
                <a:lnTo>
                  <a:pt x="430816" y="235553"/>
                </a:lnTo>
                <a:lnTo>
                  <a:pt x="431768" y="243649"/>
                </a:lnTo>
                <a:lnTo>
                  <a:pt x="436340" y="251269"/>
                </a:lnTo>
                <a:lnTo>
                  <a:pt x="436245" y="260699"/>
                </a:lnTo>
                <a:lnTo>
                  <a:pt x="437864" y="268795"/>
                </a:lnTo>
                <a:lnTo>
                  <a:pt x="442436" y="278130"/>
                </a:lnTo>
                <a:lnTo>
                  <a:pt x="442246" y="282130"/>
                </a:lnTo>
                <a:lnTo>
                  <a:pt x="437864" y="289941"/>
                </a:lnTo>
                <a:lnTo>
                  <a:pt x="437102" y="294799"/>
                </a:lnTo>
                <a:lnTo>
                  <a:pt x="445865" y="313849"/>
                </a:lnTo>
                <a:lnTo>
                  <a:pt x="445579" y="320135"/>
                </a:lnTo>
                <a:lnTo>
                  <a:pt x="435007" y="326612"/>
                </a:lnTo>
                <a:lnTo>
                  <a:pt x="434054" y="332327"/>
                </a:lnTo>
                <a:lnTo>
                  <a:pt x="427672" y="342805"/>
                </a:lnTo>
                <a:lnTo>
                  <a:pt x="413956" y="374332"/>
                </a:lnTo>
                <a:lnTo>
                  <a:pt x="407575" y="382048"/>
                </a:lnTo>
                <a:lnTo>
                  <a:pt x="360807" y="380428"/>
                </a:lnTo>
                <a:lnTo>
                  <a:pt x="365760" y="438531"/>
                </a:lnTo>
                <a:lnTo>
                  <a:pt x="364331" y="450532"/>
                </a:lnTo>
                <a:lnTo>
                  <a:pt x="362807" y="455009"/>
                </a:lnTo>
                <a:lnTo>
                  <a:pt x="359093" y="459581"/>
                </a:lnTo>
                <a:lnTo>
                  <a:pt x="360616" y="464725"/>
                </a:lnTo>
                <a:lnTo>
                  <a:pt x="354806" y="470249"/>
                </a:lnTo>
                <a:lnTo>
                  <a:pt x="355378" y="478726"/>
                </a:lnTo>
                <a:lnTo>
                  <a:pt x="347186" y="481393"/>
                </a:lnTo>
                <a:lnTo>
                  <a:pt x="346710" y="484156"/>
                </a:lnTo>
                <a:lnTo>
                  <a:pt x="346710" y="484156"/>
                </a:lnTo>
                <a:lnTo>
                  <a:pt x="346615" y="485394"/>
                </a:lnTo>
                <a:lnTo>
                  <a:pt x="340233" y="485965"/>
                </a:lnTo>
                <a:lnTo>
                  <a:pt x="337566" y="483775"/>
                </a:lnTo>
                <a:lnTo>
                  <a:pt x="335661" y="480155"/>
                </a:lnTo>
                <a:lnTo>
                  <a:pt x="330803" y="477393"/>
                </a:lnTo>
                <a:lnTo>
                  <a:pt x="314420" y="472249"/>
                </a:lnTo>
                <a:lnTo>
                  <a:pt x="307181" y="471392"/>
                </a:lnTo>
                <a:lnTo>
                  <a:pt x="295180" y="463772"/>
                </a:lnTo>
                <a:lnTo>
                  <a:pt x="280226" y="460248"/>
                </a:lnTo>
                <a:lnTo>
                  <a:pt x="264224" y="452247"/>
                </a:lnTo>
                <a:lnTo>
                  <a:pt x="258604" y="450532"/>
                </a:lnTo>
                <a:lnTo>
                  <a:pt x="250508" y="442531"/>
                </a:lnTo>
                <a:lnTo>
                  <a:pt x="237649" y="417862"/>
                </a:lnTo>
                <a:lnTo>
                  <a:pt x="230886" y="412528"/>
                </a:lnTo>
                <a:lnTo>
                  <a:pt x="228600" y="409003"/>
                </a:lnTo>
                <a:lnTo>
                  <a:pt x="232505" y="404622"/>
                </a:lnTo>
                <a:lnTo>
                  <a:pt x="233172" y="397955"/>
                </a:lnTo>
                <a:lnTo>
                  <a:pt x="231362" y="394621"/>
                </a:lnTo>
                <a:lnTo>
                  <a:pt x="232696" y="390144"/>
                </a:lnTo>
                <a:lnTo>
                  <a:pt x="235934" y="389001"/>
                </a:lnTo>
                <a:lnTo>
                  <a:pt x="236506" y="383191"/>
                </a:lnTo>
                <a:lnTo>
                  <a:pt x="244030" y="382334"/>
                </a:lnTo>
                <a:lnTo>
                  <a:pt x="244507" y="377476"/>
                </a:lnTo>
                <a:lnTo>
                  <a:pt x="247555" y="374332"/>
                </a:lnTo>
                <a:lnTo>
                  <a:pt x="246602" y="370808"/>
                </a:lnTo>
                <a:lnTo>
                  <a:pt x="240792" y="369380"/>
                </a:lnTo>
                <a:lnTo>
                  <a:pt x="237839" y="366331"/>
                </a:lnTo>
                <a:lnTo>
                  <a:pt x="236029" y="367760"/>
                </a:lnTo>
                <a:lnTo>
                  <a:pt x="238601" y="371475"/>
                </a:lnTo>
                <a:lnTo>
                  <a:pt x="236791" y="374142"/>
                </a:lnTo>
                <a:lnTo>
                  <a:pt x="236791" y="378619"/>
                </a:lnTo>
                <a:lnTo>
                  <a:pt x="235077" y="378333"/>
                </a:lnTo>
                <a:lnTo>
                  <a:pt x="234791" y="375094"/>
                </a:lnTo>
                <a:lnTo>
                  <a:pt x="231648" y="372237"/>
                </a:lnTo>
                <a:lnTo>
                  <a:pt x="235268" y="365379"/>
                </a:lnTo>
                <a:lnTo>
                  <a:pt x="238125" y="365093"/>
                </a:lnTo>
                <a:lnTo>
                  <a:pt x="239173" y="363474"/>
                </a:lnTo>
                <a:lnTo>
                  <a:pt x="236315" y="357759"/>
                </a:lnTo>
                <a:lnTo>
                  <a:pt x="230029" y="357378"/>
                </a:lnTo>
                <a:lnTo>
                  <a:pt x="229267" y="355282"/>
                </a:lnTo>
                <a:lnTo>
                  <a:pt x="233553" y="352996"/>
                </a:lnTo>
                <a:lnTo>
                  <a:pt x="236220" y="349472"/>
                </a:lnTo>
                <a:lnTo>
                  <a:pt x="241364" y="347281"/>
                </a:lnTo>
                <a:lnTo>
                  <a:pt x="242030" y="344519"/>
                </a:lnTo>
                <a:lnTo>
                  <a:pt x="236029" y="339757"/>
                </a:lnTo>
                <a:lnTo>
                  <a:pt x="231839" y="339947"/>
                </a:lnTo>
                <a:lnTo>
                  <a:pt x="229838" y="341947"/>
                </a:lnTo>
                <a:lnTo>
                  <a:pt x="228124" y="348615"/>
                </a:lnTo>
                <a:lnTo>
                  <a:pt x="221742" y="354806"/>
                </a:lnTo>
                <a:lnTo>
                  <a:pt x="220980" y="362807"/>
                </a:lnTo>
                <a:lnTo>
                  <a:pt x="219361" y="366427"/>
                </a:lnTo>
                <a:lnTo>
                  <a:pt x="216218" y="367474"/>
                </a:lnTo>
                <a:lnTo>
                  <a:pt x="211169" y="362521"/>
                </a:lnTo>
                <a:lnTo>
                  <a:pt x="210979" y="358997"/>
                </a:lnTo>
                <a:lnTo>
                  <a:pt x="213074" y="354901"/>
                </a:lnTo>
                <a:lnTo>
                  <a:pt x="214884" y="347091"/>
                </a:lnTo>
                <a:lnTo>
                  <a:pt x="219456" y="341852"/>
                </a:lnTo>
                <a:lnTo>
                  <a:pt x="223456" y="339185"/>
                </a:lnTo>
                <a:lnTo>
                  <a:pt x="225076" y="336042"/>
                </a:lnTo>
                <a:lnTo>
                  <a:pt x="222980" y="330898"/>
                </a:lnTo>
                <a:lnTo>
                  <a:pt x="213646" y="331375"/>
                </a:lnTo>
                <a:lnTo>
                  <a:pt x="210407" y="326422"/>
                </a:lnTo>
                <a:lnTo>
                  <a:pt x="212217" y="307943"/>
                </a:lnTo>
                <a:lnTo>
                  <a:pt x="210407" y="302895"/>
                </a:lnTo>
                <a:lnTo>
                  <a:pt x="203549" y="294513"/>
                </a:lnTo>
                <a:lnTo>
                  <a:pt x="195929" y="288036"/>
                </a:lnTo>
                <a:lnTo>
                  <a:pt x="193358" y="282797"/>
                </a:lnTo>
                <a:lnTo>
                  <a:pt x="190310" y="249936"/>
                </a:lnTo>
                <a:lnTo>
                  <a:pt x="186499" y="233743"/>
                </a:lnTo>
                <a:lnTo>
                  <a:pt x="182308" y="226600"/>
                </a:lnTo>
                <a:lnTo>
                  <a:pt x="175070" y="217265"/>
                </a:lnTo>
                <a:lnTo>
                  <a:pt x="166306" y="210312"/>
                </a:lnTo>
                <a:lnTo>
                  <a:pt x="152400" y="201263"/>
                </a:lnTo>
                <a:lnTo>
                  <a:pt x="146018" y="198596"/>
                </a:lnTo>
                <a:lnTo>
                  <a:pt x="141637" y="186976"/>
                </a:lnTo>
                <a:lnTo>
                  <a:pt x="129064" y="167735"/>
                </a:lnTo>
                <a:lnTo>
                  <a:pt x="121063" y="159829"/>
                </a:lnTo>
                <a:lnTo>
                  <a:pt x="110871" y="144209"/>
                </a:lnTo>
                <a:lnTo>
                  <a:pt x="105346" y="128683"/>
                </a:lnTo>
                <a:lnTo>
                  <a:pt x="96393" y="108204"/>
                </a:lnTo>
                <a:lnTo>
                  <a:pt x="87249" y="95155"/>
                </a:lnTo>
                <a:lnTo>
                  <a:pt x="80391" y="88011"/>
                </a:lnTo>
                <a:lnTo>
                  <a:pt x="68770" y="78772"/>
                </a:lnTo>
                <a:lnTo>
                  <a:pt x="49435" y="72961"/>
                </a:lnTo>
                <a:lnTo>
                  <a:pt x="41148" y="53911"/>
                </a:lnTo>
                <a:lnTo>
                  <a:pt x="33338" y="44958"/>
                </a:lnTo>
                <a:lnTo>
                  <a:pt x="19145" y="35719"/>
                </a:lnTo>
                <a:lnTo>
                  <a:pt x="13811" y="34290"/>
                </a:lnTo>
                <a:lnTo>
                  <a:pt x="4477" y="34099"/>
                </a:lnTo>
                <a:lnTo>
                  <a:pt x="1714" y="31242"/>
                </a:lnTo>
                <a:lnTo>
                  <a:pt x="0" y="23813"/>
                </a:lnTo>
                <a:close/>
              </a:path>
            </a:pathLst>
          </a:custGeom>
          <a:solidFill>
            <a:schemeClr val="tx2">
              <a:lumMod val="75000"/>
              <a:lumOff val="25000"/>
            </a:schemeClr>
          </a:solidFill>
          <a:ln w="9525" cap="flat">
            <a:noFill/>
            <a:prstDash val="solid"/>
            <a:miter/>
          </a:ln>
        </p:spPr>
        <p:txBody>
          <a:bodyPr rtlCol="0" anchor="ctr"/>
          <a:lstStyle/>
          <a:p>
            <a:endParaRPr lang="en-AU"/>
          </a:p>
        </p:txBody>
      </p:sp>
      <p:sp>
        <p:nvSpPr>
          <p:cNvPr id="2" name="Google Shape;1603;p49">
            <a:extLst>
              <a:ext uri="{FF2B5EF4-FFF2-40B4-BE49-F238E27FC236}">
                <a16:creationId xmlns:a16="http://schemas.microsoft.com/office/drawing/2014/main" id="{CDB77A5B-9CAC-A744-C880-99649AE2DBA6}"/>
              </a:ext>
            </a:extLst>
          </p:cNvPr>
          <p:cNvSpPr txBox="1">
            <a:spLocks noGrp="1"/>
          </p:cNvSpPr>
          <p:nvPr>
            <p:ph type="body" idx="1"/>
          </p:nvPr>
        </p:nvSpPr>
        <p:spPr>
          <a:xfrm>
            <a:off x="526637" y="2968104"/>
            <a:ext cx="3208105" cy="2632657"/>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219710" lvl="0" indent="0" algn="just" rtl="0">
              <a:spcBef>
                <a:spcPts val="0"/>
              </a:spcBef>
              <a:spcAft>
                <a:spcPts val="0"/>
              </a:spcAft>
              <a:buSzPts val="1000"/>
              <a:buNone/>
            </a:pPr>
            <a:r>
              <a:rPr lang="en-US" sz="1800" err="1"/>
              <a:t>Klang</a:t>
            </a:r>
            <a:r>
              <a:rPr lang="en-US" sz="1800"/>
              <a:t> Valley (Malay: </a:t>
            </a:r>
            <a:r>
              <a:rPr lang="en-US" sz="1800" i="1"/>
              <a:t>Lembah </a:t>
            </a:r>
            <a:r>
              <a:rPr lang="en-US" sz="1800" i="1" err="1"/>
              <a:t>Klang</a:t>
            </a:r>
            <a:r>
              <a:rPr lang="en-US" sz="1800"/>
              <a:t>), which is an urban conglomeration in Malaysia, is a region that encompasses Kuala Lumpur, and Selangor. It is the cultural, political, and economic heart in Malaysia.</a:t>
            </a:r>
          </a:p>
        </p:txBody>
      </p:sp>
      <p:sp>
        <p:nvSpPr>
          <p:cNvPr id="7" name="Rectangle 6">
            <a:extLst>
              <a:ext uri="{FF2B5EF4-FFF2-40B4-BE49-F238E27FC236}">
                <a16:creationId xmlns:a16="http://schemas.microsoft.com/office/drawing/2014/main" id="{B2FFD03A-5500-1466-41A6-454D4DF4D3CA}"/>
              </a:ext>
            </a:extLst>
          </p:cNvPr>
          <p:cNvSpPr/>
          <p:nvPr/>
        </p:nvSpPr>
        <p:spPr>
          <a:xfrm>
            <a:off x="5216267" y="3101542"/>
            <a:ext cx="72000" cy="720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 name="Straight Connector 3">
            <a:extLst>
              <a:ext uri="{FF2B5EF4-FFF2-40B4-BE49-F238E27FC236}">
                <a16:creationId xmlns:a16="http://schemas.microsoft.com/office/drawing/2014/main" id="{5C8EE61A-7241-0980-C3B3-FC6D70E187C6}"/>
              </a:ext>
            </a:extLst>
          </p:cNvPr>
          <p:cNvCxnSpPr>
            <a:cxnSpLocks/>
          </p:cNvCxnSpPr>
          <p:nvPr/>
        </p:nvCxnSpPr>
        <p:spPr>
          <a:xfrm flipH="1" flipV="1">
            <a:off x="3013464" y="2635780"/>
            <a:ext cx="2250024" cy="4998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ADA6D3F-2732-0C51-A949-C803D3A8E286}"/>
              </a:ext>
            </a:extLst>
          </p:cNvPr>
          <p:cNvSpPr txBox="1"/>
          <p:nvPr/>
        </p:nvSpPr>
        <p:spPr>
          <a:xfrm>
            <a:off x="1360270" y="2416993"/>
            <a:ext cx="1733550" cy="369332"/>
          </a:xfrm>
          <a:prstGeom prst="rect">
            <a:avLst/>
          </a:prstGeom>
          <a:noFill/>
        </p:spPr>
        <p:txBody>
          <a:bodyPr wrap="square">
            <a:spAutoFit/>
          </a:bodyPr>
          <a:lstStyle/>
          <a:p>
            <a:r>
              <a:rPr lang="en-US" sz="1800"/>
              <a:t>Kuala Lumpur</a:t>
            </a:r>
            <a:endParaRPr lang="en-AU"/>
          </a:p>
        </p:txBody>
      </p:sp>
      <p:sp>
        <p:nvSpPr>
          <p:cNvPr id="19" name="TextBox 18">
            <a:extLst>
              <a:ext uri="{FF2B5EF4-FFF2-40B4-BE49-F238E27FC236}">
                <a16:creationId xmlns:a16="http://schemas.microsoft.com/office/drawing/2014/main" id="{EB4247F5-A1D8-6753-58AE-A0E6F2A85721}"/>
              </a:ext>
            </a:extLst>
          </p:cNvPr>
          <p:cNvSpPr txBox="1"/>
          <p:nvPr/>
        </p:nvSpPr>
        <p:spPr>
          <a:xfrm>
            <a:off x="6124591" y="3324855"/>
            <a:ext cx="1424048" cy="461665"/>
          </a:xfrm>
          <a:prstGeom prst="rect">
            <a:avLst/>
          </a:prstGeom>
          <a:noFill/>
        </p:spPr>
        <p:txBody>
          <a:bodyPr wrap="square" rtlCol="0">
            <a:spAutoFit/>
          </a:bodyPr>
          <a:lstStyle/>
          <a:p>
            <a:pPr algn="r"/>
            <a:r>
              <a:rPr lang="en-AU" sz="1200" b="1"/>
              <a:t>Where is </a:t>
            </a:r>
            <a:r>
              <a:rPr lang="en-AU" sz="1200" b="1" err="1"/>
              <a:t>Klang</a:t>
            </a:r>
            <a:r>
              <a:rPr lang="en-AU" sz="1200" b="1"/>
              <a:t> Valley? </a:t>
            </a:r>
          </a:p>
        </p:txBody>
      </p:sp>
      <p:sp>
        <p:nvSpPr>
          <p:cNvPr id="21" name="TextBox 20">
            <a:extLst>
              <a:ext uri="{FF2B5EF4-FFF2-40B4-BE49-F238E27FC236}">
                <a16:creationId xmlns:a16="http://schemas.microsoft.com/office/drawing/2014/main" id="{50880256-4858-3C0B-8B4D-940243057BFB}"/>
              </a:ext>
            </a:extLst>
          </p:cNvPr>
          <p:cNvSpPr txBox="1"/>
          <p:nvPr/>
        </p:nvSpPr>
        <p:spPr>
          <a:xfrm>
            <a:off x="6469022" y="4804249"/>
            <a:ext cx="1424048" cy="415498"/>
          </a:xfrm>
          <a:prstGeom prst="rect">
            <a:avLst/>
          </a:prstGeom>
          <a:noFill/>
        </p:spPr>
        <p:txBody>
          <a:bodyPr wrap="square" rtlCol="0">
            <a:spAutoFit/>
          </a:bodyPr>
          <a:lstStyle/>
          <a:p>
            <a:pPr algn="r"/>
            <a:r>
              <a:rPr lang="en-US" altLang="zh-CN" sz="1050">
                <a:solidFill>
                  <a:schemeClr val="bg1">
                    <a:lumMod val="50000"/>
                  </a:schemeClr>
                </a:solidFill>
              </a:rPr>
              <a:t>Population and Situation</a:t>
            </a:r>
            <a:endParaRPr lang="en-AU" sz="1050">
              <a:solidFill>
                <a:schemeClr val="bg1">
                  <a:lumMod val="50000"/>
                </a:schemeClr>
              </a:solidFill>
            </a:endParaRPr>
          </a:p>
        </p:txBody>
      </p:sp>
      <p:sp>
        <p:nvSpPr>
          <p:cNvPr id="23" name="TextBox 22">
            <a:extLst>
              <a:ext uri="{FF2B5EF4-FFF2-40B4-BE49-F238E27FC236}">
                <a16:creationId xmlns:a16="http://schemas.microsoft.com/office/drawing/2014/main" id="{2C31EDAE-7E49-38FC-7C7B-982283DD9AA3}"/>
              </a:ext>
            </a:extLst>
          </p:cNvPr>
          <p:cNvSpPr txBox="1"/>
          <p:nvPr/>
        </p:nvSpPr>
        <p:spPr>
          <a:xfrm>
            <a:off x="7276439" y="5975985"/>
            <a:ext cx="1424048" cy="415498"/>
          </a:xfrm>
          <a:prstGeom prst="rect">
            <a:avLst/>
          </a:prstGeom>
          <a:noFill/>
        </p:spPr>
        <p:txBody>
          <a:bodyPr wrap="square" rtlCol="0">
            <a:spAutoFit/>
          </a:bodyPr>
          <a:lstStyle/>
          <a:p>
            <a:pPr algn="r"/>
            <a:r>
              <a:rPr lang="en-US" altLang="zh-CN" sz="1050">
                <a:solidFill>
                  <a:schemeClr val="bg1">
                    <a:lumMod val="50000"/>
                  </a:schemeClr>
                </a:solidFill>
              </a:rPr>
              <a:t>Benefit of get to know with the trend</a:t>
            </a:r>
            <a:endParaRPr lang="en-AU" sz="1050">
              <a:solidFill>
                <a:schemeClr val="bg1">
                  <a:lumMod val="50000"/>
                </a:schemeClr>
              </a:solidFill>
            </a:endParaRPr>
          </a:p>
        </p:txBody>
      </p:sp>
      <p:sp>
        <p:nvSpPr>
          <p:cNvPr id="28" name="TextBox 27">
            <a:extLst>
              <a:ext uri="{FF2B5EF4-FFF2-40B4-BE49-F238E27FC236}">
                <a16:creationId xmlns:a16="http://schemas.microsoft.com/office/drawing/2014/main" id="{7DD1D3B1-AEA2-7A3A-24CB-A62C6B1F85C0}"/>
              </a:ext>
            </a:extLst>
          </p:cNvPr>
          <p:cNvSpPr txBox="1"/>
          <p:nvPr/>
        </p:nvSpPr>
        <p:spPr>
          <a:xfrm>
            <a:off x="8212454" y="6728791"/>
            <a:ext cx="1424048" cy="253916"/>
          </a:xfrm>
          <a:prstGeom prst="rect">
            <a:avLst/>
          </a:prstGeom>
          <a:noFill/>
        </p:spPr>
        <p:txBody>
          <a:bodyPr wrap="square" rtlCol="0">
            <a:spAutoFit/>
          </a:bodyPr>
          <a:lstStyle/>
          <a:p>
            <a:pPr algn="r"/>
            <a:r>
              <a:rPr lang="en-US" altLang="zh-CN" sz="1050">
                <a:solidFill>
                  <a:schemeClr val="bg1">
                    <a:lumMod val="50000"/>
                  </a:schemeClr>
                </a:solidFill>
              </a:rPr>
              <a:t>Action</a:t>
            </a:r>
            <a:endParaRPr lang="en-AU" sz="1050">
              <a:solidFill>
                <a:schemeClr val="bg1">
                  <a:lumMod val="50000"/>
                </a:schemeClr>
              </a:solidFill>
            </a:endParaRPr>
          </a:p>
        </p:txBody>
      </p:sp>
      <p:sp>
        <p:nvSpPr>
          <p:cNvPr id="32" name="Google Shape;962;p41">
            <a:extLst>
              <a:ext uri="{FF2B5EF4-FFF2-40B4-BE49-F238E27FC236}">
                <a16:creationId xmlns:a16="http://schemas.microsoft.com/office/drawing/2014/main" id="{83B06A8D-6CC9-1B52-0698-EC8005E9964A}"/>
              </a:ext>
            </a:extLst>
          </p:cNvPr>
          <p:cNvSpPr txBox="1">
            <a:spLocks noGrp="1"/>
          </p:cNvSpPr>
          <p:nvPr/>
        </p:nvSpPr>
        <p:spPr>
          <a:xfrm>
            <a:off x="1012873" y="739690"/>
            <a:ext cx="9821200"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4400">
                <a:solidFill>
                  <a:schemeClr val="accent2">
                    <a:lumMod val="75000"/>
                  </a:schemeClr>
                </a:solidFill>
                <a:latin typeface="Bebas Neue"/>
              </a:rPr>
              <a:t>Section 1: </a:t>
            </a:r>
            <a:r>
              <a:rPr lang="en-GB" sz="4400">
                <a:solidFill>
                  <a:schemeClr val="accent2">
                    <a:lumMod val="75000"/>
                  </a:schemeClr>
                </a:solidFill>
                <a:latin typeface="Bebas Neue"/>
              </a:rPr>
              <a:t>Background</a:t>
            </a:r>
            <a:endParaRPr lang="en" sz="4400">
              <a:solidFill>
                <a:schemeClr val="accent2">
                  <a:lumMod val="75000"/>
                </a:schemeClr>
              </a:solidFill>
              <a:latin typeface="Bebas Neue"/>
            </a:endParaRPr>
          </a:p>
        </p:txBody>
      </p:sp>
      <p:sp>
        <p:nvSpPr>
          <p:cNvPr id="16" name="Google Shape;1603;p49">
            <a:extLst>
              <a:ext uri="{FF2B5EF4-FFF2-40B4-BE49-F238E27FC236}">
                <a16:creationId xmlns:a16="http://schemas.microsoft.com/office/drawing/2014/main" id="{A302987D-181F-4368-3E87-431C87AF136C}"/>
              </a:ext>
            </a:extLst>
          </p:cNvPr>
          <p:cNvSpPr txBox="1">
            <a:spLocks/>
          </p:cNvSpPr>
          <p:nvPr/>
        </p:nvSpPr>
        <p:spPr>
          <a:xfrm>
            <a:off x="3734742" y="9134104"/>
            <a:ext cx="5241864" cy="2024441"/>
          </a:xfrm>
          <a:prstGeom prst="rect">
            <a:avLst/>
          </a:prstGeom>
        </p:spPr>
        <p:txBody>
          <a:bodyPr spcFirstLastPara="1" vert="horz" wrap="square" lIns="121900" tIns="121900" rIns="121900" bIns="121900" rtlCol="0" anchor="t" anchorCtr="0">
            <a:noAutofit/>
          </a:bodyPr>
          <a:lstStyle>
            <a:defPPr marR="0" lvl="0" algn="l" rtl="0">
              <a:lnSpc>
                <a:spcPct val="100000"/>
              </a:lnSpc>
              <a:spcBef>
                <a:spcPts val="0"/>
              </a:spcBef>
              <a:spcAft>
                <a:spcPts val="0"/>
              </a:spcAft>
              <a:defRPr/>
            </a:defPPr>
            <a:lvl1pPr marL="609585" marR="0" lvl="0" indent="-389457" algn="l" defTabSz="914400" rtl="0" eaLnBrk="1" latinLnBrk="0" hangingPunct="1">
              <a:lnSpc>
                <a:spcPct val="100000"/>
              </a:lnSpc>
              <a:spcBef>
                <a:spcPts val="0"/>
              </a:spcBef>
              <a:spcAft>
                <a:spcPts val="0"/>
              </a:spcAft>
              <a:buClr>
                <a:srgbClr val="000000"/>
              </a:buClr>
              <a:buSzPts val="1000"/>
              <a:buFont typeface="Arial"/>
              <a:buChar char="■"/>
              <a:defRPr sz="1867" b="0" i="0" u="none" strike="noStrike" kern="1200" cap="none">
                <a:solidFill>
                  <a:srgbClr val="000000"/>
                </a:solidFill>
                <a:latin typeface="Arial"/>
                <a:ea typeface="Arial"/>
                <a:cs typeface="Arial"/>
                <a:sym typeface="Arial"/>
              </a:defRPr>
            </a:lvl1pPr>
            <a:lvl2pPr marL="1219170" marR="0" lvl="1" indent="-406390" algn="l" defTabSz="914400" rtl="0" eaLnBrk="1" latinLnBrk="0" hangingPunct="1">
              <a:lnSpc>
                <a:spcPct val="100000"/>
              </a:lnSpc>
              <a:spcBef>
                <a:spcPts val="0"/>
              </a:spcBef>
              <a:spcAft>
                <a:spcPts val="0"/>
              </a:spcAft>
              <a:buClr>
                <a:srgbClr val="000000"/>
              </a:buClr>
              <a:buSzPts val="1200"/>
              <a:buFont typeface="Arial"/>
              <a:buChar char="○"/>
              <a:defRPr sz="1867" b="0" i="0" u="none" strike="noStrike" kern="1200" cap="none">
                <a:solidFill>
                  <a:srgbClr val="000000"/>
                </a:solidFill>
                <a:latin typeface="Arial"/>
                <a:ea typeface="Arial"/>
                <a:cs typeface="Arial"/>
                <a:sym typeface="Arial"/>
              </a:defRPr>
            </a:lvl2pPr>
            <a:lvl3pPr marL="1828754" marR="0" lvl="2" indent="-406390" algn="l" defTabSz="914400" rtl="0" eaLnBrk="1" latinLnBrk="0" hangingPunct="1">
              <a:lnSpc>
                <a:spcPct val="100000"/>
              </a:lnSpc>
              <a:spcBef>
                <a:spcPts val="0"/>
              </a:spcBef>
              <a:spcAft>
                <a:spcPts val="0"/>
              </a:spcAft>
              <a:buClr>
                <a:srgbClr val="000000"/>
              </a:buClr>
              <a:buSzPts val="1200"/>
              <a:buFont typeface="Arial"/>
              <a:buChar char="■"/>
              <a:defRPr sz="1867" b="0" i="0" u="none" strike="noStrike" kern="1200" cap="none">
                <a:solidFill>
                  <a:srgbClr val="000000"/>
                </a:solidFill>
                <a:latin typeface="Arial"/>
                <a:ea typeface="Arial"/>
                <a:cs typeface="Arial"/>
                <a:sym typeface="Arial"/>
              </a:defRPr>
            </a:lvl3pPr>
            <a:lvl4pPr marL="2438339" marR="0" lvl="3" indent="-406390" algn="l" defTabSz="914400" rtl="0" eaLnBrk="1" latinLnBrk="0" hangingPunct="1">
              <a:lnSpc>
                <a:spcPct val="100000"/>
              </a:lnSpc>
              <a:spcBef>
                <a:spcPts val="0"/>
              </a:spcBef>
              <a:spcAft>
                <a:spcPts val="0"/>
              </a:spcAft>
              <a:buClr>
                <a:srgbClr val="000000"/>
              </a:buClr>
              <a:buSzPts val="1200"/>
              <a:buFont typeface="Arial"/>
              <a:buChar char="●"/>
              <a:defRPr sz="1867" b="0" i="0" u="none" strike="noStrike" kern="1200" cap="none">
                <a:solidFill>
                  <a:srgbClr val="000000"/>
                </a:solidFill>
                <a:latin typeface="Arial"/>
                <a:ea typeface="Arial"/>
                <a:cs typeface="Arial"/>
                <a:sym typeface="Arial"/>
              </a:defRPr>
            </a:lvl4pPr>
            <a:lvl5pPr marL="3047924" marR="0" lvl="4" indent="-406390" algn="l" defTabSz="914400" rtl="0" eaLnBrk="1" latinLnBrk="0" hangingPunct="1">
              <a:lnSpc>
                <a:spcPct val="100000"/>
              </a:lnSpc>
              <a:spcBef>
                <a:spcPts val="0"/>
              </a:spcBef>
              <a:spcAft>
                <a:spcPts val="0"/>
              </a:spcAft>
              <a:buClr>
                <a:srgbClr val="000000"/>
              </a:buClr>
              <a:buSzPts val="1200"/>
              <a:buFont typeface="Arial"/>
              <a:buChar char="○"/>
              <a:defRPr sz="1867" b="0" i="0" u="none" strike="noStrike" kern="1200" cap="none">
                <a:solidFill>
                  <a:srgbClr val="000000"/>
                </a:solidFill>
                <a:latin typeface="Arial"/>
                <a:ea typeface="Arial"/>
                <a:cs typeface="Arial"/>
                <a:sym typeface="Arial"/>
              </a:defRPr>
            </a:lvl5pPr>
            <a:lvl6pPr marL="3657509" marR="0" lvl="5" indent="-406390" algn="l" defTabSz="914400" rtl="0" eaLnBrk="1" latinLnBrk="0" hangingPunct="1">
              <a:lnSpc>
                <a:spcPct val="100000"/>
              </a:lnSpc>
              <a:spcBef>
                <a:spcPts val="0"/>
              </a:spcBef>
              <a:spcAft>
                <a:spcPts val="0"/>
              </a:spcAft>
              <a:buClr>
                <a:srgbClr val="000000"/>
              </a:buClr>
              <a:buSzPts val="1200"/>
              <a:buFont typeface="Arial"/>
              <a:buChar char="■"/>
              <a:defRPr sz="1867" b="0" i="0" u="none" strike="noStrike" kern="1200" cap="none">
                <a:solidFill>
                  <a:srgbClr val="000000"/>
                </a:solidFill>
                <a:latin typeface="Arial"/>
                <a:ea typeface="Arial"/>
                <a:cs typeface="Arial"/>
                <a:sym typeface="Arial"/>
              </a:defRPr>
            </a:lvl6pPr>
            <a:lvl7pPr marL="4267093" marR="0" lvl="6" indent="-406390" algn="l" defTabSz="914400" rtl="0" eaLnBrk="1" latinLnBrk="0" hangingPunct="1">
              <a:lnSpc>
                <a:spcPct val="100000"/>
              </a:lnSpc>
              <a:spcBef>
                <a:spcPts val="0"/>
              </a:spcBef>
              <a:spcAft>
                <a:spcPts val="0"/>
              </a:spcAft>
              <a:buClr>
                <a:srgbClr val="000000"/>
              </a:buClr>
              <a:buSzPts val="1200"/>
              <a:buFont typeface="Arial"/>
              <a:buChar char="●"/>
              <a:defRPr sz="1867" b="0" i="0" u="none" strike="noStrike" kern="1200" cap="none">
                <a:solidFill>
                  <a:srgbClr val="000000"/>
                </a:solidFill>
                <a:latin typeface="Arial"/>
                <a:ea typeface="Arial"/>
                <a:cs typeface="Arial"/>
                <a:sym typeface="Arial"/>
              </a:defRPr>
            </a:lvl7pPr>
            <a:lvl8pPr marL="4876678" marR="0" lvl="7" indent="-406390" algn="l" defTabSz="914400" rtl="0" eaLnBrk="1" latinLnBrk="0" hangingPunct="1">
              <a:lnSpc>
                <a:spcPct val="100000"/>
              </a:lnSpc>
              <a:spcBef>
                <a:spcPts val="0"/>
              </a:spcBef>
              <a:spcAft>
                <a:spcPts val="0"/>
              </a:spcAft>
              <a:buClr>
                <a:srgbClr val="000000"/>
              </a:buClr>
              <a:buSzPts val="1200"/>
              <a:buFont typeface="Arial"/>
              <a:buChar char="○"/>
              <a:defRPr sz="1867" b="0" i="0" u="none" strike="noStrike" kern="1200" cap="none">
                <a:solidFill>
                  <a:srgbClr val="000000"/>
                </a:solidFill>
                <a:latin typeface="Arial"/>
                <a:ea typeface="Arial"/>
                <a:cs typeface="Arial"/>
                <a:sym typeface="Arial"/>
              </a:defRPr>
            </a:lvl8pPr>
            <a:lvl9pPr marL="5486263" marR="0" lvl="8" indent="-406390" algn="l" defTabSz="914400" rtl="0" eaLnBrk="1" latinLnBrk="0" hangingPunct="1">
              <a:lnSpc>
                <a:spcPct val="100000"/>
              </a:lnSpc>
              <a:spcBef>
                <a:spcPts val="0"/>
              </a:spcBef>
              <a:spcAft>
                <a:spcPts val="0"/>
              </a:spcAft>
              <a:buClr>
                <a:srgbClr val="000000"/>
              </a:buClr>
              <a:buSzPts val="1200"/>
              <a:buFont typeface="Arial"/>
              <a:buChar char="■"/>
              <a:defRPr sz="1867" b="0" i="0" u="none" strike="noStrike" kern="1200" cap="none">
                <a:solidFill>
                  <a:srgbClr val="000000"/>
                </a:solidFill>
                <a:latin typeface="Arial"/>
                <a:ea typeface="Arial"/>
                <a:cs typeface="Arial"/>
                <a:sym typeface="Arial"/>
              </a:defRPr>
            </a:lvl9pPr>
          </a:lstStyle>
          <a:p>
            <a:pPr marL="219710" indent="0" algn="just">
              <a:buFont typeface="Arial"/>
              <a:buNone/>
            </a:pPr>
            <a:r>
              <a:rPr lang="en-US" sz="1800"/>
              <a:t>Due to high population, significant urbanisation and high inflation rates in Klang Valley, housing prices in the cities are unpredictable. This necessitates that people from all walks of life closely monitor the housing rental market and its trends </a:t>
            </a:r>
            <a:r>
              <a:rPr lang="en-AU" sz="1600">
                <a:latin typeface="Arial" panose="020B0604020202020204" pitchFamily="34" charset="0"/>
                <a:cs typeface="Arial" panose="020B0604020202020204" pitchFamily="34" charset="0"/>
              </a:rPr>
              <a:t>(Zainon et al., 2017)</a:t>
            </a:r>
            <a:r>
              <a:rPr lang="en-US" sz="1800"/>
              <a:t>.</a:t>
            </a:r>
          </a:p>
        </p:txBody>
      </p:sp>
      <p:sp>
        <p:nvSpPr>
          <p:cNvPr id="18" name="TextBox 17">
            <a:extLst>
              <a:ext uri="{FF2B5EF4-FFF2-40B4-BE49-F238E27FC236}">
                <a16:creationId xmlns:a16="http://schemas.microsoft.com/office/drawing/2014/main" id="{02C41E8D-7D4A-C0AF-A164-9B4EC7422285}"/>
              </a:ext>
            </a:extLst>
          </p:cNvPr>
          <p:cNvSpPr txBox="1"/>
          <p:nvPr/>
        </p:nvSpPr>
        <p:spPr>
          <a:xfrm>
            <a:off x="5445649" y="7336820"/>
            <a:ext cx="3721167" cy="1200329"/>
          </a:xfrm>
          <a:prstGeom prst="rect">
            <a:avLst/>
          </a:prstGeom>
          <a:noFill/>
        </p:spPr>
        <p:txBody>
          <a:bodyPr wrap="square">
            <a:spAutoFit/>
          </a:bodyPr>
          <a:lstStyle/>
          <a:p>
            <a:r>
              <a:rPr lang="en-US" sz="7200" b="1"/>
              <a:t>2.311 M</a:t>
            </a:r>
            <a:endParaRPr lang="en-AU" sz="7200" b="1"/>
          </a:p>
        </p:txBody>
      </p:sp>
      <p:sp>
        <p:nvSpPr>
          <p:cNvPr id="20" name="TextBox 19">
            <a:extLst>
              <a:ext uri="{FF2B5EF4-FFF2-40B4-BE49-F238E27FC236}">
                <a16:creationId xmlns:a16="http://schemas.microsoft.com/office/drawing/2014/main" id="{C452F3A4-BA9C-013B-B3E3-CBBE1F66719C}"/>
              </a:ext>
            </a:extLst>
          </p:cNvPr>
          <p:cNvSpPr txBox="1"/>
          <p:nvPr/>
        </p:nvSpPr>
        <p:spPr>
          <a:xfrm>
            <a:off x="5445649" y="8444550"/>
            <a:ext cx="3530957" cy="584775"/>
          </a:xfrm>
          <a:prstGeom prst="rect">
            <a:avLst/>
          </a:prstGeom>
          <a:noFill/>
        </p:spPr>
        <p:txBody>
          <a:bodyPr wrap="square">
            <a:spAutoFit/>
          </a:bodyPr>
          <a:lstStyle/>
          <a:p>
            <a:pPr algn="r"/>
            <a:r>
              <a:rPr lang="en-US" sz="1600"/>
              <a:t>people living in </a:t>
            </a:r>
            <a:r>
              <a:rPr lang="en-US" sz="1600" err="1"/>
              <a:t>Klang</a:t>
            </a:r>
            <a:r>
              <a:rPr lang="en-US" sz="1600"/>
              <a:t> Valley by 2024</a:t>
            </a:r>
          </a:p>
          <a:p>
            <a:pPr algn="r"/>
            <a:r>
              <a:rPr lang="en-AU" sz="1600"/>
              <a:t>(</a:t>
            </a:r>
            <a:r>
              <a:rPr lang="en-AU" sz="1600" err="1"/>
              <a:t>Worldometer</a:t>
            </a:r>
            <a:r>
              <a:rPr lang="en-AU" sz="1600"/>
              <a:t>, 2023)</a:t>
            </a:r>
          </a:p>
        </p:txBody>
      </p:sp>
    </p:spTree>
    <p:extLst>
      <p:ext uri="{BB962C8B-B14F-4D97-AF65-F5344CB8AC3E}">
        <p14:creationId xmlns:p14="http://schemas.microsoft.com/office/powerpoint/2010/main" val="2179354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01"/>
        <p:cNvGrpSpPr/>
        <p:nvPr/>
      </p:nvGrpSpPr>
      <p:grpSpPr>
        <a:xfrm>
          <a:off x="0" y="0"/>
          <a:ext cx="0" cy="0"/>
          <a:chOff x="0" y="0"/>
          <a:chExt cx="0" cy="0"/>
        </a:xfrm>
      </p:grpSpPr>
      <p:pic>
        <p:nvPicPr>
          <p:cNvPr id="1026" name="Picture 2" descr="Visit Kuala Lumpur | Tailor-Made Trips to Kuala Lumpur | Audley Travel UK">
            <a:extLst>
              <a:ext uri="{FF2B5EF4-FFF2-40B4-BE49-F238E27FC236}">
                <a16:creationId xmlns:a16="http://schemas.microsoft.com/office/drawing/2014/main" id="{7E6F7253-33DB-8474-275E-B1A3A1706B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3256" y="-316246"/>
            <a:ext cx="10043944" cy="717424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37C85DE2-95D7-3F19-2D48-2F0C6D4729F4}"/>
              </a:ext>
            </a:extLst>
          </p:cNvPr>
          <p:cNvPicPr>
            <a:picLocks noChangeAspect="1"/>
          </p:cNvPicPr>
          <p:nvPr/>
        </p:nvPicPr>
        <p:blipFill>
          <a:blip r:embed="rId4"/>
          <a:srcRect r="14475"/>
          <a:stretch>
            <a:fillRect/>
          </a:stretch>
        </p:blipFill>
        <p:spPr>
          <a:xfrm>
            <a:off x="0" y="0"/>
            <a:ext cx="10427225" cy="6858000"/>
          </a:xfrm>
          <a:custGeom>
            <a:avLst/>
            <a:gdLst>
              <a:gd name="connsiteX0" fmla="*/ 0 w 10427225"/>
              <a:gd name="connsiteY0" fmla="*/ 0 h 6858000"/>
              <a:gd name="connsiteX1" fmla="*/ 10427225 w 10427225"/>
              <a:gd name="connsiteY1" fmla="*/ 0 h 6858000"/>
              <a:gd name="connsiteX2" fmla="*/ 10286999 w 10427225"/>
              <a:gd name="connsiteY2" fmla="*/ 47447 h 6858000"/>
              <a:gd name="connsiteX3" fmla="*/ 7924800 w 10427225"/>
              <a:gd name="connsiteY3" fmla="*/ 3429000 h 6858000"/>
              <a:gd name="connsiteX4" fmla="*/ 10286999 w 10427225"/>
              <a:gd name="connsiteY4" fmla="*/ 6810553 h 6858000"/>
              <a:gd name="connsiteX5" fmla="*/ 10427225 w 10427225"/>
              <a:gd name="connsiteY5" fmla="*/ 6858000 h 6858000"/>
              <a:gd name="connsiteX6" fmla="*/ 0 w 10427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27225" h="6858000">
                <a:moveTo>
                  <a:pt x="0" y="0"/>
                </a:moveTo>
                <a:lnTo>
                  <a:pt x="10427225" y="0"/>
                </a:lnTo>
                <a:lnTo>
                  <a:pt x="10286999" y="47447"/>
                </a:lnTo>
                <a:cubicBezTo>
                  <a:pt x="8908549" y="552165"/>
                  <a:pt x="7924800" y="1875699"/>
                  <a:pt x="7924800" y="3429000"/>
                </a:cubicBezTo>
                <a:cubicBezTo>
                  <a:pt x="7924800" y="4982301"/>
                  <a:pt x="8908549" y="6305835"/>
                  <a:pt x="10286999" y="6810553"/>
                </a:cubicBezTo>
                <a:lnTo>
                  <a:pt x="10427225" y="6858000"/>
                </a:lnTo>
                <a:lnTo>
                  <a:pt x="0" y="6858000"/>
                </a:lnTo>
                <a:close/>
              </a:path>
            </a:pathLst>
          </a:custGeom>
        </p:spPr>
      </p:pic>
      <p:sp>
        <p:nvSpPr>
          <p:cNvPr id="12" name="Oval 11">
            <a:extLst>
              <a:ext uri="{FF2B5EF4-FFF2-40B4-BE49-F238E27FC236}">
                <a16:creationId xmlns:a16="http://schemas.microsoft.com/office/drawing/2014/main" id="{C879A28C-ED5B-F802-4352-D62C0597C7F9}"/>
              </a:ext>
            </a:extLst>
          </p:cNvPr>
          <p:cNvSpPr/>
          <p:nvPr/>
        </p:nvSpPr>
        <p:spPr>
          <a:xfrm>
            <a:off x="7595167" y="-351000"/>
            <a:ext cx="7560000" cy="7560000"/>
          </a:xfrm>
          <a:prstGeom prst="ellipse">
            <a:avLst/>
          </a:prstGeom>
          <a:noFill/>
          <a:ln>
            <a:gradFill flip="none" rotWithShape="1">
              <a:gsLst>
                <a:gs pos="0">
                  <a:schemeClr val="bg1"/>
                </a:gs>
                <a:gs pos="0">
                  <a:schemeClr val="tx1"/>
                </a:gs>
                <a:gs pos="35000">
                  <a:srgbClr val="FFFFFF"/>
                </a:gs>
                <a:gs pos="100000">
                  <a:schemeClr val="bg1"/>
                </a:gs>
              </a:gsLst>
              <a:lin ang="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Google Shape;1603;p49">
            <a:extLst>
              <a:ext uri="{FF2B5EF4-FFF2-40B4-BE49-F238E27FC236}">
                <a16:creationId xmlns:a16="http://schemas.microsoft.com/office/drawing/2014/main" id="{CDB77A5B-9CAC-A744-C880-99649AE2DBA6}"/>
              </a:ext>
            </a:extLst>
          </p:cNvPr>
          <p:cNvSpPr txBox="1">
            <a:spLocks noGrp="1"/>
          </p:cNvSpPr>
          <p:nvPr>
            <p:ph type="body" idx="1"/>
          </p:nvPr>
        </p:nvSpPr>
        <p:spPr>
          <a:xfrm>
            <a:off x="486137" y="3512589"/>
            <a:ext cx="5241864" cy="2024441"/>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219710" indent="0" algn="just">
              <a:buNone/>
            </a:pPr>
            <a:r>
              <a:rPr lang="en-US" sz="1800"/>
              <a:t>Due to high population, significant </a:t>
            </a:r>
            <a:r>
              <a:rPr lang="en-US" sz="1800" err="1"/>
              <a:t>urbanisation</a:t>
            </a:r>
            <a:r>
              <a:rPr lang="en-US" sz="1800"/>
              <a:t> and high inflation rates in </a:t>
            </a:r>
            <a:r>
              <a:rPr lang="en-US" sz="1800" err="1"/>
              <a:t>Klang</a:t>
            </a:r>
            <a:r>
              <a:rPr lang="en-US" sz="1800"/>
              <a:t> Valley, housing prices in the cities are unpredictable. This necessitates that people from all walks of life closely monitor the housing rental market and its trends </a:t>
            </a:r>
            <a:r>
              <a:rPr lang="en-AU" sz="1600">
                <a:latin typeface="Arial" panose="020B0604020202020204" pitchFamily="34" charset="0"/>
                <a:cs typeface="Arial" panose="020B0604020202020204" pitchFamily="34" charset="0"/>
              </a:rPr>
              <a:t>(</a:t>
            </a:r>
            <a:r>
              <a:rPr lang="en-AU" sz="1600" err="1">
                <a:latin typeface="Arial" panose="020B0604020202020204" pitchFamily="34" charset="0"/>
                <a:cs typeface="Arial" panose="020B0604020202020204" pitchFamily="34" charset="0"/>
              </a:rPr>
              <a:t>Zainon</a:t>
            </a:r>
            <a:r>
              <a:rPr lang="en-AU" sz="1600">
                <a:latin typeface="Arial" panose="020B0604020202020204" pitchFamily="34" charset="0"/>
                <a:cs typeface="Arial" panose="020B0604020202020204" pitchFamily="34" charset="0"/>
              </a:rPr>
              <a:t> et al., 2017)</a:t>
            </a:r>
            <a:r>
              <a:rPr lang="en-US" sz="1800"/>
              <a:t>.</a:t>
            </a:r>
          </a:p>
        </p:txBody>
      </p:sp>
      <p:sp>
        <p:nvSpPr>
          <p:cNvPr id="3" name="TextBox 2">
            <a:extLst>
              <a:ext uri="{FF2B5EF4-FFF2-40B4-BE49-F238E27FC236}">
                <a16:creationId xmlns:a16="http://schemas.microsoft.com/office/drawing/2014/main" id="{04086B22-60FD-D2FE-1643-E0CE337577EB}"/>
              </a:ext>
            </a:extLst>
          </p:cNvPr>
          <p:cNvSpPr txBox="1"/>
          <p:nvPr/>
        </p:nvSpPr>
        <p:spPr>
          <a:xfrm>
            <a:off x="2197044" y="1715305"/>
            <a:ext cx="3721167" cy="1200329"/>
          </a:xfrm>
          <a:prstGeom prst="rect">
            <a:avLst/>
          </a:prstGeom>
          <a:noFill/>
        </p:spPr>
        <p:txBody>
          <a:bodyPr wrap="square">
            <a:spAutoFit/>
          </a:bodyPr>
          <a:lstStyle/>
          <a:p>
            <a:r>
              <a:rPr lang="en-US" sz="7200" b="1"/>
              <a:t>2.311 M</a:t>
            </a:r>
            <a:endParaRPr lang="en-AU" sz="7200" b="1"/>
          </a:p>
        </p:txBody>
      </p:sp>
      <p:sp>
        <p:nvSpPr>
          <p:cNvPr id="5" name="TextBox 4">
            <a:extLst>
              <a:ext uri="{FF2B5EF4-FFF2-40B4-BE49-F238E27FC236}">
                <a16:creationId xmlns:a16="http://schemas.microsoft.com/office/drawing/2014/main" id="{E7CB3B68-A320-21D1-31AD-9DA7FD5EDA40}"/>
              </a:ext>
            </a:extLst>
          </p:cNvPr>
          <p:cNvSpPr txBox="1"/>
          <p:nvPr/>
        </p:nvSpPr>
        <p:spPr>
          <a:xfrm>
            <a:off x="2197044" y="2823035"/>
            <a:ext cx="3530957" cy="584775"/>
          </a:xfrm>
          <a:prstGeom prst="rect">
            <a:avLst/>
          </a:prstGeom>
          <a:noFill/>
        </p:spPr>
        <p:txBody>
          <a:bodyPr wrap="square">
            <a:spAutoFit/>
          </a:bodyPr>
          <a:lstStyle/>
          <a:p>
            <a:pPr algn="r"/>
            <a:r>
              <a:rPr lang="en-US" sz="1600"/>
              <a:t>people living in </a:t>
            </a:r>
            <a:r>
              <a:rPr lang="en-US" sz="1600" err="1"/>
              <a:t>Klang</a:t>
            </a:r>
            <a:r>
              <a:rPr lang="en-US" sz="1600"/>
              <a:t> Valley by 2024</a:t>
            </a:r>
          </a:p>
          <a:p>
            <a:pPr algn="r"/>
            <a:r>
              <a:rPr lang="en-AU" sz="1600"/>
              <a:t>(</a:t>
            </a:r>
            <a:r>
              <a:rPr lang="en-AU" sz="1600" err="1"/>
              <a:t>Worldometer</a:t>
            </a:r>
            <a:r>
              <a:rPr lang="en-AU" sz="1600"/>
              <a:t>, 2023)</a:t>
            </a:r>
          </a:p>
        </p:txBody>
      </p:sp>
      <p:sp>
        <p:nvSpPr>
          <p:cNvPr id="6" name="TextBox 5">
            <a:extLst>
              <a:ext uri="{FF2B5EF4-FFF2-40B4-BE49-F238E27FC236}">
                <a16:creationId xmlns:a16="http://schemas.microsoft.com/office/drawing/2014/main" id="{01C7CDD8-4386-07E1-352F-9A8087A184A3}"/>
              </a:ext>
            </a:extLst>
          </p:cNvPr>
          <p:cNvSpPr txBox="1"/>
          <p:nvPr/>
        </p:nvSpPr>
        <p:spPr>
          <a:xfrm>
            <a:off x="6281205" y="2003480"/>
            <a:ext cx="1424048" cy="415498"/>
          </a:xfrm>
          <a:prstGeom prst="rect">
            <a:avLst/>
          </a:prstGeom>
          <a:noFill/>
        </p:spPr>
        <p:txBody>
          <a:bodyPr wrap="square" rtlCol="0">
            <a:spAutoFit/>
          </a:bodyPr>
          <a:lstStyle/>
          <a:p>
            <a:pPr algn="r"/>
            <a:r>
              <a:rPr lang="en-AU" sz="1050">
                <a:solidFill>
                  <a:schemeClr val="bg1">
                    <a:lumMod val="50000"/>
                  </a:schemeClr>
                </a:solidFill>
              </a:rPr>
              <a:t>Where is </a:t>
            </a:r>
            <a:r>
              <a:rPr lang="en-AU" sz="1050" err="1">
                <a:solidFill>
                  <a:schemeClr val="bg1">
                    <a:lumMod val="50000"/>
                  </a:schemeClr>
                </a:solidFill>
              </a:rPr>
              <a:t>Klang</a:t>
            </a:r>
            <a:r>
              <a:rPr lang="en-AU" sz="1050">
                <a:solidFill>
                  <a:schemeClr val="bg1">
                    <a:lumMod val="50000"/>
                  </a:schemeClr>
                </a:solidFill>
              </a:rPr>
              <a:t> Valley? </a:t>
            </a:r>
          </a:p>
        </p:txBody>
      </p:sp>
      <p:sp>
        <p:nvSpPr>
          <p:cNvPr id="8" name="TextBox 7">
            <a:extLst>
              <a:ext uri="{FF2B5EF4-FFF2-40B4-BE49-F238E27FC236}">
                <a16:creationId xmlns:a16="http://schemas.microsoft.com/office/drawing/2014/main" id="{B274626C-32E7-CB36-F46A-0A9090DCA5E2}"/>
              </a:ext>
            </a:extLst>
          </p:cNvPr>
          <p:cNvSpPr txBox="1"/>
          <p:nvPr/>
        </p:nvSpPr>
        <p:spPr>
          <a:xfrm>
            <a:off x="6159911" y="3717202"/>
            <a:ext cx="1424048" cy="461665"/>
          </a:xfrm>
          <a:prstGeom prst="rect">
            <a:avLst/>
          </a:prstGeom>
          <a:noFill/>
        </p:spPr>
        <p:txBody>
          <a:bodyPr wrap="square" rtlCol="0">
            <a:spAutoFit/>
          </a:bodyPr>
          <a:lstStyle/>
          <a:p>
            <a:pPr algn="r"/>
            <a:r>
              <a:rPr lang="en-US" altLang="zh-CN" sz="1200" b="1"/>
              <a:t>Population and Situation</a:t>
            </a:r>
            <a:endParaRPr lang="en-AU" sz="1200" b="1"/>
          </a:p>
        </p:txBody>
      </p:sp>
      <p:sp>
        <p:nvSpPr>
          <p:cNvPr id="11" name="TextBox 10">
            <a:extLst>
              <a:ext uri="{FF2B5EF4-FFF2-40B4-BE49-F238E27FC236}">
                <a16:creationId xmlns:a16="http://schemas.microsoft.com/office/drawing/2014/main" id="{F757C73B-DE35-021D-1B3B-17F08F528E0E}"/>
              </a:ext>
            </a:extLst>
          </p:cNvPr>
          <p:cNvSpPr txBox="1"/>
          <p:nvPr/>
        </p:nvSpPr>
        <p:spPr>
          <a:xfrm>
            <a:off x="6740690" y="5430696"/>
            <a:ext cx="1424048" cy="415498"/>
          </a:xfrm>
          <a:prstGeom prst="rect">
            <a:avLst/>
          </a:prstGeom>
          <a:noFill/>
        </p:spPr>
        <p:txBody>
          <a:bodyPr wrap="square" rtlCol="0">
            <a:spAutoFit/>
          </a:bodyPr>
          <a:lstStyle/>
          <a:p>
            <a:pPr algn="r"/>
            <a:r>
              <a:rPr lang="en-US" altLang="zh-CN" sz="1050">
                <a:solidFill>
                  <a:schemeClr val="bg1">
                    <a:lumMod val="50000"/>
                  </a:schemeClr>
                </a:solidFill>
              </a:rPr>
              <a:t>Benefit of get to know with the trend</a:t>
            </a:r>
            <a:endParaRPr lang="en-AU" sz="1050">
              <a:solidFill>
                <a:schemeClr val="bg1">
                  <a:lumMod val="50000"/>
                </a:schemeClr>
              </a:solidFill>
            </a:endParaRPr>
          </a:p>
        </p:txBody>
      </p:sp>
      <p:sp>
        <p:nvSpPr>
          <p:cNvPr id="14" name="TextBox 13">
            <a:extLst>
              <a:ext uri="{FF2B5EF4-FFF2-40B4-BE49-F238E27FC236}">
                <a16:creationId xmlns:a16="http://schemas.microsoft.com/office/drawing/2014/main" id="{14B5F3B2-50E5-B48D-7A2A-1E3F4D5726D8}"/>
              </a:ext>
            </a:extLst>
          </p:cNvPr>
          <p:cNvSpPr txBox="1"/>
          <p:nvPr/>
        </p:nvSpPr>
        <p:spPr>
          <a:xfrm>
            <a:off x="7658898" y="6577778"/>
            <a:ext cx="1424048" cy="253916"/>
          </a:xfrm>
          <a:prstGeom prst="rect">
            <a:avLst/>
          </a:prstGeom>
          <a:noFill/>
        </p:spPr>
        <p:txBody>
          <a:bodyPr wrap="square" rtlCol="0">
            <a:spAutoFit/>
          </a:bodyPr>
          <a:lstStyle/>
          <a:p>
            <a:pPr algn="r"/>
            <a:r>
              <a:rPr lang="en-US" altLang="zh-CN" sz="1050">
                <a:solidFill>
                  <a:schemeClr val="bg1">
                    <a:lumMod val="50000"/>
                  </a:schemeClr>
                </a:solidFill>
              </a:rPr>
              <a:t>Action</a:t>
            </a:r>
            <a:endParaRPr lang="en-AU" sz="1050">
              <a:solidFill>
                <a:schemeClr val="bg1">
                  <a:lumMod val="50000"/>
                </a:schemeClr>
              </a:solidFill>
            </a:endParaRPr>
          </a:p>
        </p:txBody>
      </p:sp>
      <p:sp>
        <p:nvSpPr>
          <p:cNvPr id="15" name="Freeform: Shape 14">
            <a:extLst>
              <a:ext uri="{FF2B5EF4-FFF2-40B4-BE49-F238E27FC236}">
                <a16:creationId xmlns:a16="http://schemas.microsoft.com/office/drawing/2014/main" id="{FF7F0F2F-BDAE-1C3D-1622-949985506269}"/>
              </a:ext>
            </a:extLst>
          </p:cNvPr>
          <p:cNvSpPr/>
          <p:nvPr/>
        </p:nvSpPr>
        <p:spPr>
          <a:xfrm rot="899332">
            <a:off x="6491554" y="-4295314"/>
            <a:ext cx="3836879" cy="3069353"/>
          </a:xfrm>
          <a:custGeom>
            <a:avLst/>
            <a:gdLst>
              <a:gd name="connsiteX0" fmla="*/ 0 w 445865"/>
              <a:gd name="connsiteY0" fmla="*/ 23813 h 485965"/>
              <a:gd name="connsiteX1" fmla="*/ 2572 w 445865"/>
              <a:gd name="connsiteY1" fmla="*/ 20193 h 485965"/>
              <a:gd name="connsiteX2" fmla="*/ 4667 w 445865"/>
              <a:gd name="connsiteY2" fmla="*/ 9620 h 485965"/>
              <a:gd name="connsiteX3" fmla="*/ 7144 w 445865"/>
              <a:gd name="connsiteY3" fmla="*/ 7239 h 485965"/>
              <a:gd name="connsiteX4" fmla="*/ 35814 w 445865"/>
              <a:gd name="connsiteY4" fmla="*/ 4381 h 485965"/>
              <a:gd name="connsiteX5" fmla="*/ 48673 w 445865"/>
              <a:gd name="connsiteY5" fmla="*/ 0 h 485965"/>
              <a:gd name="connsiteX6" fmla="*/ 50101 w 445865"/>
              <a:gd name="connsiteY6" fmla="*/ 1524 h 485965"/>
              <a:gd name="connsiteX7" fmla="*/ 49720 w 445865"/>
              <a:gd name="connsiteY7" fmla="*/ 12097 h 485965"/>
              <a:gd name="connsiteX8" fmla="*/ 52006 w 445865"/>
              <a:gd name="connsiteY8" fmla="*/ 13906 h 485965"/>
              <a:gd name="connsiteX9" fmla="*/ 61150 w 445865"/>
              <a:gd name="connsiteY9" fmla="*/ 16478 h 485965"/>
              <a:gd name="connsiteX10" fmla="*/ 63246 w 445865"/>
              <a:gd name="connsiteY10" fmla="*/ 18764 h 485965"/>
              <a:gd name="connsiteX11" fmla="*/ 62674 w 445865"/>
              <a:gd name="connsiteY11" fmla="*/ 21717 h 485965"/>
              <a:gd name="connsiteX12" fmla="*/ 58864 w 445865"/>
              <a:gd name="connsiteY12" fmla="*/ 25146 h 485965"/>
              <a:gd name="connsiteX13" fmla="*/ 57626 w 445865"/>
              <a:gd name="connsiteY13" fmla="*/ 28670 h 485965"/>
              <a:gd name="connsiteX14" fmla="*/ 58960 w 445865"/>
              <a:gd name="connsiteY14" fmla="*/ 33909 h 485965"/>
              <a:gd name="connsiteX15" fmla="*/ 60960 w 445865"/>
              <a:gd name="connsiteY15" fmla="*/ 35719 h 485965"/>
              <a:gd name="connsiteX16" fmla="*/ 66389 w 445865"/>
              <a:gd name="connsiteY16" fmla="*/ 36290 h 485965"/>
              <a:gd name="connsiteX17" fmla="*/ 68389 w 445865"/>
              <a:gd name="connsiteY17" fmla="*/ 33433 h 485965"/>
              <a:gd name="connsiteX18" fmla="*/ 69628 w 445865"/>
              <a:gd name="connsiteY18" fmla="*/ 27527 h 485965"/>
              <a:gd name="connsiteX19" fmla="*/ 73247 w 445865"/>
              <a:gd name="connsiteY19" fmla="*/ 25336 h 485965"/>
              <a:gd name="connsiteX20" fmla="*/ 81153 w 445865"/>
              <a:gd name="connsiteY20" fmla="*/ 24574 h 485965"/>
              <a:gd name="connsiteX21" fmla="*/ 83153 w 445865"/>
              <a:gd name="connsiteY21" fmla="*/ 25432 h 485965"/>
              <a:gd name="connsiteX22" fmla="*/ 84391 w 445865"/>
              <a:gd name="connsiteY22" fmla="*/ 26479 h 485965"/>
              <a:gd name="connsiteX23" fmla="*/ 83820 w 445865"/>
              <a:gd name="connsiteY23" fmla="*/ 30289 h 485965"/>
              <a:gd name="connsiteX24" fmla="*/ 84772 w 445865"/>
              <a:gd name="connsiteY24" fmla="*/ 32290 h 485965"/>
              <a:gd name="connsiteX25" fmla="*/ 95250 w 445865"/>
              <a:gd name="connsiteY25" fmla="*/ 28480 h 485965"/>
              <a:gd name="connsiteX26" fmla="*/ 94774 w 445865"/>
              <a:gd name="connsiteY26" fmla="*/ 33338 h 485965"/>
              <a:gd name="connsiteX27" fmla="*/ 96298 w 445865"/>
              <a:gd name="connsiteY27" fmla="*/ 42291 h 485965"/>
              <a:gd name="connsiteX28" fmla="*/ 98869 w 445865"/>
              <a:gd name="connsiteY28" fmla="*/ 42481 h 485965"/>
              <a:gd name="connsiteX29" fmla="*/ 107442 w 445865"/>
              <a:gd name="connsiteY29" fmla="*/ 32956 h 485965"/>
              <a:gd name="connsiteX30" fmla="*/ 108299 w 445865"/>
              <a:gd name="connsiteY30" fmla="*/ 33814 h 485965"/>
              <a:gd name="connsiteX31" fmla="*/ 108299 w 445865"/>
              <a:gd name="connsiteY31" fmla="*/ 38386 h 485965"/>
              <a:gd name="connsiteX32" fmla="*/ 112204 w 445865"/>
              <a:gd name="connsiteY32" fmla="*/ 42100 h 485965"/>
              <a:gd name="connsiteX33" fmla="*/ 110490 w 445865"/>
              <a:gd name="connsiteY33" fmla="*/ 42577 h 485965"/>
              <a:gd name="connsiteX34" fmla="*/ 105632 w 445865"/>
              <a:gd name="connsiteY34" fmla="*/ 40576 h 485965"/>
              <a:gd name="connsiteX35" fmla="*/ 103537 w 445865"/>
              <a:gd name="connsiteY35" fmla="*/ 41053 h 485965"/>
              <a:gd name="connsiteX36" fmla="*/ 101632 w 445865"/>
              <a:gd name="connsiteY36" fmla="*/ 51149 h 485965"/>
              <a:gd name="connsiteX37" fmla="*/ 101632 w 445865"/>
              <a:gd name="connsiteY37" fmla="*/ 52483 h 485965"/>
              <a:gd name="connsiteX38" fmla="*/ 103251 w 445865"/>
              <a:gd name="connsiteY38" fmla="*/ 53721 h 485965"/>
              <a:gd name="connsiteX39" fmla="*/ 109252 w 445865"/>
              <a:gd name="connsiteY39" fmla="*/ 47911 h 485965"/>
              <a:gd name="connsiteX40" fmla="*/ 113443 w 445865"/>
              <a:gd name="connsiteY40" fmla="*/ 51816 h 485965"/>
              <a:gd name="connsiteX41" fmla="*/ 114681 w 445865"/>
              <a:gd name="connsiteY41" fmla="*/ 51625 h 485965"/>
              <a:gd name="connsiteX42" fmla="*/ 116681 w 445865"/>
              <a:gd name="connsiteY42" fmla="*/ 47530 h 485965"/>
              <a:gd name="connsiteX43" fmla="*/ 120491 w 445865"/>
              <a:gd name="connsiteY43" fmla="*/ 48387 h 485965"/>
              <a:gd name="connsiteX44" fmla="*/ 125254 w 445865"/>
              <a:gd name="connsiteY44" fmla="*/ 41053 h 485965"/>
              <a:gd name="connsiteX45" fmla="*/ 128492 w 445865"/>
              <a:gd name="connsiteY45" fmla="*/ 45434 h 485965"/>
              <a:gd name="connsiteX46" fmla="*/ 125920 w 445865"/>
              <a:gd name="connsiteY46" fmla="*/ 50006 h 485965"/>
              <a:gd name="connsiteX47" fmla="*/ 128302 w 445865"/>
              <a:gd name="connsiteY47" fmla="*/ 51721 h 485965"/>
              <a:gd name="connsiteX48" fmla="*/ 131731 w 445865"/>
              <a:gd name="connsiteY48" fmla="*/ 52102 h 485965"/>
              <a:gd name="connsiteX49" fmla="*/ 132683 w 445865"/>
              <a:gd name="connsiteY49" fmla="*/ 48101 h 485965"/>
              <a:gd name="connsiteX50" fmla="*/ 133636 w 445865"/>
              <a:gd name="connsiteY50" fmla="*/ 47720 h 485965"/>
              <a:gd name="connsiteX51" fmla="*/ 135636 w 445865"/>
              <a:gd name="connsiteY51" fmla="*/ 53530 h 485965"/>
              <a:gd name="connsiteX52" fmla="*/ 140779 w 445865"/>
              <a:gd name="connsiteY52" fmla="*/ 59531 h 485965"/>
              <a:gd name="connsiteX53" fmla="*/ 149162 w 445865"/>
              <a:gd name="connsiteY53" fmla="*/ 57245 h 485965"/>
              <a:gd name="connsiteX54" fmla="*/ 151924 w 445865"/>
              <a:gd name="connsiteY54" fmla="*/ 57721 h 485965"/>
              <a:gd name="connsiteX55" fmla="*/ 156591 w 445865"/>
              <a:gd name="connsiteY55" fmla="*/ 61150 h 485965"/>
              <a:gd name="connsiteX56" fmla="*/ 167545 w 445865"/>
              <a:gd name="connsiteY56" fmla="*/ 56864 h 485965"/>
              <a:gd name="connsiteX57" fmla="*/ 169164 w 445865"/>
              <a:gd name="connsiteY57" fmla="*/ 57245 h 485965"/>
              <a:gd name="connsiteX58" fmla="*/ 168116 w 445865"/>
              <a:gd name="connsiteY58" fmla="*/ 62960 h 485965"/>
              <a:gd name="connsiteX59" fmla="*/ 168402 w 445865"/>
              <a:gd name="connsiteY59" fmla="*/ 74104 h 485965"/>
              <a:gd name="connsiteX60" fmla="*/ 171641 w 445865"/>
              <a:gd name="connsiteY60" fmla="*/ 75628 h 485965"/>
              <a:gd name="connsiteX61" fmla="*/ 179641 w 445865"/>
              <a:gd name="connsiteY61" fmla="*/ 76676 h 485965"/>
              <a:gd name="connsiteX62" fmla="*/ 186690 w 445865"/>
              <a:gd name="connsiteY62" fmla="*/ 73819 h 485965"/>
              <a:gd name="connsiteX63" fmla="*/ 192024 w 445865"/>
              <a:gd name="connsiteY63" fmla="*/ 74104 h 485965"/>
              <a:gd name="connsiteX64" fmla="*/ 195453 w 445865"/>
              <a:gd name="connsiteY64" fmla="*/ 70294 h 485965"/>
              <a:gd name="connsiteX65" fmla="*/ 202978 w 445865"/>
              <a:gd name="connsiteY65" fmla="*/ 68294 h 485965"/>
              <a:gd name="connsiteX66" fmla="*/ 206121 w 445865"/>
              <a:gd name="connsiteY66" fmla="*/ 65913 h 485965"/>
              <a:gd name="connsiteX67" fmla="*/ 206407 w 445865"/>
              <a:gd name="connsiteY67" fmla="*/ 56769 h 485965"/>
              <a:gd name="connsiteX68" fmla="*/ 198691 w 445865"/>
              <a:gd name="connsiteY68" fmla="*/ 36004 h 485965"/>
              <a:gd name="connsiteX69" fmla="*/ 202311 w 445865"/>
              <a:gd name="connsiteY69" fmla="*/ 31432 h 485965"/>
              <a:gd name="connsiteX70" fmla="*/ 202978 w 445865"/>
              <a:gd name="connsiteY70" fmla="*/ 28765 h 485965"/>
              <a:gd name="connsiteX71" fmla="*/ 206597 w 445865"/>
              <a:gd name="connsiteY71" fmla="*/ 28384 h 485965"/>
              <a:gd name="connsiteX72" fmla="*/ 210598 w 445865"/>
              <a:gd name="connsiteY72" fmla="*/ 26003 h 485965"/>
              <a:gd name="connsiteX73" fmla="*/ 216694 w 445865"/>
              <a:gd name="connsiteY73" fmla="*/ 26956 h 485965"/>
              <a:gd name="connsiteX74" fmla="*/ 220694 w 445865"/>
              <a:gd name="connsiteY74" fmla="*/ 30385 h 485965"/>
              <a:gd name="connsiteX75" fmla="*/ 222028 w 445865"/>
              <a:gd name="connsiteY75" fmla="*/ 38290 h 485965"/>
              <a:gd name="connsiteX76" fmla="*/ 225171 w 445865"/>
              <a:gd name="connsiteY76" fmla="*/ 37624 h 485965"/>
              <a:gd name="connsiteX77" fmla="*/ 235363 w 445865"/>
              <a:gd name="connsiteY77" fmla="*/ 44386 h 485965"/>
              <a:gd name="connsiteX78" fmla="*/ 242411 w 445865"/>
              <a:gd name="connsiteY78" fmla="*/ 47244 h 485965"/>
              <a:gd name="connsiteX79" fmla="*/ 244221 w 445865"/>
              <a:gd name="connsiteY79" fmla="*/ 48863 h 485965"/>
              <a:gd name="connsiteX80" fmla="*/ 246507 w 445865"/>
              <a:gd name="connsiteY80" fmla="*/ 56102 h 485965"/>
              <a:gd name="connsiteX81" fmla="*/ 258032 w 445865"/>
              <a:gd name="connsiteY81" fmla="*/ 60769 h 485965"/>
              <a:gd name="connsiteX82" fmla="*/ 271177 w 445865"/>
              <a:gd name="connsiteY82" fmla="*/ 73057 h 485965"/>
              <a:gd name="connsiteX83" fmla="*/ 276225 w 445865"/>
              <a:gd name="connsiteY83" fmla="*/ 74771 h 485965"/>
              <a:gd name="connsiteX84" fmla="*/ 281464 w 445865"/>
              <a:gd name="connsiteY84" fmla="*/ 73628 h 485965"/>
              <a:gd name="connsiteX85" fmla="*/ 285655 w 445865"/>
              <a:gd name="connsiteY85" fmla="*/ 66294 h 485965"/>
              <a:gd name="connsiteX86" fmla="*/ 290036 w 445865"/>
              <a:gd name="connsiteY86" fmla="*/ 65342 h 485965"/>
              <a:gd name="connsiteX87" fmla="*/ 293846 w 445865"/>
              <a:gd name="connsiteY87" fmla="*/ 62960 h 485965"/>
              <a:gd name="connsiteX88" fmla="*/ 295370 w 445865"/>
              <a:gd name="connsiteY88" fmla="*/ 59436 h 485965"/>
              <a:gd name="connsiteX89" fmla="*/ 293941 w 445865"/>
              <a:gd name="connsiteY89" fmla="*/ 55531 h 485965"/>
              <a:gd name="connsiteX90" fmla="*/ 296704 w 445865"/>
              <a:gd name="connsiteY90" fmla="*/ 50197 h 485965"/>
              <a:gd name="connsiteX91" fmla="*/ 299180 w 445865"/>
              <a:gd name="connsiteY91" fmla="*/ 48006 h 485965"/>
              <a:gd name="connsiteX92" fmla="*/ 301943 w 445865"/>
              <a:gd name="connsiteY92" fmla="*/ 49339 h 485965"/>
              <a:gd name="connsiteX93" fmla="*/ 304610 w 445865"/>
              <a:gd name="connsiteY93" fmla="*/ 45720 h 485965"/>
              <a:gd name="connsiteX94" fmla="*/ 305372 w 445865"/>
              <a:gd name="connsiteY94" fmla="*/ 41529 h 485965"/>
              <a:gd name="connsiteX95" fmla="*/ 302990 w 445865"/>
              <a:gd name="connsiteY95" fmla="*/ 38386 h 485965"/>
              <a:gd name="connsiteX96" fmla="*/ 304229 w 445865"/>
              <a:gd name="connsiteY96" fmla="*/ 35909 h 485965"/>
              <a:gd name="connsiteX97" fmla="*/ 313658 w 445865"/>
              <a:gd name="connsiteY97" fmla="*/ 36385 h 485965"/>
              <a:gd name="connsiteX98" fmla="*/ 313658 w 445865"/>
              <a:gd name="connsiteY98" fmla="*/ 36385 h 485965"/>
              <a:gd name="connsiteX99" fmla="*/ 325945 w 445865"/>
              <a:gd name="connsiteY99" fmla="*/ 52292 h 485965"/>
              <a:gd name="connsiteX100" fmla="*/ 336709 w 445865"/>
              <a:gd name="connsiteY100" fmla="*/ 58864 h 485965"/>
              <a:gd name="connsiteX101" fmla="*/ 344043 w 445865"/>
              <a:gd name="connsiteY101" fmla="*/ 60198 h 485965"/>
              <a:gd name="connsiteX102" fmla="*/ 354235 w 445865"/>
              <a:gd name="connsiteY102" fmla="*/ 59341 h 485965"/>
              <a:gd name="connsiteX103" fmla="*/ 359283 w 445865"/>
              <a:gd name="connsiteY103" fmla="*/ 61913 h 485965"/>
              <a:gd name="connsiteX104" fmla="*/ 370141 w 445865"/>
              <a:gd name="connsiteY104" fmla="*/ 72961 h 485965"/>
              <a:gd name="connsiteX105" fmla="*/ 374333 w 445865"/>
              <a:gd name="connsiteY105" fmla="*/ 79629 h 485965"/>
              <a:gd name="connsiteX106" fmla="*/ 376142 w 445865"/>
              <a:gd name="connsiteY106" fmla="*/ 88773 h 485965"/>
              <a:gd name="connsiteX107" fmla="*/ 377952 w 445865"/>
              <a:gd name="connsiteY107" fmla="*/ 91821 h 485965"/>
              <a:gd name="connsiteX108" fmla="*/ 385001 w 445865"/>
              <a:gd name="connsiteY108" fmla="*/ 97726 h 485965"/>
              <a:gd name="connsiteX109" fmla="*/ 386143 w 445865"/>
              <a:gd name="connsiteY109" fmla="*/ 100393 h 485965"/>
              <a:gd name="connsiteX110" fmla="*/ 386429 w 445865"/>
              <a:gd name="connsiteY110" fmla="*/ 105442 h 485965"/>
              <a:gd name="connsiteX111" fmla="*/ 383858 w 445865"/>
              <a:gd name="connsiteY111" fmla="*/ 111252 h 485965"/>
              <a:gd name="connsiteX112" fmla="*/ 384143 w 445865"/>
              <a:gd name="connsiteY112" fmla="*/ 119634 h 485965"/>
              <a:gd name="connsiteX113" fmla="*/ 382429 w 445865"/>
              <a:gd name="connsiteY113" fmla="*/ 121348 h 485965"/>
              <a:gd name="connsiteX114" fmla="*/ 374618 w 445865"/>
              <a:gd name="connsiteY114" fmla="*/ 124301 h 485965"/>
              <a:gd name="connsiteX115" fmla="*/ 365570 w 445865"/>
              <a:gd name="connsiteY115" fmla="*/ 140494 h 485965"/>
              <a:gd name="connsiteX116" fmla="*/ 373285 w 445865"/>
              <a:gd name="connsiteY116" fmla="*/ 155448 h 485965"/>
              <a:gd name="connsiteX117" fmla="*/ 376714 w 445865"/>
              <a:gd name="connsiteY117" fmla="*/ 169831 h 485965"/>
              <a:gd name="connsiteX118" fmla="*/ 375095 w 445865"/>
              <a:gd name="connsiteY118" fmla="*/ 174117 h 485965"/>
              <a:gd name="connsiteX119" fmla="*/ 368427 w 445865"/>
              <a:gd name="connsiteY119" fmla="*/ 179451 h 485965"/>
              <a:gd name="connsiteX120" fmla="*/ 365474 w 445865"/>
              <a:gd name="connsiteY120" fmla="*/ 189452 h 485965"/>
              <a:gd name="connsiteX121" fmla="*/ 372142 w 445865"/>
              <a:gd name="connsiteY121" fmla="*/ 193929 h 485965"/>
              <a:gd name="connsiteX122" fmla="*/ 373380 w 445865"/>
              <a:gd name="connsiteY122" fmla="*/ 197453 h 485965"/>
              <a:gd name="connsiteX123" fmla="*/ 387668 w 445865"/>
              <a:gd name="connsiteY123" fmla="*/ 218027 h 485965"/>
              <a:gd name="connsiteX124" fmla="*/ 407384 w 445865"/>
              <a:gd name="connsiteY124" fmla="*/ 229076 h 485965"/>
              <a:gd name="connsiteX125" fmla="*/ 418338 w 445865"/>
              <a:gd name="connsiteY125" fmla="*/ 228790 h 485965"/>
              <a:gd name="connsiteX126" fmla="*/ 426244 w 445865"/>
              <a:gd name="connsiteY126" fmla="*/ 232886 h 485965"/>
              <a:gd name="connsiteX127" fmla="*/ 426244 w 445865"/>
              <a:gd name="connsiteY127" fmla="*/ 232886 h 485965"/>
              <a:gd name="connsiteX128" fmla="*/ 430816 w 445865"/>
              <a:gd name="connsiteY128" fmla="*/ 235553 h 485965"/>
              <a:gd name="connsiteX129" fmla="*/ 431768 w 445865"/>
              <a:gd name="connsiteY129" fmla="*/ 243649 h 485965"/>
              <a:gd name="connsiteX130" fmla="*/ 436340 w 445865"/>
              <a:gd name="connsiteY130" fmla="*/ 251269 h 485965"/>
              <a:gd name="connsiteX131" fmla="*/ 436245 w 445865"/>
              <a:gd name="connsiteY131" fmla="*/ 260699 h 485965"/>
              <a:gd name="connsiteX132" fmla="*/ 437864 w 445865"/>
              <a:gd name="connsiteY132" fmla="*/ 268795 h 485965"/>
              <a:gd name="connsiteX133" fmla="*/ 442436 w 445865"/>
              <a:gd name="connsiteY133" fmla="*/ 278130 h 485965"/>
              <a:gd name="connsiteX134" fmla="*/ 442246 w 445865"/>
              <a:gd name="connsiteY134" fmla="*/ 282130 h 485965"/>
              <a:gd name="connsiteX135" fmla="*/ 437864 w 445865"/>
              <a:gd name="connsiteY135" fmla="*/ 289941 h 485965"/>
              <a:gd name="connsiteX136" fmla="*/ 437102 w 445865"/>
              <a:gd name="connsiteY136" fmla="*/ 294799 h 485965"/>
              <a:gd name="connsiteX137" fmla="*/ 445865 w 445865"/>
              <a:gd name="connsiteY137" fmla="*/ 313849 h 485965"/>
              <a:gd name="connsiteX138" fmla="*/ 445579 w 445865"/>
              <a:gd name="connsiteY138" fmla="*/ 320135 h 485965"/>
              <a:gd name="connsiteX139" fmla="*/ 435007 w 445865"/>
              <a:gd name="connsiteY139" fmla="*/ 326612 h 485965"/>
              <a:gd name="connsiteX140" fmla="*/ 434054 w 445865"/>
              <a:gd name="connsiteY140" fmla="*/ 332327 h 485965"/>
              <a:gd name="connsiteX141" fmla="*/ 427672 w 445865"/>
              <a:gd name="connsiteY141" fmla="*/ 342805 h 485965"/>
              <a:gd name="connsiteX142" fmla="*/ 413956 w 445865"/>
              <a:gd name="connsiteY142" fmla="*/ 374332 h 485965"/>
              <a:gd name="connsiteX143" fmla="*/ 407575 w 445865"/>
              <a:gd name="connsiteY143" fmla="*/ 382048 h 485965"/>
              <a:gd name="connsiteX144" fmla="*/ 360807 w 445865"/>
              <a:gd name="connsiteY144" fmla="*/ 380428 h 485965"/>
              <a:gd name="connsiteX145" fmla="*/ 365760 w 445865"/>
              <a:gd name="connsiteY145" fmla="*/ 438531 h 485965"/>
              <a:gd name="connsiteX146" fmla="*/ 364331 w 445865"/>
              <a:gd name="connsiteY146" fmla="*/ 450532 h 485965"/>
              <a:gd name="connsiteX147" fmla="*/ 362807 w 445865"/>
              <a:gd name="connsiteY147" fmla="*/ 455009 h 485965"/>
              <a:gd name="connsiteX148" fmla="*/ 359093 w 445865"/>
              <a:gd name="connsiteY148" fmla="*/ 459581 h 485965"/>
              <a:gd name="connsiteX149" fmla="*/ 360616 w 445865"/>
              <a:gd name="connsiteY149" fmla="*/ 464725 h 485965"/>
              <a:gd name="connsiteX150" fmla="*/ 354806 w 445865"/>
              <a:gd name="connsiteY150" fmla="*/ 470249 h 485965"/>
              <a:gd name="connsiteX151" fmla="*/ 355378 w 445865"/>
              <a:gd name="connsiteY151" fmla="*/ 478726 h 485965"/>
              <a:gd name="connsiteX152" fmla="*/ 347186 w 445865"/>
              <a:gd name="connsiteY152" fmla="*/ 481393 h 485965"/>
              <a:gd name="connsiteX153" fmla="*/ 346710 w 445865"/>
              <a:gd name="connsiteY153" fmla="*/ 484156 h 485965"/>
              <a:gd name="connsiteX154" fmla="*/ 346710 w 445865"/>
              <a:gd name="connsiteY154" fmla="*/ 484156 h 485965"/>
              <a:gd name="connsiteX155" fmla="*/ 346615 w 445865"/>
              <a:gd name="connsiteY155" fmla="*/ 485394 h 485965"/>
              <a:gd name="connsiteX156" fmla="*/ 340233 w 445865"/>
              <a:gd name="connsiteY156" fmla="*/ 485965 h 485965"/>
              <a:gd name="connsiteX157" fmla="*/ 337566 w 445865"/>
              <a:gd name="connsiteY157" fmla="*/ 483775 h 485965"/>
              <a:gd name="connsiteX158" fmla="*/ 335661 w 445865"/>
              <a:gd name="connsiteY158" fmla="*/ 480155 h 485965"/>
              <a:gd name="connsiteX159" fmla="*/ 330803 w 445865"/>
              <a:gd name="connsiteY159" fmla="*/ 477393 h 485965"/>
              <a:gd name="connsiteX160" fmla="*/ 314420 w 445865"/>
              <a:gd name="connsiteY160" fmla="*/ 472249 h 485965"/>
              <a:gd name="connsiteX161" fmla="*/ 307181 w 445865"/>
              <a:gd name="connsiteY161" fmla="*/ 471392 h 485965"/>
              <a:gd name="connsiteX162" fmla="*/ 295180 w 445865"/>
              <a:gd name="connsiteY162" fmla="*/ 463772 h 485965"/>
              <a:gd name="connsiteX163" fmla="*/ 280226 w 445865"/>
              <a:gd name="connsiteY163" fmla="*/ 460248 h 485965"/>
              <a:gd name="connsiteX164" fmla="*/ 264224 w 445865"/>
              <a:gd name="connsiteY164" fmla="*/ 452247 h 485965"/>
              <a:gd name="connsiteX165" fmla="*/ 258604 w 445865"/>
              <a:gd name="connsiteY165" fmla="*/ 450532 h 485965"/>
              <a:gd name="connsiteX166" fmla="*/ 250508 w 445865"/>
              <a:gd name="connsiteY166" fmla="*/ 442531 h 485965"/>
              <a:gd name="connsiteX167" fmla="*/ 237649 w 445865"/>
              <a:gd name="connsiteY167" fmla="*/ 417862 h 485965"/>
              <a:gd name="connsiteX168" fmla="*/ 230886 w 445865"/>
              <a:gd name="connsiteY168" fmla="*/ 412528 h 485965"/>
              <a:gd name="connsiteX169" fmla="*/ 228600 w 445865"/>
              <a:gd name="connsiteY169" fmla="*/ 409003 h 485965"/>
              <a:gd name="connsiteX170" fmla="*/ 232505 w 445865"/>
              <a:gd name="connsiteY170" fmla="*/ 404622 h 485965"/>
              <a:gd name="connsiteX171" fmla="*/ 233172 w 445865"/>
              <a:gd name="connsiteY171" fmla="*/ 397955 h 485965"/>
              <a:gd name="connsiteX172" fmla="*/ 231362 w 445865"/>
              <a:gd name="connsiteY172" fmla="*/ 394621 h 485965"/>
              <a:gd name="connsiteX173" fmla="*/ 232696 w 445865"/>
              <a:gd name="connsiteY173" fmla="*/ 390144 h 485965"/>
              <a:gd name="connsiteX174" fmla="*/ 235934 w 445865"/>
              <a:gd name="connsiteY174" fmla="*/ 389001 h 485965"/>
              <a:gd name="connsiteX175" fmla="*/ 236506 w 445865"/>
              <a:gd name="connsiteY175" fmla="*/ 383191 h 485965"/>
              <a:gd name="connsiteX176" fmla="*/ 244030 w 445865"/>
              <a:gd name="connsiteY176" fmla="*/ 382334 h 485965"/>
              <a:gd name="connsiteX177" fmla="*/ 244507 w 445865"/>
              <a:gd name="connsiteY177" fmla="*/ 377476 h 485965"/>
              <a:gd name="connsiteX178" fmla="*/ 247555 w 445865"/>
              <a:gd name="connsiteY178" fmla="*/ 374332 h 485965"/>
              <a:gd name="connsiteX179" fmla="*/ 246602 w 445865"/>
              <a:gd name="connsiteY179" fmla="*/ 370808 h 485965"/>
              <a:gd name="connsiteX180" fmla="*/ 240792 w 445865"/>
              <a:gd name="connsiteY180" fmla="*/ 369380 h 485965"/>
              <a:gd name="connsiteX181" fmla="*/ 237839 w 445865"/>
              <a:gd name="connsiteY181" fmla="*/ 366331 h 485965"/>
              <a:gd name="connsiteX182" fmla="*/ 236029 w 445865"/>
              <a:gd name="connsiteY182" fmla="*/ 367760 h 485965"/>
              <a:gd name="connsiteX183" fmla="*/ 238601 w 445865"/>
              <a:gd name="connsiteY183" fmla="*/ 371475 h 485965"/>
              <a:gd name="connsiteX184" fmla="*/ 236791 w 445865"/>
              <a:gd name="connsiteY184" fmla="*/ 374142 h 485965"/>
              <a:gd name="connsiteX185" fmla="*/ 236791 w 445865"/>
              <a:gd name="connsiteY185" fmla="*/ 378619 h 485965"/>
              <a:gd name="connsiteX186" fmla="*/ 235077 w 445865"/>
              <a:gd name="connsiteY186" fmla="*/ 378333 h 485965"/>
              <a:gd name="connsiteX187" fmla="*/ 234791 w 445865"/>
              <a:gd name="connsiteY187" fmla="*/ 375094 h 485965"/>
              <a:gd name="connsiteX188" fmla="*/ 231648 w 445865"/>
              <a:gd name="connsiteY188" fmla="*/ 372237 h 485965"/>
              <a:gd name="connsiteX189" fmla="*/ 235268 w 445865"/>
              <a:gd name="connsiteY189" fmla="*/ 365379 h 485965"/>
              <a:gd name="connsiteX190" fmla="*/ 238125 w 445865"/>
              <a:gd name="connsiteY190" fmla="*/ 365093 h 485965"/>
              <a:gd name="connsiteX191" fmla="*/ 239173 w 445865"/>
              <a:gd name="connsiteY191" fmla="*/ 363474 h 485965"/>
              <a:gd name="connsiteX192" fmla="*/ 236315 w 445865"/>
              <a:gd name="connsiteY192" fmla="*/ 357759 h 485965"/>
              <a:gd name="connsiteX193" fmla="*/ 230029 w 445865"/>
              <a:gd name="connsiteY193" fmla="*/ 357378 h 485965"/>
              <a:gd name="connsiteX194" fmla="*/ 229267 w 445865"/>
              <a:gd name="connsiteY194" fmla="*/ 355282 h 485965"/>
              <a:gd name="connsiteX195" fmla="*/ 233553 w 445865"/>
              <a:gd name="connsiteY195" fmla="*/ 352996 h 485965"/>
              <a:gd name="connsiteX196" fmla="*/ 236220 w 445865"/>
              <a:gd name="connsiteY196" fmla="*/ 349472 h 485965"/>
              <a:gd name="connsiteX197" fmla="*/ 241364 w 445865"/>
              <a:gd name="connsiteY197" fmla="*/ 347281 h 485965"/>
              <a:gd name="connsiteX198" fmla="*/ 242030 w 445865"/>
              <a:gd name="connsiteY198" fmla="*/ 344519 h 485965"/>
              <a:gd name="connsiteX199" fmla="*/ 236029 w 445865"/>
              <a:gd name="connsiteY199" fmla="*/ 339757 h 485965"/>
              <a:gd name="connsiteX200" fmla="*/ 231839 w 445865"/>
              <a:gd name="connsiteY200" fmla="*/ 339947 h 485965"/>
              <a:gd name="connsiteX201" fmla="*/ 229838 w 445865"/>
              <a:gd name="connsiteY201" fmla="*/ 341947 h 485965"/>
              <a:gd name="connsiteX202" fmla="*/ 228124 w 445865"/>
              <a:gd name="connsiteY202" fmla="*/ 348615 h 485965"/>
              <a:gd name="connsiteX203" fmla="*/ 221742 w 445865"/>
              <a:gd name="connsiteY203" fmla="*/ 354806 h 485965"/>
              <a:gd name="connsiteX204" fmla="*/ 220980 w 445865"/>
              <a:gd name="connsiteY204" fmla="*/ 362807 h 485965"/>
              <a:gd name="connsiteX205" fmla="*/ 219361 w 445865"/>
              <a:gd name="connsiteY205" fmla="*/ 366427 h 485965"/>
              <a:gd name="connsiteX206" fmla="*/ 216218 w 445865"/>
              <a:gd name="connsiteY206" fmla="*/ 367474 h 485965"/>
              <a:gd name="connsiteX207" fmla="*/ 211169 w 445865"/>
              <a:gd name="connsiteY207" fmla="*/ 362521 h 485965"/>
              <a:gd name="connsiteX208" fmla="*/ 210979 w 445865"/>
              <a:gd name="connsiteY208" fmla="*/ 358997 h 485965"/>
              <a:gd name="connsiteX209" fmla="*/ 213074 w 445865"/>
              <a:gd name="connsiteY209" fmla="*/ 354901 h 485965"/>
              <a:gd name="connsiteX210" fmla="*/ 214884 w 445865"/>
              <a:gd name="connsiteY210" fmla="*/ 347091 h 485965"/>
              <a:gd name="connsiteX211" fmla="*/ 219456 w 445865"/>
              <a:gd name="connsiteY211" fmla="*/ 341852 h 485965"/>
              <a:gd name="connsiteX212" fmla="*/ 223456 w 445865"/>
              <a:gd name="connsiteY212" fmla="*/ 339185 h 485965"/>
              <a:gd name="connsiteX213" fmla="*/ 225076 w 445865"/>
              <a:gd name="connsiteY213" fmla="*/ 336042 h 485965"/>
              <a:gd name="connsiteX214" fmla="*/ 222980 w 445865"/>
              <a:gd name="connsiteY214" fmla="*/ 330898 h 485965"/>
              <a:gd name="connsiteX215" fmla="*/ 213646 w 445865"/>
              <a:gd name="connsiteY215" fmla="*/ 331375 h 485965"/>
              <a:gd name="connsiteX216" fmla="*/ 210407 w 445865"/>
              <a:gd name="connsiteY216" fmla="*/ 326422 h 485965"/>
              <a:gd name="connsiteX217" fmla="*/ 212217 w 445865"/>
              <a:gd name="connsiteY217" fmla="*/ 307943 h 485965"/>
              <a:gd name="connsiteX218" fmla="*/ 210407 w 445865"/>
              <a:gd name="connsiteY218" fmla="*/ 302895 h 485965"/>
              <a:gd name="connsiteX219" fmla="*/ 203549 w 445865"/>
              <a:gd name="connsiteY219" fmla="*/ 294513 h 485965"/>
              <a:gd name="connsiteX220" fmla="*/ 195929 w 445865"/>
              <a:gd name="connsiteY220" fmla="*/ 288036 h 485965"/>
              <a:gd name="connsiteX221" fmla="*/ 193358 w 445865"/>
              <a:gd name="connsiteY221" fmla="*/ 282797 h 485965"/>
              <a:gd name="connsiteX222" fmla="*/ 190310 w 445865"/>
              <a:gd name="connsiteY222" fmla="*/ 249936 h 485965"/>
              <a:gd name="connsiteX223" fmla="*/ 186499 w 445865"/>
              <a:gd name="connsiteY223" fmla="*/ 233743 h 485965"/>
              <a:gd name="connsiteX224" fmla="*/ 182308 w 445865"/>
              <a:gd name="connsiteY224" fmla="*/ 226600 h 485965"/>
              <a:gd name="connsiteX225" fmla="*/ 175070 w 445865"/>
              <a:gd name="connsiteY225" fmla="*/ 217265 h 485965"/>
              <a:gd name="connsiteX226" fmla="*/ 166306 w 445865"/>
              <a:gd name="connsiteY226" fmla="*/ 210312 h 485965"/>
              <a:gd name="connsiteX227" fmla="*/ 152400 w 445865"/>
              <a:gd name="connsiteY227" fmla="*/ 201263 h 485965"/>
              <a:gd name="connsiteX228" fmla="*/ 146018 w 445865"/>
              <a:gd name="connsiteY228" fmla="*/ 198596 h 485965"/>
              <a:gd name="connsiteX229" fmla="*/ 141637 w 445865"/>
              <a:gd name="connsiteY229" fmla="*/ 186976 h 485965"/>
              <a:gd name="connsiteX230" fmla="*/ 129064 w 445865"/>
              <a:gd name="connsiteY230" fmla="*/ 167735 h 485965"/>
              <a:gd name="connsiteX231" fmla="*/ 121063 w 445865"/>
              <a:gd name="connsiteY231" fmla="*/ 159829 h 485965"/>
              <a:gd name="connsiteX232" fmla="*/ 110871 w 445865"/>
              <a:gd name="connsiteY232" fmla="*/ 144209 h 485965"/>
              <a:gd name="connsiteX233" fmla="*/ 105346 w 445865"/>
              <a:gd name="connsiteY233" fmla="*/ 128683 h 485965"/>
              <a:gd name="connsiteX234" fmla="*/ 96393 w 445865"/>
              <a:gd name="connsiteY234" fmla="*/ 108204 h 485965"/>
              <a:gd name="connsiteX235" fmla="*/ 87249 w 445865"/>
              <a:gd name="connsiteY235" fmla="*/ 95155 h 485965"/>
              <a:gd name="connsiteX236" fmla="*/ 80391 w 445865"/>
              <a:gd name="connsiteY236" fmla="*/ 88011 h 485965"/>
              <a:gd name="connsiteX237" fmla="*/ 68770 w 445865"/>
              <a:gd name="connsiteY237" fmla="*/ 78772 h 485965"/>
              <a:gd name="connsiteX238" fmla="*/ 49435 w 445865"/>
              <a:gd name="connsiteY238" fmla="*/ 72961 h 485965"/>
              <a:gd name="connsiteX239" fmla="*/ 41148 w 445865"/>
              <a:gd name="connsiteY239" fmla="*/ 53911 h 485965"/>
              <a:gd name="connsiteX240" fmla="*/ 33338 w 445865"/>
              <a:gd name="connsiteY240" fmla="*/ 44958 h 485965"/>
              <a:gd name="connsiteX241" fmla="*/ 19145 w 445865"/>
              <a:gd name="connsiteY241" fmla="*/ 35719 h 485965"/>
              <a:gd name="connsiteX242" fmla="*/ 13811 w 445865"/>
              <a:gd name="connsiteY242" fmla="*/ 34290 h 485965"/>
              <a:gd name="connsiteX243" fmla="*/ 4477 w 445865"/>
              <a:gd name="connsiteY243" fmla="*/ 34099 h 485965"/>
              <a:gd name="connsiteX244" fmla="*/ 1714 w 445865"/>
              <a:gd name="connsiteY244" fmla="*/ 31242 h 485965"/>
              <a:gd name="connsiteX245" fmla="*/ 0 w 445865"/>
              <a:gd name="connsiteY245" fmla="*/ 23813 h 485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445865" h="485965">
                <a:moveTo>
                  <a:pt x="0" y="23813"/>
                </a:moveTo>
                <a:lnTo>
                  <a:pt x="2572" y="20193"/>
                </a:lnTo>
                <a:lnTo>
                  <a:pt x="4667" y="9620"/>
                </a:lnTo>
                <a:lnTo>
                  <a:pt x="7144" y="7239"/>
                </a:lnTo>
                <a:lnTo>
                  <a:pt x="35814" y="4381"/>
                </a:lnTo>
                <a:lnTo>
                  <a:pt x="48673" y="0"/>
                </a:lnTo>
                <a:lnTo>
                  <a:pt x="50101" y="1524"/>
                </a:lnTo>
                <a:lnTo>
                  <a:pt x="49720" y="12097"/>
                </a:lnTo>
                <a:lnTo>
                  <a:pt x="52006" y="13906"/>
                </a:lnTo>
                <a:lnTo>
                  <a:pt x="61150" y="16478"/>
                </a:lnTo>
                <a:lnTo>
                  <a:pt x="63246" y="18764"/>
                </a:lnTo>
                <a:lnTo>
                  <a:pt x="62674" y="21717"/>
                </a:lnTo>
                <a:lnTo>
                  <a:pt x="58864" y="25146"/>
                </a:lnTo>
                <a:lnTo>
                  <a:pt x="57626" y="28670"/>
                </a:lnTo>
                <a:lnTo>
                  <a:pt x="58960" y="33909"/>
                </a:lnTo>
                <a:lnTo>
                  <a:pt x="60960" y="35719"/>
                </a:lnTo>
                <a:lnTo>
                  <a:pt x="66389" y="36290"/>
                </a:lnTo>
                <a:lnTo>
                  <a:pt x="68389" y="33433"/>
                </a:lnTo>
                <a:lnTo>
                  <a:pt x="69628" y="27527"/>
                </a:lnTo>
                <a:lnTo>
                  <a:pt x="73247" y="25336"/>
                </a:lnTo>
                <a:lnTo>
                  <a:pt x="81153" y="24574"/>
                </a:lnTo>
                <a:lnTo>
                  <a:pt x="83153" y="25432"/>
                </a:lnTo>
                <a:lnTo>
                  <a:pt x="84391" y="26479"/>
                </a:lnTo>
                <a:lnTo>
                  <a:pt x="83820" y="30289"/>
                </a:lnTo>
                <a:lnTo>
                  <a:pt x="84772" y="32290"/>
                </a:lnTo>
                <a:lnTo>
                  <a:pt x="95250" y="28480"/>
                </a:lnTo>
                <a:lnTo>
                  <a:pt x="94774" y="33338"/>
                </a:lnTo>
                <a:lnTo>
                  <a:pt x="96298" y="42291"/>
                </a:lnTo>
                <a:lnTo>
                  <a:pt x="98869" y="42481"/>
                </a:lnTo>
                <a:lnTo>
                  <a:pt x="107442" y="32956"/>
                </a:lnTo>
                <a:lnTo>
                  <a:pt x="108299" y="33814"/>
                </a:lnTo>
                <a:lnTo>
                  <a:pt x="108299" y="38386"/>
                </a:lnTo>
                <a:lnTo>
                  <a:pt x="112204" y="42100"/>
                </a:lnTo>
                <a:lnTo>
                  <a:pt x="110490" y="42577"/>
                </a:lnTo>
                <a:lnTo>
                  <a:pt x="105632" y="40576"/>
                </a:lnTo>
                <a:lnTo>
                  <a:pt x="103537" y="41053"/>
                </a:lnTo>
                <a:lnTo>
                  <a:pt x="101632" y="51149"/>
                </a:lnTo>
                <a:lnTo>
                  <a:pt x="101632" y="52483"/>
                </a:lnTo>
                <a:lnTo>
                  <a:pt x="103251" y="53721"/>
                </a:lnTo>
                <a:lnTo>
                  <a:pt x="109252" y="47911"/>
                </a:lnTo>
                <a:lnTo>
                  <a:pt x="113443" y="51816"/>
                </a:lnTo>
                <a:lnTo>
                  <a:pt x="114681" y="51625"/>
                </a:lnTo>
                <a:lnTo>
                  <a:pt x="116681" y="47530"/>
                </a:lnTo>
                <a:lnTo>
                  <a:pt x="120491" y="48387"/>
                </a:lnTo>
                <a:lnTo>
                  <a:pt x="125254" y="41053"/>
                </a:lnTo>
                <a:lnTo>
                  <a:pt x="128492" y="45434"/>
                </a:lnTo>
                <a:lnTo>
                  <a:pt x="125920" y="50006"/>
                </a:lnTo>
                <a:lnTo>
                  <a:pt x="128302" y="51721"/>
                </a:lnTo>
                <a:lnTo>
                  <a:pt x="131731" y="52102"/>
                </a:lnTo>
                <a:lnTo>
                  <a:pt x="132683" y="48101"/>
                </a:lnTo>
                <a:lnTo>
                  <a:pt x="133636" y="47720"/>
                </a:lnTo>
                <a:lnTo>
                  <a:pt x="135636" y="53530"/>
                </a:lnTo>
                <a:lnTo>
                  <a:pt x="140779" y="59531"/>
                </a:lnTo>
                <a:lnTo>
                  <a:pt x="149162" y="57245"/>
                </a:lnTo>
                <a:lnTo>
                  <a:pt x="151924" y="57721"/>
                </a:lnTo>
                <a:lnTo>
                  <a:pt x="156591" y="61150"/>
                </a:lnTo>
                <a:lnTo>
                  <a:pt x="167545" y="56864"/>
                </a:lnTo>
                <a:lnTo>
                  <a:pt x="169164" y="57245"/>
                </a:lnTo>
                <a:lnTo>
                  <a:pt x="168116" y="62960"/>
                </a:lnTo>
                <a:lnTo>
                  <a:pt x="168402" y="74104"/>
                </a:lnTo>
                <a:lnTo>
                  <a:pt x="171641" y="75628"/>
                </a:lnTo>
                <a:lnTo>
                  <a:pt x="179641" y="76676"/>
                </a:lnTo>
                <a:lnTo>
                  <a:pt x="186690" y="73819"/>
                </a:lnTo>
                <a:lnTo>
                  <a:pt x="192024" y="74104"/>
                </a:lnTo>
                <a:lnTo>
                  <a:pt x="195453" y="70294"/>
                </a:lnTo>
                <a:lnTo>
                  <a:pt x="202978" y="68294"/>
                </a:lnTo>
                <a:lnTo>
                  <a:pt x="206121" y="65913"/>
                </a:lnTo>
                <a:lnTo>
                  <a:pt x="206407" y="56769"/>
                </a:lnTo>
                <a:lnTo>
                  <a:pt x="198691" y="36004"/>
                </a:lnTo>
                <a:lnTo>
                  <a:pt x="202311" y="31432"/>
                </a:lnTo>
                <a:lnTo>
                  <a:pt x="202978" y="28765"/>
                </a:lnTo>
                <a:lnTo>
                  <a:pt x="206597" y="28384"/>
                </a:lnTo>
                <a:lnTo>
                  <a:pt x="210598" y="26003"/>
                </a:lnTo>
                <a:lnTo>
                  <a:pt x="216694" y="26956"/>
                </a:lnTo>
                <a:lnTo>
                  <a:pt x="220694" y="30385"/>
                </a:lnTo>
                <a:lnTo>
                  <a:pt x="222028" y="38290"/>
                </a:lnTo>
                <a:lnTo>
                  <a:pt x="225171" y="37624"/>
                </a:lnTo>
                <a:lnTo>
                  <a:pt x="235363" y="44386"/>
                </a:lnTo>
                <a:lnTo>
                  <a:pt x="242411" y="47244"/>
                </a:lnTo>
                <a:lnTo>
                  <a:pt x="244221" y="48863"/>
                </a:lnTo>
                <a:lnTo>
                  <a:pt x="246507" y="56102"/>
                </a:lnTo>
                <a:lnTo>
                  <a:pt x="258032" y="60769"/>
                </a:lnTo>
                <a:lnTo>
                  <a:pt x="271177" y="73057"/>
                </a:lnTo>
                <a:lnTo>
                  <a:pt x="276225" y="74771"/>
                </a:lnTo>
                <a:lnTo>
                  <a:pt x="281464" y="73628"/>
                </a:lnTo>
                <a:lnTo>
                  <a:pt x="285655" y="66294"/>
                </a:lnTo>
                <a:lnTo>
                  <a:pt x="290036" y="65342"/>
                </a:lnTo>
                <a:lnTo>
                  <a:pt x="293846" y="62960"/>
                </a:lnTo>
                <a:lnTo>
                  <a:pt x="295370" y="59436"/>
                </a:lnTo>
                <a:lnTo>
                  <a:pt x="293941" y="55531"/>
                </a:lnTo>
                <a:lnTo>
                  <a:pt x="296704" y="50197"/>
                </a:lnTo>
                <a:lnTo>
                  <a:pt x="299180" y="48006"/>
                </a:lnTo>
                <a:lnTo>
                  <a:pt x="301943" y="49339"/>
                </a:lnTo>
                <a:lnTo>
                  <a:pt x="304610" y="45720"/>
                </a:lnTo>
                <a:lnTo>
                  <a:pt x="305372" y="41529"/>
                </a:lnTo>
                <a:lnTo>
                  <a:pt x="302990" y="38386"/>
                </a:lnTo>
                <a:lnTo>
                  <a:pt x="304229" y="35909"/>
                </a:lnTo>
                <a:lnTo>
                  <a:pt x="313658" y="36385"/>
                </a:lnTo>
                <a:lnTo>
                  <a:pt x="313658" y="36385"/>
                </a:lnTo>
                <a:lnTo>
                  <a:pt x="325945" y="52292"/>
                </a:lnTo>
                <a:lnTo>
                  <a:pt x="336709" y="58864"/>
                </a:lnTo>
                <a:lnTo>
                  <a:pt x="344043" y="60198"/>
                </a:lnTo>
                <a:lnTo>
                  <a:pt x="354235" y="59341"/>
                </a:lnTo>
                <a:lnTo>
                  <a:pt x="359283" y="61913"/>
                </a:lnTo>
                <a:lnTo>
                  <a:pt x="370141" y="72961"/>
                </a:lnTo>
                <a:lnTo>
                  <a:pt x="374333" y="79629"/>
                </a:lnTo>
                <a:lnTo>
                  <a:pt x="376142" y="88773"/>
                </a:lnTo>
                <a:lnTo>
                  <a:pt x="377952" y="91821"/>
                </a:lnTo>
                <a:lnTo>
                  <a:pt x="385001" y="97726"/>
                </a:lnTo>
                <a:lnTo>
                  <a:pt x="386143" y="100393"/>
                </a:lnTo>
                <a:lnTo>
                  <a:pt x="386429" y="105442"/>
                </a:lnTo>
                <a:lnTo>
                  <a:pt x="383858" y="111252"/>
                </a:lnTo>
                <a:lnTo>
                  <a:pt x="384143" y="119634"/>
                </a:lnTo>
                <a:lnTo>
                  <a:pt x="382429" y="121348"/>
                </a:lnTo>
                <a:lnTo>
                  <a:pt x="374618" y="124301"/>
                </a:lnTo>
                <a:lnTo>
                  <a:pt x="365570" y="140494"/>
                </a:lnTo>
                <a:lnTo>
                  <a:pt x="373285" y="155448"/>
                </a:lnTo>
                <a:lnTo>
                  <a:pt x="376714" y="169831"/>
                </a:lnTo>
                <a:lnTo>
                  <a:pt x="375095" y="174117"/>
                </a:lnTo>
                <a:lnTo>
                  <a:pt x="368427" y="179451"/>
                </a:lnTo>
                <a:lnTo>
                  <a:pt x="365474" y="189452"/>
                </a:lnTo>
                <a:lnTo>
                  <a:pt x="372142" y="193929"/>
                </a:lnTo>
                <a:lnTo>
                  <a:pt x="373380" y="197453"/>
                </a:lnTo>
                <a:lnTo>
                  <a:pt x="387668" y="218027"/>
                </a:lnTo>
                <a:lnTo>
                  <a:pt x="407384" y="229076"/>
                </a:lnTo>
                <a:lnTo>
                  <a:pt x="418338" y="228790"/>
                </a:lnTo>
                <a:lnTo>
                  <a:pt x="426244" y="232886"/>
                </a:lnTo>
                <a:lnTo>
                  <a:pt x="426244" y="232886"/>
                </a:lnTo>
                <a:lnTo>
                  <a:pt x="430816" y="235553"/>
                </a:lnTo>
                <a:lnTo>
                  <a:pt x="431768" y="243649"/>
                </a:lnTo>
                <a:lnTo>
                  <a:pt x="436340" y="251269"/>
                </a:lnTo>
                <a:lnTo>
                  <a:pt x="436245" y="260699"/>
                </a:lnTo>
                <a:lnTo>
                  <a:pt x="437864" y="268795"/>
                </a:lnTo>
                <a:lnTo>
                  <a:pt x="442436" y="278130"/>
                </a:lnTo>
                <a:lnTo>
                  <a:pt x="442246" y="282130"/>
                </a:lnTo>
                <a:lnTo>
                  <a:pt x="437864" y="289941"/>
                </a:lnTo>
                <a:lnTo>
                  <a:pt x="437102" y="294799"/>
                </a:lnTo>
                <a:lnTo>
                  <a:pt x="445865" y="313849"/>
                </a:lnTo>
                <a:lnTo>
                  <a:pt x="445579" y="320135"/>
                </a:lnTo>
                <a:lnTo>
                  <a:pt x="435007" y="326612"/>
                </a:lnTo>
                <a:lnTo>
                  <a:pt x="434054" y="332327"/>
                </a:lnTo>
                <a:lnTo>
                  <a:pt x="427672" y="342805"/>
                </a:lnTo>
                <a:lnTo>
                  <a:pt x="413956" y="374332"/>
                </a:lnTo>
                <a:lnTo>
                  <a:pt x="407575" y="382048"/>
                </a:lnTo>
                <a:lnTo>
                  <a:pt x="360807" y="380428"/>
                </a:lnTo>
                <a:lnTo>
                  <a:pt x="365760" y="438531"/>
                </a:lnTo>
                <a:lnTo>
                  <a:pt x="364331" y="450532"/>
                </a:lnTo>
                <a:lnTo>
                  <a:pt x="362807" y="455009"/>
                </a:lnTo>
                <a:lnTo>
                  <a:pt x="359093" y="459581"/>
                </a:lnTo>
                <a:lnTo>
                  <a:pt x="360616" y="464725"/>
                </a:lnTo>
                <a:lnTo>
                  <a:pt x="354806" y="470249"/>
                </a:lnTo>
                <a:lnTo>
                  <a:pt x="355378" y="478726"/>
                </a:lnTo>
                <a:lnTo>
                  <a:pt x="347186" y="481393"/>
                </a:lnTo>
                <a:lnTo>
                  <a:pt x="346710" y="484156"/>
                </a:lnTo>
                <a:lnTo>
                  <a:pt x="346710" y="484156"/>
                </a:lnTo>
                <a:lnTo>
                  <a:pt x="346615" y="485394"/>
                </a:lnTo>
                <a:lnTo>
                  <a:pt x="340233" y="485965"/>
                </a:lnTo>
                <a:lnTo>
                  <a:pt x="337566" y="483775"/>
                </a:lnTo>
                <a:lnTo>
                  <a:pt x="335661" y="480155"/>
                </a:lnTo>
                <a:lnTo>
                  <a:pt x="330803" y="477393"/>
                </a:lnTo>
                <a:lnTo>
                  <a:pt x="314420" y="472249"/>
                </a:lnTo>
                <a:lnTo>
                  <a:pt x="307181" y="471392"/>
                </a:lnTo>
                <a:lnTo>
                  <a:pt x="295180" y="463772"/>
                </a:lnTo>
                <a:lnTo>
                  <a:pt x="280226" y="460248"/>
                </a:lnTo>
                <a:lnTo>
                  <a:pt x="264224" y="452247"/>
                </a:lnTo>
                <a:lnTo>
                  <a:pt x="258604" y="450532"/>
                </a:lnTo>
                <a:lnTo>
                  <a:pt x="250508" y="442531"/>
                </a:lnTo>
                <a:lnTo>
                  <a:pt x="237649" y="417862"/>
                </a:lnTo>
                <a:lnTo>
                  <a:pt x="230886" y="412528"/>
                </a:lnTo>
                <a:lnTo>
                  <a:pt x="228600" y="409003"/>
                </a:lnTo>
                <a:lnTo>
                  <a:pt x="232505" y="404622"/>
                </a:lnTo>
                <a:lnTo>
                  <a:pt x="233172" y="397955"/>
                </a:lnTo>
                <a:lnTo>
                  <a:pt x="231362" y="394621"/>
                </a:lnTo>
                <a:lnTo>
                  <a:pt x="232696" y="390144"/>
                </a:lnTo>
                <a:lnTo>
                  <a:pt x="235934" y="389001"/>
                </a:lnTo>
                <a:lnTo>
                  <a:pt x="236506" y="383191"/>
                </a:lnTo>
                <a:lnTo>
                  <a:pt x="244030" y="382334"/>
                </a:lnTo>
                <a:lnTo>
                  <a:pt x="244507" y="377476"/>
                </a:lnTo>
                <a:lnTo>
                  <a:pt x="247555" y="374332"/>
                </a:lnTo>
                <a:lnTo>
                  <a:pt x="246602" y="370808"/>
                </a:lnTo>
                <a:lnTo>
                  <a:pt x="240792" y="369380"/>
                </a:lnTo>
                <a:lnTo>
                  <a:pt x="237839" y="366331"/>
                </a:lnTo>
                <a:lnTo>
                  <a:pt x="236029" y="367760"/>
                </a:lnTo>
                <a:lnTo>
                  <a:pt x="238601" y="371475"/>
                </a:lnTo>
                <a:lnTo>
                  <a:pt x="236791" y="374142"/>
                </a:lnTo>
                <a:lnTo>
                  <a:pt x="236791" y="378619"/>
                </a:lnTo>
                <a:lnTo>
                  <a:pt x="235077" y="378333"/>
                </a:lnTo>
                <a:lnTo>
                  <a:pt x="234791" y="375094"/>
                </a:lnTo>
                <a:lnTo>
                  <a:pt x="231648" y="372237"/>
                </a:lnTo>
                <a:lnTo>
                  <a:pt x="235268" y="365379"/>
                </a:lnTo>
                <a:lnTo>
                  <a:pt x="238125" y="365093"/>
                </a:lnTo>
                <a:lnTo>
                  <a:pt x="239173" y="363474"/>
                </a:lnTo>
                <a:lnTo>
                  <a:pt x="236315" y="357759"/>
                </a:lnTo>
                <a:lnTo>
                  <a:pt x="230029" y="357378"/>
                </a:lnTo>
                <a:lnTo>
                  <a:pt x="229267" y="355282"/>
                </a:lnTo>
                <a:lnTo>
                  <a:pt x="233553" y="352996"/>
                </a:lnTo>
                <a:lnTo>
                  <a:pt x="236220" y="349472"/>
                </a:lnTo>
                <a:lnTo>
                  <a:pt x="241364" y="347281"/>
                </a:lnTo>
                <a:lnTo>
                  <a:pt x="242030" y="344519"/>
                </a:lnTo>
                <a:lnTo>
                  <a:pt x="236029" y="339757"/>
                </a:lnTo>
                <a:lnTo>
                  <a:pt x="231839" y="339947"/>
                </a:lnTo>
                <a:lnTo>
                  <a:pt x="229838" y="341947"/>
                </a:lnTo>
                <a:lnTo>
                  <a:pt x="228124" y="348615"/>
                </a:lnTo>
                <a:lnTo>
                  <a:pt x="221742" y="354806"/>
                </a:lnTo>
                <a:lnTo>
                  <a:pt x="220980" y="362807"/>
                </a:lnTo>
                <a:lnTo>
                  <a:pt x="219361" y="366427"/>
                </a:lnTo>
                <a:lnTo>
                  <a:pt x="216218" y="367474"/>
                </a:lnTo>
                <a:lnTo>
                  <a:pt x="211169" y="362521"/>
                </a:lnTo>
                <a:lnTo>
                  <a:pt x="210979" y="358997"/>
                </a:lnTo>
                <a:lnTo>
                  <a:pt x="213074" y="354901"/>
                </a:lnTo>
                <a:lnTo>
                  <a:pt x="214884" y="347091"/>
                </a:lnTo>
                <a:lnTo>
                  <a:pt x="219456" y="341852"/>
                </a:lnTo>
                <a:lnTo>
                  <a:pt x="223456" y="339185"/>
                </a:lnTo>
                <a:lnTo>
                  <a:pt x="225076" y="336042"/>
                </a:lnTo>
                <a:lnTo>
                  <a:pt x="222980" y="330898"/>
                </a:lnTo>
                <a:lnTo>
                  <a:pt x="213646" y="331375"/>
                </a:lnTo>
                <a:lnTo>
                  <a:pt x="210407" y="326422"/>
                </a:lnTo>
                <a:lnTo>
                  <a:pt x="212217" y="307943"/>
                </a:lnTo>
                <a:lnTo>
                  <a:pt x="210407" y="302895"/>
                </a:lnTo>
                <a:lnTo>
                  <a:pt x="203549" y="294513"/>
                </a:lnTo>
                <a:lnTo>
                  <a:pt x="195929" y="288036"/>
                </a:lnTo>
                <a:lnTo>
                  <a:pt x="193358" y="282797"/>
                </a:lnTo>
                <a:lnTo>
                  <a:pt x="190310" y="249936"/>
                </a:lnTo>
                <a:lnTo>
                  <a:pt x="186499" y="233743"/>
                </a:lnTo>
                <a:lnTo>
                  <a:pt x="182308" y="226600"/>
                </a:lnTo>
                <a:lnTo>
                  <a:pt x="175070" y="217265"/>
                </a:lnTo>
                <a:lnTo>
                  <a:pt x="166306" y="210312"/>
                </a:lnTo>
                <a:lnTo>
                  <a:pt x="152400" y="201263"/>
                </a:lnTo>
                <a:lnTo>
                  <a:pt x="146018" y="198596"/>
                </a:lnTo>
                <a:lnTo>
                  <a:pt x="141637" y="186976"/>
                </a:lnTo>
                <a:lnTo>
                  <a:pt x="129064" y="167735"/>
                </a:lnTo>
                <a:lnTo>
                  <a:pt x="121063" y="159829"/>
                </a:lnTo>
                <a:lnTo>
                  <a:pt x="110871" y="144209"/>
                </a:lnTo>
                <a:lnTo>
                  <a:pt x="105346" y="128683"/>
                </a:lnTo>
                <a:lnTo>
                  <a:pt x="96393" y="108204"/>
                </a:lnTo>
                <a:lnTo>
                  <a:pt x="87249" y="95155"/>
                </a:lnTo>
                <a:lnTo>
                  <a:pt x="80391" y="88011"/>
                </a:lnTo>
                <a:lnTo>
                  <a:pt x="68770" y="78772"/>
                </a:lnTo>
                <a:lnTo>
                  <a:pt x="49435" y="72961"/>
                </a:lnTo>
                <a:lnTo>
                  <a:pt x="41148" y="53911"/>
                </a:lnTo>
                <a:lnTo>
                  <a:pt x="33338" y="44958"/>
                </a:lnTo>
                <a:lnTo>
                  <a:pt x="19145" y="35719"/>
                </a:lnTo>
                <a:lnTo>
                  <a:pt x="13811" y="34290"/>
                </a:lnTo>
                <a:lnTo>
                  <a:pt x="4477" y="34099"/>
                </a:lnTo>
                <a:lnTo>
                  <a:pt x="1714" y="31242"/>
                </a:lnTo>
                <a:lnTo>
                  <a:pt x="0" y="23813"/>
                </a:lnTo>
                <a:close/>
              </a:path>
            </a:pathLst>
          </a:custGeom>
          <a:solidFill>
            <a:schemeClr val="tx2">
              <a:lumMod val="75000"/>
              <a:lumOff val="25000"/>
            </a:schemeClr>
          </a:solidFill>
          <a:ln w="9525" cap="flat">
            <a:noFill/>
            <a:prstDash val="solid"/>
            <a:miter/>
          </a:ln>
        </p:spPr>
        <p:txBody>
          <a:bodyPr rtlCol="0" anchor="ctr"/>
          <a:lstStyle/>
          <a:p>
            <a:endParaRPr lang="en-AU"/>
          </a:p>
        </p:txBody>
      </p:sp>
      <p:sp>
        <p:nvSpPr>
          <p:cNvPr id="16" name="Google Shape;1603;p49">
            <a:extLst>
              <a:ext uri="{FF2B5EF4-FFF2-40B4-BE49-F238E27FC236}">
                <a16:creationId xmlns:a16="http://schemas.microsoft.com/office/drawing/2014/main" id="{377D2F48-1D75-587D-9E90-028E1FF36AC7}"/>
              </a:ext>
            </a:extLst>
          </p:cNvPr>
          <p:cNvSpPr txBox="1">
            <a:spLocks/>
          </p:cNvSpPr>
          <p:nvPr/>
        </p:nvSpPr>
        <p:spPr>
          <a:xfrm>
            <a:off x="4596834" y="-2760637"/>
            <a:ext cx="3208105" cy="2632657"/>
          </a:xfrm>
          <a:prstGeom prst="rect">
            <a:avLst/>
          </a:prstGeom>
        </p:spPr>
        <p:txBody>
          <a:bodyPr spcFirstLastPara="1" vert="horz" wrap="square" lIns="121900" tIns="121900" rIns="121900" bIns="121900" rtlCol="0" anchor="t" anchorCtr="0">
            <a:noAutofit/>
          </a:bodyPr>
          <a:lstStyle>
            <a:defPPr marR="0" lvl="0" algn="l" rtl="0">
              <a:lnSpc>
                <a:spcPct val="100000"/>
              </a:lnSpc>
              <a:spcBef>
                <a:spcPts val="0"/>
              </a:spcBef>
              <a:spcAft>
                <a:spcPts val="0"/>
              </a:spcAft>
              <a:defRPr/>
            </a:defPPr>
            <a:lvl1pPr marL="609585" marR="0" lvl="0" indent="-389457" algn="l" defTabSz="914400" rtl="0" eaLnBrk="1" latinLnBrk="0" hangingPunct="1">
              <a:lnSpc>
                <a:spcPct val="100000"/>
              </a:lnSpc>
              <a:spcBef>
                <a:spcPts val="0"/>
              </a:spcBef>
              <a:spcAft>
                <a:spcPts val="0"/>
              </a:spcAft>
              <a:buClr>
                <a:srgbClr val="000000"/>
              </a:buClr>
              <a:buSzPts val="1000"/>
              <a:buFont typeface="Arial"/>
              <a:buChar char="■"/>
              <a:defRPr sz="1867" b="0" i="0" u="none" strike="noStrike" kern="1200" cap="none">
                <a:solidFill>
                  <a:srgbClr val="000000"/>
                </a:solidFill>
                <a:latin typeface="Arial"/>
                <a:ea typeface="Arial"/>
                <a:cs typeface="Arial"/>
                <a:sym typeface="Arial"/>
              </a:defRPr>
            </a:lvl1pPr>
            <a:lvl2pPr marL="1219170" marR="0" lvl="1" indent="-406390" algn="l" defTabSz="914400" rtl="0" eaLnBrk="1" latinLnBrk="0" hangingPunct="1">
              <a:lnSpc>
                <a:spcPct val="100000"/>
              </a:lnSpc>
              <a:spcBef>
                <a:spcPts val="0"/>
              </a:spcBef>
              <a:spcAft>
                <a:spcPts val="0"/>
              </a:spcAft>
              <a:buClr>
                <a:srgbClr val="000000"/>
              </a:buClr>
              <a:buSzPts val="1200"/>
              <a:buFont typeface="Arial"/>
              <a:buChar char="○"/>
              <a:defRPr sz="1867" b="0" i="0" u="none" strike="noStrike" kern="1200" cap="none">
                <a:solidFill>
                  <a:srgbClr val="000000"/>
                </a:solidFill>
                <a:latin typeface="Arial"/>
                <a:ea typeface="Arial"/>
                <a:cs typeface="Arial"/>
                <a:sym typeface="Arial"/>
              </a:defRPr>
            </a:lvl2pPr>
            <a:lvl3pPr marL="1828754" marR="0" lvl="2" indent="-406390" algn="l" defTabSz="914400" rtl="0" eaLnBrk="1" latinLnBrk="0" hangingPunct="1">
              <a:lnSpc>
                <a:spcPct val="100000"/>
              </a:lnSpc>
              <a:spcBef>
                <a:spcPts val="0"/>
              </a:spcBef>
              <a:spcAft>
                <a:spcPts val="0"/>
              </a:spcAft>
              <a:buClr>
                <a:srgbClr val="000000"/>
              </a:buClr>
              <a:buSzPts val="1200"/>
              <a:buFont typeface="Arial"/>
              <a:buChar char="■"/>
              <a:defRPr sz="1867" b="0" i="0" u="none" strike="noStrike" kern="1200" cap="none">
                <a:solidFill>
                  <a:srgbClr val="000000"/>
                </a:solidFill>
                <a:latin typeface="Arial"/>
                <a:ea typeface="Arial"/>
                <a:cs typeface="Arial"/>
                <a:sym typeface="Arial"/>
              </a:defRPr>
            </a:lvl3pPr>
            <a:lvl4pPr marL="2438339" marR="0" lvl="3" indent="-406390" algn="l" defTabSz="914400" rtl="0" eaLnBrk="1" latinLnBrk="0" hangingPunct="1">
              <a:lnSpc>
                <a:spcPct val="100000"/>
              </a:lnSpc>
              <a:spcBef>
                <a:spcPts val="0"/>
              </a:spcBef>
              <a:spcAft>
                <a:spcPts val="0"/>
              </a:spcAft>
              <a:buClr>
                <a:srgbClr val="000000"/>
              </a:buClr>
              <a:buSzPts val="1200"/>
              <a:buFont typeface="Arial"/>
              <a:buChar char="●"/>
              <a:defRPr sz="1867" b="0" i="0" u="none" strike="noStrike" kern="1200" cap="none">
                <a:solidFill>
                  <a:srgbClr val="000000"/>
                </a:solidFill>
                <a:latin typeface="Arial"/>
                <a:ea typeface="Arial"/>
                <a:cs typeface="Arial"/>
                <a:sym typeface="Arial"/>
              </a:defRPr>
            </a:lvl4pPr>
            <a:lvl5pPr marL="3047924" marR="0" lvl="4" indent="-406390" algn="l" defTabSz="914400" rtl="0" eaLnBrk="1" latinLnBrk="0" hangingPunct="1">
              <a:lnSpc>
                <a:spcPct val="100000"/>
              </a:lnSpc>
              <a:spcBef>
                <a:spcPts val="0"/>
              </a:spcBef>
              <a:spcAft>
                <a:spcPts val="0"/>
              </a:spcAft>
              <a:buClr>
                <a:srgbClr val="000000"/>
              </a:buClr>
              <a:buSzPts val="1200"/>
              <a:buFont typeface="Arial"/>
              <a:buChar char="○"/>
              <a:defRPr sz="1867" b="0" i="0" u="none" strike="noStrike" kern="1200" cap="none">
                <a:solidFill>
                  <a:srgbClr val="000000"/>
                </a:solidFill>
                <a:latin typeface="Arial"/>
                <a:ea typeface="Arial"/>
                <a:cs typeface="Arial"/>
                <a:sym typeface="Arial"/>
              </a:defRPr>
            </a:lvl5pPr>
            <a:lvl6pPr marL="3657509" marR="0" lvl="5" indent="-406390" algn="l" defTabSz="914400" rtl="0" eaLnBrk="1" latinLnBrk="0" hangingPunct="1">
              <a:lnSpc>
                <a:spcPct val="100000"/>
              </a:lnSpc>
              <a:spcBef>
                <a:spcPts val="0"/>
              </a:spcBef>
              <a:spcAft>
                <a:spcPts val="0"/>
              </a:spcAft>
              <a:buClr>
                <a:srgbClr val="000000"/>
              </a:buClr>
              <a:buSzPts val="1200"/>
              <a:buFont typeface="Arial"/>
              <a:buChar char="■"/>
              <a:defRPr sz="1867" b="0" i="0" u="none" strike="noStrike" kern="1200" cap="none">
                <a:solidFill>
                  <a:srgbClr val="000000"/>
                </a:solidFill>
                <a:latin typeface="Arial"/>
                <a:ea typeface="Arial"/>
                <a:cs typeface="Arial"/>
                <a:sym typeface="Arial"/>
              </a:defRPr>
            </a:lvl6pPr>
            <a:lvl7pPr marL="4267093" marR="0" lvl="6" indent="-406390" algn="l" defTabSz="914400" rtl="0" eaLnBrk="1" latinLnBrk="0" hangingPunct="1">
              <a:lnSpc>
                <a:spcPct val="100000"/>
              </a:lnSpc>
              <a:spcBef>
                <a:spcPts val="0"/>
              </a:spcBef>
              <a:spcAft>
                <a:spcPts val="0"/>
              </a:spcAft>
              <a:buClr>
                <a:srgbClr val="000000"/>
              </a:buClr>
              <a:buSzPts val="1200"/>
              <a:buFont typeface="Arial"/>
              <a:buChar char="●"/>
              <a:defRPr sz="1867" b="0" i="0" u="none" strike="noStrike" kern="1200" cap="none">
                <a:solidFill>
                  <a:srgbClr val="000000"/>
                </a:solidFill>
                <a:latin typeface="Arial"/>
                <a:ea typeface="Arial"/>
                <a:cs typeface="Arial"/>
                <a:sym typeface="Arial"/>
              </a:defRPr>
            </a:lvl7pPr>
            <a:lvl8pPr marL="4876678" marR="0" lvl="7" indent="-406390" algn="l" defTabSz="914400" rtl="0" eaLnBrk="1" latinLnBrk="0" hangingPunct="1">
              <a:lnSpc>
                <a:spcPct val="100000"/>
              </a:lnSpc>
              <a:spcBef>
                <a:spcPts val="0"/>
              </a:spcBef>
              <a:spcAft>
                <a:spcPts val="0"/>
              </a:spcAft>
              <a:buClr>
                <a:srgbClr val="000000"/>
              </a:buClr>
              <a:buSzPts val="1200"/>
              <a:buFont typeface="Arial"/>
              <a:buChar char="○"/>
              <a:defRPr sz="1867" b="0" i="0" u="none" strike="noStrike" kern="1200" cap="none">
                <a:solidFill>
                  <a:srgbClr val="000000"/>
                </a:solidFill>
                <a:latin typeface="Arial"/>
                <a:ea typeface="Arial"/>
                <a:cs typeface="Arial"/>
                <a:sym typeface="Arial"/>
              </a:defRPr>
            </a:lvl8pPr>
            <a:lvl9pPr marL="5486263" marR="0" lvl="8" indent="-406390" algn="l" defTabSz="914400" rtl="0" eaLnBrk="1" latinLnBrk="0" hangingPunct="1">
              <a:lnSpc>
                <a:spcPct val="100000"/>
              </a:lnSpc>
              <a:spcBef>
                <a:spcPts val="0"/>
              </a:spcBef>
              <a:spcAft>
                <a:spcPts val="0"/>
              </a:spcAft>
              <a:buClr>
                <a:srgbClr val="000000"/>
              </a:buClr>
              <a:buSzPts val="1200"/>
              <a:buFont typeface="Arial"/>
              <a:buChar char="■"/>
              <a:defRPr sz="1867" b="0" i="0" u="none" strike="noStrike" kern="1200" cap="none">
                <a:solidFill>
                  <a:srgbClr val="000000"/>
                </a:solidFill>
                <a:latin typeface="Arial"/>
                <a:ea typeface="Arial"/>
                <a:cs typeface="Arial"/>
                <a:sym typeface="Arial"/>
              </a:defRPr>
            </a:lvl9pPr>
          </a:lstStyle>
          <a:p>
            <a:pPr marL="219710" indent="0" algn="just">
              <a:buFont typeface="Arial"/>
              <a:buNone/>
            </a:pPr>
            <a:r>
              <a:rPr lang="en-US" sz="1800" err="1"/>
              <a:t>Klang</a:t>
            </a:r>
            <a:r>
              <a:rPr lang="en-US" sz="1800"/>
              <a:t> Valley (Malay: </a:t>
            </a:r>
            <a:r>
              <a:rPr lang="en-US" sz="1800" i="1"/>
              <a:t>Lembah </a:t>
            </a:r>
            <a:r>
              <a:rPr lang="en-US" sz="1800" i="1" err="1"/>
              <a:t>Klang</a:t>
            </a:r>
            <a:r>
              <a:rPr lang="en-US" sz="1800"/>
              <a:t>), which is an urban conglomeration in Malaysia, is a region that encompasses Kuala Lumpur, and Selangor. It is the cultural, political, and economic heart in Malaysia.</a:t>
            </a:r>
          </a:p>
        </p:txBody>
      </p:sp>
      <p:sp>
        <p:nvSpPr>
          <p:cNvPr id="17" name="Rectangle 16">
            <a:extLst>
              <a:ext uri="{FF2B5EF4-FFF2-40B4-BE49-F238E27FC236}">
                <a16:creationId xmlns:a16="http://schemas.microsoft.com/office/drawing/2014/main" id="{60048143-2494-8E43-3CB9-8D3055BA0590}"/>
              </a:ext>
            </a:extLst>
          </p:cNvPr>
          <p:cNvSpPr/>
          <p:nvPr/>
        </p:nvSpPr>
        <p:spPr>
          <a:xfrm>
            <a:off x="9196032" y="-3059275"/>
            <a:ext cx="72000" cy="720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8" name="Straight Connector 17">
            <a:extLst>
              <a:ext uri="{FF2B5EF4-FFF2-40B4-BE49-F238E27FC236}">
                <a16:creationId xmlns:a16="http://schemas.microsoft.com/office/drawing/2014/main" id="{80DB6FE2-4CBE-5F0F-A30D-7B16CF008F51}"/>
              </a:ext>
            </a:extLst>
          </p:cNvPr>
          <p:cNvCxnSpPr>
            <a:cxnSpLocks/>
          </p:cNvCxnSpPr>
          <p:nvPr/>
        </p:nvCxnSpPr>
        <p:spPr>
          <a:xfrm flipH="1" flipV="1">
            <a:off x="6993229" y="-3525037"/>
            <a:ext cx="2250024" cy="4998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8A11592-E9D5-0C2E-CAAE-770FDC42DA8C}"/>
              </a:ext>
            </a:extLst>
          </p:cNvPr>
          <p:cNvSpPr txBox="1"/>
          <p:nvPr/>
        </p:nvSpPr>
        <p:spPr>
          <a:xfrm>
            <a:off x="5340035" y="-3743824"/>
            <a:ext cx="1733550" cy="369332"/>
          </a:xfrm>
          <a:prstGeom prst="rect">
            <a:avLst/>
          </a:prstGeom>
          <a:noFill/>
        </p:spPr>
        <p:txBody>
          <a:bodyPr wrap="square">
            <a:spAutoFit/>
          </a:bodyPr>
          <a:lstStyle/>
          <a:p>
            <a:r>
              <a:rPr lang="en-US" sz="1800"/>
              <a:t>Kuala Lumpur</a:t>
            </a:r>
            <a:endParaRPr lang="en-AU"/>
          </a:p>
        </p:txBody>
      </p:sp>
      <p:pic>
        <p:nvPicPr>
          <p:cNvPr id="20" name="Graphic 19" descr="Mortgage with solid fill">
            <a:extLst>
              <a:ext uri="{FF2B5EF4-FFF2-40B4-BE49-F238E27FC236}">
                <a16:creationId xmlns:a16="http://schemas.microsoft.com/office/drawing/2014/main" id="{1D3206B7-7F63-1591-9635-AB053680857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073585" y="7327176"/>
            <a:ext cx="2360095" cy="2360095"/>
          </a:xfrm>
          <a:prstGeom prst="rect">
            <a:avLst/>
          </a:prstGeom>
        </p:spPr>
      </p:pic>
      <p:sp>
        <p:nvSpPr>
          <p:cNvPr id="21" name="TextBox 20">
            <a:extLst>
              <a:ext uri="{FF2B5EF4-FFF2-40B4-BE49-F238E27FC236}">
                <a16:creationId xmlns:a16="http://schemas.microsoft.com/office/drawing/2014/main" id="{DC104FCB-EDE3-5B19-E34D-DAA0DC74BCE0}"/>
              </a:ext>
            </a:extLst>
          </p:cNvPr>
          <p:cNvSpPr txBox="1"/>
          <p:nvPr/>
        </p:nvSpPr>
        <p:spPr>
          <a:xfrm>
            <a:off x="5653256" y="9798995"/>
            <a:ext cx="5768949" cy="400110"/>
          </a:xfrm>
          <a:prstGeom prst="rect">
            <a:avLst/>
          </a:prstGeom>
          <a:noFill/>
        </p:spPr>
        <p:txBody>
          <a:bodyPr wrap="square">
            <a:spAutoFit/>
          </a:bodyPr>
          <a:lstStyle/>
          <a:p>
            <a:r>
              <a:rPr lang="en-US" sz="2000"/>
              <a:t>For renters, it will greatly help in budgeting; </a:t>
            </a:r>
          </a:p>
        </p:txBody>
      </p:sp>
      <p:sp>
        <p:nvSpPr>
          <p:cNvPr id="23" name="Google Shape;962;p41">
            <a:extLst>
              <a:ext uri="{FF2B5EF4-FFF2-40B4-BE49-F238E27FC236}">
                <a16:creationId xmlns:a16="http://schemas.microsoft.com/office/drawing/2014/main" id="{B173188A-5141-C54C-8976-C7828429DC47}"/>
              </a:ext>
            </a:extLst>
          </p:cNvPr>
          <p:cNvSpPr txBox="1">
            <a:spLocks noGrp="1"/>
          </p:cNvSpPr>
          <p:nvPr/>
        </p:nvSpPr>
        <p:spPr>
          <a:xfrm>
            <a:off x="1012873" y="739690"/>
            <a:ext cx="9821200"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4400">
                <a:solidFill>
                  <a:schemeClr val="accent2">
                    <a:lumMod val="75000"/>
                  </a:schemeClr>
                </a:solidFill>
                <a:latin typeface="Bebas Neue"/>
              </a:rPr>
              <a:t>Section 1: </a:t>
            </a:r>
            <a:r>
              <a:rPr lang="en-GB" sz="4400">
                <a:solidFill>
                  <a:schemeClr val="accent2">
                    <a:lumMod val="75000"/>
                  </a:schemeClr>
                </a:solidFill>
                <a:latin typeface="Bebas Neue"/>
              </a:rPr>
              <a:t>Background</a:t>
            </a:r>
            <a:endParaRPr lang="en" sz="4400">
              <a:solidFill>
                <a:schemeClr val="accent2">
                  <a:lumMod val="75000"/>
                </a:schemeClr>
              </a:solidFill>
              <a:latin typeface="Bebas Neue"/>
            </a:endParaRPr>
          </a:p>
        </p:txBody>
      </p:sp>
      <p:sp>
        <p:nvSpPr>
          <p:cNvPr id="24" name="TextBox 23">
            <a:extLst>
              <a:ext uri="{FF2B5EF4-FFF2-40B4-BE49-F238E27FC236}">
                <a16:creationId xmlns:a16="http://schemas.microsoft.com/office/drawing/2014/main" id="{B84BBD8B-46D8-CC30-F0B8-7B32CA2899C4}"/>
              </a:ext>
            </a:extLst>
          </p:cNvPr>
          <p:cNvSpPr txBox="1"/>
          <p:nvPr/>
        </p:nvSpPr>
        <p:spPr>
          <a:xfrm>
            <a:off x="5728001" y="10252993"/>
            <a:ext cx="4982498" cy="1015663"/>
          </a:xfrm>
          <a:prstGeom prst="rect">
            <a:avLst/>
          </a:prstGeom>
          <a:noFill/>
        </p:spPr>
        <p:txBody>
          <a:bodyPr wrap="square">
            <a:spAutoFit/>
          </a:bodyPr>
          <a:lstStyle/>
          <a:p>
            <a:r>
              <a:rPr lang="en-US" sz="2000"/>
              <a:t>For </a:t>
            </a:r>
            <a:r>
              <a:rPr lang="en-US" altLang="zh-CN" sz="2000"/>
              <a:t>landlords, it will help in determining house rental price to attract and retain tenants.</a:t>
            </a:r>
            <a:endParaRPr lang="en-AU" sz="2000"/>
          </a:p>
        </p:txBody>
      </p:sp>
    </p:spTree>
    <p:extLst>
      <p:ext uri="{BB962C8B-B14F-4D97-AF65-F5344CB8AC3E}">
        <p14:creationId xmlns:p14="http://schemas.microsoft.com/office/powerpoint/2010/main" val="22995425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01"/>
        <p:cNvGrpSpPr/>
        <p:nvPr/>
      </p:nvGrpSpPr>
      <p:grpSpPr>
        <a:xfrm>
          <a:off x="0" y="0"/>
          <a:ext cx="0" cy="0"/>
          <a:chOff x="0" y="0"/>
          <a:chExt cx="0" cy="0"/>
        </a:xfrm>
      </p:grpSpPr>
      <p:pic>
        <p:nvPicPr>
          <p:cNvPr id="1026" name="Picture 2" descr="Visit Kuala Lumpur | Tailor-Made Trips to Kuala Lumpur | Audley Travel UK">
            <a:extLst>
              <a:ext uri="{FF2B5EF4-FFF2-40B4-BE49-F238E27FC236}">
                <a16:creationId xmlns:a16="http://schemas.microsoft.com/office/drawing/2014/main" id="{7E6F7253-33DB-8474-275E-B1A3A1706B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6257" y="-351000"/>
            <a:ext cx="10427225" cy="744801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37C85DE2-95D7-3F19-2D48-2F0C6D4729F4}"/>
              </a:ext>
            </a:extLst>
          </p:cNvPr>
          <p:cNvPicPr>
            <a:picLocks noChangeAspect="1"/>
          </p:cNvPicPr>
          <p:nvPr/>
        </p:nvPicPr>
        <p:blipFill>
          <a:blip r:embed="rId4"/>
          <a:srcRect r="14475"/>
          <a:stretch>
            <a:fillRect/>
          </a:stretch>
        </p:blipFill>
        <p:spPr>
          <a:xfrm>
            <a:off x="0" y="0"/>
            <a:ext cx="10427225" cy="6858000"/>
          </a:xfrm>
          <a:custGeom>
            <a:avLst/>
            <a:gdLst>
              <a:gd name="connsiteX0" fmla="*/ 0 w 10427225"/>
              <a:gd name="connsiteY0" fmla="*/ 0 h 6858000"/>
              <a:gd name="connsiteX1" fmla="*/ 10427225 w 10427225"/>
              <a:gd name="connsiteY1" fmla="*/ 0 h 6858000"/>
              <a:gd name="connsiteX2" fmla="*/ 10286999 w 10427225"/>
              <a:gd name="connsiteY2" fmla="*/ 47447 h 6858000"/>
              <a:gd name="connsiteX3" fmla="*/ 7924800 w 10427225"/>
              <a:gd name="connsiteY3" fmla="*/ 3429000 h 6858000"/>
              <a:gd name="connsiteX4" fmla="*/ 10286999 w 10427225"/>
              <a:gd name="connsiteY4" fmla="*/ 6810553 h 6858000"/>
              <a:gd name="connsiteX5" fmla="*/ 10427225 w 10427225"/>
              <a:gd name="connsiteY5" fmla="*/ 6858000 h 6858000"/>
              <a:gd name="connsiteX6" fmla="*/ 0 w 10427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27225" h="6858000">
                <a:moveTo>
                  <a:pt x="0" y="0"/>
                </a:moveTo>
                <a:lnTo>
                  <a:pt x="10427225" y="0"/>
                </a:lnTo>
                <a:lnTo>
                  <a:pt x="10286999" y="47447"/>
                </a:lnTo>
                <a:cubicBezTo>
                  <a:pt x="8908549" y="552165"/>
                  <a:pt x="7924800" y="1875699"/>
                  <a:pt x="7924800" y="3429000"/>
                </a:cubicBezTo>
                <a:cubicBezTo>
                  <a:pt x="7924800" y="4982301"/>
                  <a:pt x="8908549" y="6305835"/>
                  <a:pt x="10286999" y="6810553"/>
                </a:cubicBezTo>
                <a:lnTo>
                  <a:pt x="10427225" y="6858000"/>
                </a:lnTo>
                <a:lnTo>
                  <a:pt x="0" y="6858000"/>
                </a:lnTo>
                <a:close/>
              </a:path>
            </a:pathLst>
          </a:custGeom>
        </p:spPr>
      </p:pic>
      <p:sp>
        <p:nvSpPr>
          <p:cNvPr id="12" name="Oval 11">
            <a:extLst>
              <a:ext uri="{FF2B5EF4-FFF2-40B4-BE49-F238E27FC236}">
                <a16:creationId xmlns:a16="http://schemas.microsoft.com/office/drawing/2014/main" id="{C879A28C-ED5B-F802-4352-D62C0597C7F9}"/>
              </a:ext>
            </a:extLst>
          </p:cNvPr>
          <p:cNvSpPr/>
          <p:nvPr/>
        </p:nvSpPr>
        <p:spPr>
          <a:xfrm>
            <a:off x="7595167" y="-351000"/>
            <a:ext cx="7560000" cy="7560000"/>
          </a:xfrm>
          <a:prstGeom prst="ellipse">
            <a:avLst/>
          </a:prstGeom>
          <a:noFill/>
          <a:ln>
            <a:gradFill flip="none" rotWithShape="1">
              <a:gsLst>
                <a:gs pos="0">
                  <a:schemeClr val="bg1"/>
                </a:gs>
                <a:gs pos="0">
                  <a:schemeClr val="tx1"/>
                </a:gs>
                <a:gs pos="35000">
                  <a:srgbClr val="FFFFFF"/>
                </a:gs>
                <a:gs pos="100000">
                  <a:schemeClr val="bg1"/>
                </a:gs>
              </a:gsLst>
              <a:lin ang="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Graphic 7" descr="Mortgage with solid fill">
            <a:extLst>
              <a:ext uri="{FF2B5EF4-FFF2-40B4-BE49-F238E27FC236}">
                <a16:creationId xmlns:a16="http://schemas.microsoft.com/office/drawing/2014/main" id="{5F6414E6-BED7-B24B-F40B-34BB5F1675D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84841" y="1225331"/>
            <a:ext cx="2360095" cy="2360095"/>
          </a:xfrm>
          <a:prstGeom prst="rect">
            <a:avLst/>
          </a:prstGeom>
        </p:spPr>
      </p:pic>
      <p:sp>
        <p:nvSpPr>
          <p:cNvPr id="11" name="TextBox 10">
            <a:extLst>
              <a:ext uri="{FF2B5EF4-FFF2-40B4-BE49-F238E27FC236}">
                <a16:creationId xmlns:a16="http://schemas.microsoft.com/office/drawing/2014/main" id="{9F7EA8D3-779C-981A-13E1-7CD305705F3B}"/>
              </a:ext>
            </a:extLst>
          </p:cNvPr>
          <p:cNvSpPr txBox="1"/>
          <p:nvPr/>
        </p:nvSpPr>
        <p:spPr>
          <a:xfrm>
            <a:off x="875691" y="3585426"/>
            <a:ext cx="5768949" cy="400110"/>
          </a:xfrm>
          <a:prstGeom prst="rect">
            <a:avLst/>
          </a:prstGeom>
          <a:noFill/>
        </p:spPr>
        <p:txBody>
          <a:bodyPr wrap="square">
            <a:spAutoFit/>
          </a:bodyPr>
          <a:lstStyle/>
          <a:p>
            <a:r>
              <a:rPr lang="en-US" sz="2000"/>
              <a:t>For renters, it will greatly help in budgeting; </a:t>
            </a:r>
          </a:p>
        </p:txBody>
      </p:sp>
      <p:sp>
        <p:nvSpPr>
          <p:cNvPr id="16" name="TextBox 15">
            <a:extLst>
              <a:ext uri="{FF2B5EF4-FFF2-40B4-BE49-F238E27FC236}">
                <a16:creationId xmlns:a16="http://schemas.microsoft.com/office/drawing/2014/main" id="{34822BA5-488B-A844-57E0-AE2F2BB5CF09}"/>
              </a:ext>
            </a:extLst>
          </p:cNvPr>
          <p:cNvSpPr txBox="1"/>
          <p:nvPr/>
        </p:nvSpPr>
        <p:spPr>
          <a:xfrm>
            <a:off x="875692" y="4326622"/>
            <a:ext cx="4982498" cy="1015663"/>
          </a:xfrm>
          <a:prstGeom prst="rect">
            <a:avLst/>
          </a:prstGeom>
          <a:noFill/>
        </p:spPr>
        <p:txBody>
          <a:bodyPr wrap="square">
            <a:spAutoFit/>
          </a:bodyPr>
          <a:lstStyle/>
          <a:p>
            <a:r>
              <a:rPr lang="en-US" sz="2000"/>
              <a:t>For </a:t>
            </a:r>
            <a:r>
              <a:rPr lang="en-US" altLang="zh-CN" sz="2000"/>
              <a:t>landlords, it will help in determining house rental price to attract and retain tenants.</a:t>
            </a:r>
            <a:endParaRPr lang="en-AU" sz="2000"/>
          </a:p>
        </p:txBody>
      </p:sp>
      <p:sp>
        <p:nvSpPr>
          <p:cNvPr id="29" name="TextBox 28">
            <a:extLst>
              <a:ext uri="{FF2B5EF4-FFF2-40B4-BE49-F238E27FC236}">
                <a16:creationId xmlns:a16="http://schemas.microsoft.com/office/drawing/2014/main" id="{57BF1B64-127D-FE9A-2272-C2048CED24BC}"/>
              </a:ext>
            </a:extLst>
          </p:cNvPr>
          <p:cNvSpPr txBox="1"/>
          <p:nvPr/>
        </p:nvSpPr>
        <p:spPr>
          <a:xfrm>
            <a:off x="7962219" y="-234749"/>
            <a:ext cx="1424048" cy="415498"/>
          </a:xfrm>
          <a:prstGeom prst="rect">
            <a:avLst/>
          </a:prstGeom>
          <a:noFill/>
        </p:spPr>
        <p:txBody>
          <a:bodyPr wrap="square" rtlCol="0">
            <a:spAutoFit/>
          </a:bodyPr>
          <a:lstStyle/>
          <a:p>
            <a:pPr algn="r"/>
            <a:r>
              <a:rPr lang="en-AU" sz="1050">
                <a:solidFill>
                  <a:schemeClr val="bg1">
                    <a:lumMod val="50000"/>
                  </a:schemeClr>
                </a:solidFill>
              </a:rPr>
              <a:t>Where is </a:t>
            </a:r>
            <a:r>
              <a:rPr lang="en-AU" sz="1050" err="1">
                <a:solidFill>
                  <a:schemeClr val="bg1">
                    <a:lumMod val="50000"/>
                  </a:schemeClr>
                </a:solidFill>
              </a:rPr>
              <a:t>Klang</a:t>
            </a:r>
            <a:r>
              <a:rPr lang="en-AU" sz="1050">
                <a:solidFill>
                  <a:schemeClr val="bg1">
                    <a:lumMod val="50000"/>
                  </a:schemeClr>
                </a:solidFill>
              </a:rPr>
              <a:t> Valley? </a:t>
            </a:r>
          </a:p>
        </p:txBody>
      </p:sp>
      <p:sp>
        <p:nvSpPr>
          <p:cNvPr id="31" name="TextBox 30">
            <a:extLst>
              <a:ext uri="{FF2B5EF4-FFF2-40B4-BE49-F238E27FC236}">
                <a16:creationId xmlns:a16="http://schemas.microsoft.com/office/drawing/2014/main" id="{BB6FCF44-525D-F142-0E26-7422799303F4}"/>
              </a:ext>
            </a:extLst>
          </p:cNvPr>
          <p:cNvSpPr txBox="1"/>
          <p:nvPr/>
        </p:nvSpPr>
        <p:spPr>
          <a:xfrm>
            <a:off x="6157198" y="1955562"/>
            <a:ext cx="1424048" cy="415498"/>
          </a:xfrm>
          <a:prstGeom prst="rect">
            <a:avLst/>
          </a:prstGeom>
          <a:noFill/>
        </p:spPr>
        <p:txBody>
          <a:bodyPr wrap="square" rtlCol="0">
            <a:spAutoFit/>
          </a:bodyPr>
          <a:lstStyle/>
          <a:p>
            <a:pPr algn="r"/>
            <a:r>
              <a:rPr lang="en-US" altLang="zh-CN" sz="1050">
                <a:solidFill>
                  <a:schemeClr val="bg1">
                    <a:lumMod val="50000"/>
                  </a:schemeClr>
                </a:solidFill>
              </a:rPr>
              <a:t>Population and Situation</a:t>
            </a:r>
            <a:endParaRPr lang="en-AU" sz="1050">
              <a:solidFill>
                <a:schemeClr val="bg1">
                  <a:lumMod val="50000"/>
                </a:schemeClr>
              </a:solidFill>
            </a:endParaRPr>
          </a:p>
        </p:txBody>
      </p:sp>
      <p:sp>
        <p:nvSpPr>
          <p:cNvPr id="33" name="TextBox 32">
            <a:extLst>
              <a:ext uri="{FF2B5EF4-FFF2-40B4-BE49-F238E27FC236}">
                <a16:creationId xmlns:a16="http://schemas.microsoft.com/office/drawing/2014/main" id="{00F1FE20-A13B-1231-BB38-40E63ACD02EE}"/>
              </a:ext>
            </a:extLst>
          </p:cNvPr>
          <p:cNvSpPr txBox="1"/>
          <p:nvPr/>
        </p:nvSpPr>
        <p:spPr>
          <a:xfrm>
            <a:off x="5858189" y="3940313"/>
            <a:ext cx="1690451" cy="461665"/>
          </a:xfrm>
          <a:prstGeom prst="rect">
            <a:avLst/>
          </a:prstGeom>
          <a:noFill/>
        </p:spPr>
        <p:txBody>
          <a:bodyPr wrap="square" rtlCol="0">
            <a:spAutoFit/>
          </a:bodyPr>
          <a:lstStyle/>
          <a:p>
            <a:pPr algn="r"/>
            <a:r>
              <a:rPr lang="en-US" altLang="zh-CN" sz="1200" b="1"/>
              <a:t>Benefit of get to know with the trend</a:t>
            </a:r>
            <a:endParaRPr lang="en-AU" sz="1200" b="1"/>
          </a:p>
        </p:txBody>
      </p:sp>
      <p:sp>
        <p:nvSpPr>
          <p:cNvPr id="35" name="TextBox 34">
            <a:extLst>
              <a:ext uri="{FF2B5EF4-FFF2-40B4-BE49-F238E27FC236}">
                <a16:creationId xmlns:a16="http://schemas.microsoft.com/office/drawing/2014/main" id="{9992CCCA-9C84-DEE1-8B8C-E8DA86D0C92D}"/>
              </a:ext>
            </a:extLst>
          </p:cNvPr>
          <p:cNvSpPr txBox="1"/>
          <p:nvPr/>
        </p:nvSpPr>
        <p:spPr>
          <a:xfrm>
            <a:off x="6630648" y="5437769"/>
            <a:ext cx="1424048" cy="253916"/>
          </a:xfrm>
          <a:prstGeom prst="rect">
            <a:avLst/>
          </a:prstGeom>
          <a:noFill/>
        </p:spPr>
        <p:txBody>
          <a:bodyPr wrap="square" rtlCol="0">
            <a:spAutoFit/>
          </a:bodyPr>
          <a:lstStyle/>
          <a:p>
            <a:pPr algn="r"/>
            <a:r>
              <a:rPr lang="en-US" altLang="zh-CN" sz="1050">
                <a:solidFill>
                  <a:schemeClr val="bg1">
                    <a:lumMod val="50000"/>
                  </a:schemeClr>
                </a:solidFill>
              </a:rPr>
              <a:t>Action</a:t>
            </a:r>
            <a:endParaRPr lang="en-AU" sz="1050">
              <a:solidFill>
                <a:schemeClr val="bg1">
                  <a:lumMod val="50000"/>
                </a:schemeClr>
              </a:solidFill>
            </a:endParaRPr>
          </a:p>
        </p:txBody>
      </p:sp>
      <p:sp>
        <p:nvSpPr>
          <p:cNvPr id="47" name="TextBox 46">
            <a:extLst>
              <a:ext uri="{FF2B5EF4-FFF2-40B4-BE49-F238E27FC236}">
                <a16:creationId xmlns:a16="http://schemas.microsoft.com/office/drawing/2014/main" id="{515131F5-9F5B-64E3-2EAC-B08BA411CFA9}"/>
              </a:ext>
            </a:extLst>
          </p:cNvPr>
          <p:cNvSpPr txBox="1"/>
          <p:nvPr/>
        </p:nvSpPr>
        <p:spPr>
          <a:xfrm>
            <a:off x="5419559" y="9492935"/>
            <a:ext cx="6101647" cy="923330"/>
          </a:xfrm>
          <a:prstGeom prst="rect">
            <a:avLst/>
          </a:prstGeom>
          <a:noFill/>
        </p:spPr>
        <p:txBody>
          <a:bodyPr wrap="square">
            <a:spAutoFit/>
          </a:bodyPr>
          <a:lstStyle/>
          <a:p>
            <a:r>
              <a:rPr lang="en-US">
                <a:latin typeface="Arial"/>
                <a:cs typeface="Arial"/>
              </a:rPr>
              <a:t>Moreover</a:t>
            </a:r>
            <a:r>
              <a:rPr lang="en-US" sz="1800">
                <a:latin typeface="Arial"/>
                <a:cs typeface="Arial"/>
              </a:rPr>
              <a:t>, in this project, we </a:t>
            </a:r>
            <a:r>
              <a:rPr lang="en-US" err="1">
                <a:latin typeface="Arial"/>
                <a:cs typeface="Arial"/>
              </a:rPr>
              <a:t>analysed</a:t>
            </a:r>
            <a:r>
              <a:rPr lang="en-US" sz="1800">
                <a:latin typeface="Arial"/>
                <a:cs typeface="Arial"/>
              </a:rPr>
              <a:t> the data and making several models to predict the future trend of the renta</a:t>
            </a:r>
            <a:r>
              <a:rPr lang="en-US">
                <a:latin typeface="Arial"/>
                <a:cs typeface="Arial"/>
              </a:rPr>
              <a:t>l price.</a:t>
            </a:r>
            <a:endParaRPr lang="en-AU">
              <a:latin typeface="Arial"/>
              <a:cs typeface="Arial"/>
            </a:endParaRPr>
          </a:p>
        </p:txBody>
      </p:sp>
      <p:pic>
        <p:nvPicPr>
          <p:cNvPr id="48" name="Graphic 47" descr="Magnifying glass with solid fill">
            <a:extLst>
              <a:ext uri="{FF2B5EF4-FFF2-40B4-BE49-F238E27FC236}">
                <a16:creationId xmlns:a16="http://schemas.microsoft.com/office/drawing/2014/main" id="{E8FDFDA5-832F-D0F0-445D-9712A9D09BB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00641" y="7443039"/>
            <a:ext cx="1777484" cy="1777484"/>
          </a:xfrm>
          <a:prstGeom prst="rect">
            <a:avLst/>
          </a:prstGeom>
        </p:spPr>
      </p:pic>
      <p:sp>
        <p:nvSpPr>
          <p:cNvPr id="49" name="Google Shape;962;p41">
            <a:extLst>
              <a:ext uri="{FF2B5EF4-FFF2-40B4-BE49-F238E27FC236}">
                <a16:creationId xmlns:a16="http://schemas.microsoft.com/office/drawing/2014/main" id="{D7EF3723-4BE3-16DD-AE6E-E03F74739B06}"/>
              </a:ext>
            </a:extLst>
          </p:cNvPr>
          <p:cNvSpPr txBox="1">
            <a:spLocks noGrp="1"/>
          </p:cNvSpPr>
          <p:nvPr/>
        </p:nvSpPr>
        <p:spPr>
          <a:xfrm>
            <a:off x="1012873" y="739690"/>
            <a:ext cx="9821200"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4400">
                <a:solidFill>
                  <a:schemeClr val="accent2">
                    <a:lumMod val="75000"/>
                  </a:schemeClr>
                </a:solidFill>
                <a:latin typeface="Bebas Neue"/>
              </a:rPr>
              <a:t>Section 1: </a:t>
            </a:r>
            <a:r>
              <a:rPr lang="en-GB" sz="4400">
                <a:solidFill>
                  <a:schemeClr val="accent2">
                    <a:lumMod val="75000"/>
                  </a:schemeClr>
                </a:solidFill>
                <a:latin typeface="Bebas Neue"/>
              </a:rPr>
              <a:t>Background</a:t>
            </a:r>
            <a:endParaRPr lang="en" sz="4400">
              <a:solidFill>
                <a:schemeClr val="accent2">
                  <a:lumMod val="75000"/>
                </a:schemeClr>
              </a:solidFill>
              <a:latin typeface="Bebas Neue"/>
            </a:endParaRPr>
          </a:p>
        </p:txBody>
      </p:sp>
      <p:sp>
        <p:nvSpPr>
          <p:cNvPr id="7" name="Google Shape;1603;p49">
            <a:extLst>
              <a:ext uri="{FF2B5EF4-FFF2-40B4-BE49-F238E27FC236}">
                <a16:creationId xmlns:a16="http://schemas.microsoft.com/office/drawing/2014/main" id="{6199F877-449D-1A19-2A1C-D6B4B188552E}"/>
              </a:ext>
            </a:extLst>
          </p:cNvPr>
          <p:cNvSpPr txBox="1">
            <a:spLocks noGrp="1"/>
          </p:cNvSpPr>
          <p:nvPr>
            <p:ph type="body" idx="1"/>
          </p:nvPr>
        </p:nvSpPr>
        <p:spPr>
          <a:xfrm>
            <a:off x="4147282" y="-2247098"/>
            <a:ext cx="5241864" cy="2024441"/>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219710" indent="0" algn="just">
              <a:buNone/>
            </a:pPr>
            <a:r>
              <a:rPr lang="en-US" sz="1800"/>
              <a:t>Due to high population, significant </a:t>
            </a:r>
            <a:r>
              <a:rPr lang="en-US" sz="1800" err="1"/>
              <a:t>urbanisation</a:t>
            </a:r>
            <a:r>
              <a:rPr lang="en-US" sz="1800"/>
              <a:t> and high inflation rates in </a:t>
            </a:r>
            <a:r>
              <a:rPr lang="en-US" sz="1800" err="1"/>
              <a:t>Klang</a:t>
            </a:r>
            <a:r>
              <a:rPr lang="en-US" sz="1800"/>
              <a:t> Valley, housing prices in the cities are unpredictable. This necessitates that people from all walks of life closely monitor the housing rental market and its trends </a:t>
            </a:r>
            <a:r>
              <a:rPr lang="en-AU" sz="1600">
                <a:latin typeface="Arial" panose="020B0604020202020204" pitchFamily="34" charset="0"/>
                <a:cs typeface="Arial" panose="020B0604020202020204" pitchFamily="34" charset="0"/>
              </a:rPr>
              <a:t>(</a:t>
            </a:r>
            <a:r>
              <a:rPr lang="en-AU" sz="1600" err="1">
                <a:latin typeface="Arial" panose="020B0604020202020204" pitchFamily="34" charset="0"/>
                <a:cs typeface="Arial" panose="020B0604020202020204" pitchFamily="34" charset="0"/>
              </a:rPr>
              <a:t>Zainon</a:t>
            </a:r>
            <a:r>
              <a:rPr lang="en-AU" sz="1600">
                <a:latin typeface="Arial" panose="020B0604020202020204" pitchFamily="34" charset="0"/>
                <a:cs typeface="Arial" panose="020B0604020202020204" pitchFamily="34" charset="0"/>
              </a:rPr>
              <a:t> et al., 2017)</a:t>
            </a:r>
            <a:r>
              <a:rPr lang="en-US" sz="1800"/>
              <a:t>.</a:t>
            </a:r>
          </a:p>
        </p:txBody>
      </p:sp>
      <p:sp>
        <p:nvSpPr>
          <p:cNvPr id="10" name="TextBox 9">
            <a:extLst>
              <a:ext uri="{FF2B5EF4-FFF2-40B4-BE49-F238E27FC236}">
                <a16:creationId xmlns:a16="http://schemas.microsoft.com/office/drawing/2014/main" id="{4A27BDCF-E090-32A0-8469-9AF762506F66}"/>
              </a:ext>
            </a:extLst>
          </p:cNvPr>
          <p:cNvSpPr txBox="1"/>
          <p:nvPr/>
        </p:nvSpPr>
        <p:spPr>
          <a:xfrm>
            <a:off x="5858189" y="-4044382"/>
            <a:ext cx="3721167" cy="1200329"/>
          </a:xfrm>
          <a:prstGeom prst="rect">
            <a:avLst/>
          </a:prstGeom>
          <a:noFill/>
        </p:spPr>
        <p:txBody>
          <a:bodyPr wrap="square">
            <a:spAutoFit/>
          </a:bodyPr>
          <a:lstStyle/>
          <a:p>
            <a:r>
              <a:rPr lang="en-US" sz="7200" b="1"/>
              <a:t>2.311 M</a:t>
            </a:r>
            <a:endParaRPr lang="en-AU" sz="7200" b="1"/>
          </a:p>
        </p:txBody>
      </p:sp>
      <p:sp>
        <p:nvSpPr>
          <p:cNvPr id="13" name="TextBox 12">
            <a:extLst>
              <a:ext uri="{FF2B5EF4-FFF2-40B4-BE49-F238E27FC236}">
                <a16:creationId xmlns:a16="http://schemas.microsoft.com/office/drawing/2014/main" id="{570A969C-0B51-F259-2256-E733F9288A0C}"/>
              </a:ext>
            </a:extLst>
          </p:cNvPr>
          <p:cNvSpPr txBox="1"/>
          <p:nvPr/>
        </p:nvSpPr>
        <p:spPr>
          <a:xfrm>
            <a:off x="5858189" y="-2936652"/>
            <a:ext cx="3530957" cy="584775"/>
          </a:xfrm>
          <a:prstGeom prst="rect">
            <a:avLst/>
          </a:prstGeom>
          <a:noFill/>
        </p:spPr>
        <p:txBody>
          <a:bodyPr wrap="square">
            <a:spAutoFit/>
          </a:bodyPr>
          <a:lstStyle/>
          <a:p>
            <a:pPr algn="r"/>
            <a:r>
              <a:rPr lang="en-US" sz="1600"/>
              <a:t>people living in </a:t>
            </a:r>
            <a:r>
              <a:rPr lang="en-US" sz="1600" err="1"/>
              <a:t>Klang</a:t>
            </a:r>
            <a:r>
              <a:rPr lang="en-US" sz="1600"/>
              <a:t> Valley by 2024</a:t>
            </a:r>
          </a:p>
          <a:p>
            <a:pPr algn="r"/>
            <a:r>
              <a:rPr lang="en-AU" sz="1600"/>
              <a:t>(</a:t>
            </a:r>
            <a:r>
              <a:rPr lang="en-AU" sz="1600" err="1"/>
              <a:t>Worldometer</a:t>
            </a:r>
            <a:r>
              <a:rPr lang="en-AU" sz="1600"/>
              <a:t>, 2023)</a:t>
            </a:r>
          </a:p>
        </p:txBody>
      </p:sp>
    </p:spTree>
    <p:extLst>
      <p:ext uri="{BB962C8B-B14F-4D97-AF65-F5344CB8AC3E}">
        <p14:creationId xmlns:p14="http://schemas.microsoft.com/office/powerpoint/2010/main" val="4621278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01"/>
        <p:cNvGrpSpPr/>
        <p:nvPr/>
      </p:nvGrpSpPr>
      <p:grpSpPr>
        <a:xfrm>
          <a:off x="0" y="0"/>
          <a:ext cx="0" cy="0"/>
          <a:chOff x="0" y="0"/>
          <a:chExt cx="0" cy="0"/>
        </a:xfrm>
      </p:grpSpPr>
      <p:pic>
        <p:nvPicPr>
          <p:cNvPr id="1026" name="Picture 2" descr="Visit Kuala Lumpur | Tailor-Made Trips to Kuala Lumpur | Audley Travel UK">
            <a:extLst>
              <a:ext uri="{FF2B5EF4-FFF2-40B4-BE49-F238E27FC236}">
                <a16:creationId xmlns:a16="http://schemas.microsoft.com/office/drawing/2014/main" id="{7E6F7253-33DB-8474-275E-B1A3A1706B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241" y="-433895"/>
            <a:ext cx="10789920" cy="770708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37C85DE2-95D7-3F19-2D48-2F0C6D4729F4}"/>
              </a:ext>
            </a:extLst>
          </p:cNvPr>
          <p:cNvPicPr>
            <a:picLocks noChangeAspect="1"/>
          </p:cNvPicPr>
          <p:nvPr/>
        </p:nvPicPr>
        <p:blipFill>
          <a:blip r:embed="rId4"/>
          <a:srcRect r="14475"/>
          <a:stretch>
            <a:fillRect/>
          </a:stretch>
        </p:blipFill>
        <p:spPr>
          <a:xfrm>
            <a:off x="0" y="0"/>
            <a:ext cx="10427225" cy="6858000"/>
          </a:xfrm>
          <a:custGeom>
            <a:avLst/>
            <a:gdLst>
              <a:gd name="connsiteX0" fmla="*/ 0 w 10427225"/>
              <a:gd name="connsiteY0" fmla="*/ 0 h 6858000"/>
              <a:gd name="connsiteX1" fmla="*/ 10427225 w 10427225"/>
              <a:gd name="connsiteY1" fmla="*/ 0 h 6858000"/>
              <a:gd name="connsiteX2" fmla="*/ 10286999 w 10427225"/>
              <a:gd name="connsiteY2" fmla="*/ 47447 h 6858000"/>
              <a:gd name="connsiteX3" fmla="*/ 7924800 w 10427225"/>
              <a:gd name="connsiteY3" fmla="*/ 3429000 h 6858000"/>
              <a:gd name="connsiteX4" fmla="*/ 10286999 w 10427225"/>
              <a:gd name="connsiteY4" fmla="*/ 6810553 h 6858000"/>
              <a:gd name="connsiteX5" fmla="*/ 10427225 w 10427225"/>
              <a:gd name="connsiteY5" fmla="*/ 6858000 h 6858000"/>
              <a:gd name="connsiteX6" fmla="*/ 0 w 104272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27225" h="6858000">
                <a:moveTo>
                  <a:pt x="0" y="0"/>
                </a:moveTo>
                <a:lnTo>
                  <a:pt x="10427225" y="0"/>
                </a:lnTo>
                <a:lnTo>
                  <a:pt x="10286999" y="47447"/>
                </a:lnTo>
                <a:cubicBezTo>
                  <a:pt x="8908549" y="552165"/>
                  <a:pt x="7924800" y="1875699"/>
                  <a:pt x="7924800" y="3429000"/>
                </a:cubicBezTo>
                <a:cubicBezTo>
                  <a:pt x="7924800" y="4982301"/>
                  <a:pt x="8908549" y="6305835"/>
                  <a:pt x="10286999" y="6810553"/>
                </a:cubicBezTo>
                <a:lnTo>
                  <a:pt x="10427225" y="6858000"/>
                </a:lnTo>
                <a:lnTo>
                  <a:pt x="0" y="6858000"/>
                </a:lnTo>
                <a:close/>
              </a:path>
            </a:pathLst>
          </a:custGeom>
        </p:spPr>
      </p:pic>
      <p:sp>
        <p:nvSpPr>
          <p:cNvPr id="12" name="Oval 11">
            <a:extLst>
              <a:ext uri="{FF2B5EF4-FFF2-40B4-BE49-F238E27FC236}">
                <a16:creationId xmlns:a16="http://schemas.microsoft.com/office/drawing/2014/main" id="{C879A28C-ED5B-F802-4352-D62C0597C7F9}"/>
              </a:ext>
            </a:extLst>
          </p:cNvPr>
          <p:cNvSpPr/>
          <p:nvPr/>
        </p:nvSpPr>
        <p:spPr>
          <a:xfrm>
            <a:off x="7595167" y="-351000"/>
            <a:ext cx="7560000" cy="7560000"/>
          </a:xfrm>
          <a:prstGeom prst="ellipse">
            <a:avLst/>
          </a:prstGeom>
          <a:noFill/>
          <a:ln>
            <a:gradFill flip="none" rotWithShape="1">
              <a:gsLst>
                <a:gs pos="0">
                  <a:schemeClr val="bg1"/>
                </a:gs>
                <a:gs pos="0">
                  <a:schemeClr val="tx1"/>
                </a:gs>
                <a:gs pos="35000">
                  <a:srgbClr val="FFFFFF"/>
                </a:gs>
                <a:gs pos="100000">
                  <a:schemeClr val="bg1"/>
                </a:gs>
              </a:gsLst>
              <a:lin ang="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Box 2">
            <a:extLst>
              <a:ext uri="{FF2B5EF4-FFF2-40B4-BE49-F238E27FC236}">
                <a16:creationId xmlns:a16="http://schemas.microsoft.com/office/drawing/2014/main" id="{CB09E4F5-EDB5-E3FC-44CC-58DC46F4C2E6}"/>
              </a:ext>
            </a:extLst>
          </p:cNvPr>
          <p:cNvSpPr txBox="1"/>
          <p:nvPr/>
        </p:nvSpPr>
        <p:spPr>
          <a:xfrm>
            <a:off x="756352" y="3954307"/>
            <a:ext cx="6101647" cy="923330"/>
          </a:xfrm>
          <a:prstGeom prst="rect">
            <a:avLst/>
          </a:prstGeom>
          <a:noFill/>
        </p:spPr>
        <p:txBody>
          <a:bodyPr wrap="square" lIns="91440" tIns="45720" rIns="91440" bIns="45720" anchor="t">
            <a:spAutoFit/>
          </a:bodyPr>
          <a:lstStyle/>
          <a:p>
            <a:r>
              <a:rPr lang="en-US">
                <a:latin typeface="Arial"/>
                <a:cs typeface="Arial"/>
              </a:rPr>
              <a:t>Moreover</a:t>
            </a:r>
            <a:r>
              <a:rPr lang="en-US" sz="1800">
                <a:latin typeface="Arial"/>
                <a:cs typeface="Arial"/>
              </a:rPr>
              <a:t>, in this project, we </a:t>
            </a:r>
            <a:r>
              <a:rPr lang="en-US" err="1">
                <a:latin typeface="Arial"/>
                <a:cs typeface="Arial"/>
              </a:rPr>
              <a:t>analysed</a:t>
            </a:r>
            <a:r>
              <a:rPr lang="en-US" sz="1800">
                <a:latin typeface="Arial"/>
                <a:cs typeface="Arial"/>
              </a:rPr>
              <a:t> the data and making several models to predict the future trend of the renta</a:t>
            </a:r>
            <a:r>
              <a:rPr lang="en-US">
                <a:latin typeface="Arial"/>
                <a:cs typeface="Arial"/>
              </a:rPr>
              <a:t>l price.</a:t>
            </a:r>
            <a:endParaRPr lang="en-AU">
              <a:latin typeface="Arial"/>
              <a:cs typeface="Arial"/>
            </a:endParaRPr>
          </a:p>
        </p:txBody>
      </p:sp>
      <p:pic>
        <p:nvPicPr>
          <p:cNvPr id="5" name="Graphic 4" descr="Magnifying glass with solid fill">
            <a:extLst>
              <a:ext uri="{FF2B5EF4-FFF2-40B4-BE49-F238E27FC236}">
                <a16:creationId xmlns:a16="http://schemas.microsoft.com/office/drawing/2014/main" id="{F781EB30-660C-4C8D-98BC-D8AD3528BF7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37434" y="1904411"/>
            <a:ext cx="1777484" cy="1777484"/>
          </a:xfrm>
          <a:prstGeom prst="rect">
            <a:avLst/>
          </a:prstGeom>
        </p:spPr>
      </p:pic>
      <p:sp>
        <p:nvSpPr>
          <p:cNvPr id="7" name="TextBox 6">
            <a:extLst>
              <a:ext uri="{FF2B5EF4-FFF2-40B4-BE49-F238E27FC236}">
                <a16:creationId xmlns:a16="http://schemas.microsoft.com/office/drawing/2014/main" id="{5FFC2DD5-F853-FC85-4888-1DF6832DDEE7}"/>
              </a:ext>
            </a:extLst>
          </p:cNvPr>
          <p:cNvSpPr txBox="1"/>
          <p:nvPr/>
        </p:nvSpPr>
        <p:spPr>
          <a:xfrm>
            <a:off x="8362383" y="-547345"/>
            <a:ext cx="1424048" cy="415498"/>
          </a:xfrm>
          <a:prstGeom prst="rect">
            <a:avLst/>
          </a:prstGeom>
          <a:noFill/>
        </p:spPr>
        <p:txBody>
          <a:bodyPr wrap="square" rtlCol="0">
            <a:spAutoFit/>
          </a:bodyPr>
          <a:lstStyle/>
          <a:p>
            <a:pPr algn="r"/>
            <a:r>
              <a:rPr lang="en-AU" sz="1050">
                <a:solidFill>
                  <a:schemeClr val="bg1">
                    <a:lumMod val="50000"/>
                  </a:schemeClr>
                </a:solidFill>
              </a:rPr>
              <a:t>Where is </a:t>
            </a:r>
            <a:r>
              <a:rPr lang="en-AU" sz="1050" err="1">
                <a:solidFill>
                  <a:schemeClr val="bg1">
                    <a:lumMod val="50000"/>
                  </a:schemeClr>
                </a:solidFill>
              </a:rPr>
              <a:t>Klang</a:t>
            </a:r>
            <a:r>
              <a:rPr lang="en-AU" sz="1050">
                <a:solidFill>
                  <a:schemeClr val="bg1">
                    <a:lumMod val="50000"/>
                  </a:schemeClr>
                </a:solidFill>
              </a:rPr>
              <a:t> Valley? </a:t>
            </a:r>
          </a:p>
        </p:txBody>
      </p:sp>
      <p:sp>
        <p:nvSpPr>
          <p:cNvPr id="13" name="TextBox 12">
            <a:extLst>
              <a:ext uri="{FF2B5EF4-FFF2-40B4-BE49-F238E27FC236}">
                <a16:creationId xmlns:a16="http://schemas.microsoft.com/office/drawing/2014/main" id="{72BB5D2D-41DC-E453-9944-29F770B534F3}"/>
              </a:ext>
            </a:extLst>
          </p:cNvPr>
          <p:cNvSpPr txBox="1"/>
          <p:nvPr/>
        </p:nvSpPr>
        <p:spPr>
          <a:xfrm>
            <a:off x="7736240" y="-188816"/>
            <a:ext cx="1424048" cy="415498"/>
          </a:xfrm>
          <a:prstGeom prst="rect">
            <a:avLst/>
          </a:prstGeom>
          <a:noFill/>
        </p:spPr>
        <p:txBody>
          <a:bodyPr wrap="square" rtlCol="0">
            <a:spAutoFit/>
          </a:bodyPr>
          <a:lstStyle/>
          <a:p>
            <a:pPr algn="r"/>
            <a:r>
              <a:rPr lang="en-US" altLang="zh-CN" sz="1050">
                <a:solidFill>
                  <a:schemeClr val="bg1">
                    <a:lumMod val="50000"/>
                  </a:schemeClr>
                </a:solidFill>
              </a:rPr>
              <a:t>Population and Situation</a:t>
            </a:r>
            <a:endParaRPr lang="en-AU" sz="1050">
              <a:solidFill>
                <a:schemeClr val="bg1">
                  <a:lumMod val="50000"/>
                </a:schemeClr>
              </a:solidFill>
            </a:endParaRPr>
          </a:p>
        </p:txBody>
      </p:sp>
      <p:sp>
        <p:nvSpPr>
          <p:cNvPr id="14" name="Oval 13">
            <a:extLst>
              <a:ext uri="{FF2B5EF4-FFF2-40B4-BE49-F238E27FC236}">
                <a16:creationId xmlns:a16="http://schemas.microsoft.com/office/drawing/2014/main" id="{62D60599-43B0-6EEE-2BA2-67C1976E149E}"/>
              </a:ext>
            </a:extLst>
          </p:cNvPr>
          <p:cNvSpPr/>
          <p:nvPr/>
        </p:nvSpPr>
        <p:spPr>
          <a:xfrm>
            <a:off x="10943438" y="-369749"/>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5" name="TextBox 14">
            <a:extLst>
              <a:ext uri="{FF2B5EF4-FFF2-40B4-BE49-F238E27FC236}">
                <a16:creationId xmlns:a16="http://schemas.microsoft.com/office/drawing/2014/main" id="{13A1ED2D-7ACF-0AC0-9378-01079AAD6788}"/>
              </a:ext>
            </a:extLst>
          </p:cNvPr>
          <p:cNvSpPr txBox="1"/>
          <p:nvPr/>
        </p:nvSpPr>
        <p:spPr>
          <a:xfrm>
            <a:off x="6329511" y="1528545"/>
            <a:ext cx="1424048" cy="415498"/>
          </a:xfrm>
          <a:prstGeom prst="rect">
            <a:avLst/>
          </a:prstGeom>
          <a:noFill/>
        </p:spPr>
        <p:txBody>
          <a:bodyPr wrap="square" rtlCol="0">
            <a:spAutoFit/>
          </a:bodyPr>
          <a:lstStyle/>
          <a:p>
            <a:pPr algn="r"/>
            <a:r>
              <a:rPr lang="en-US" altLang="zh-CN" sz="1050">
                <a:solidFill>
                  <a:schemeClr val="bg1">
                    <a:lumMod val="50000"/>
                  </a:schemeClr>
                </a:solidFill>
              </a:rPr>
              <a:t>Benefit of get to know with the trend</a:t>
            </a:r>
            <a:endParaRPr lang="en-AU" sz="1050">
              <a:solidFill>
                <a:schemeClr val="bg1">
                  <a:lumMod val="50000"/>
                </a:schemeClr>
              </a:solidFill>
            </a:endParaRPr>
          </a:p>
        </p:txBody>
      </p:sp>
      <p:sp>
        <p:nvSpPr>
          <p:cNvPr id="18" name="TextBox 17">
            <a:extLst>
              <a:ext uri="{FF2B5EF4-FFF2-40B4-BE49-F238E27FC236}">
                <a16:creationId xmlns:a16="http://schemas.microsoft.com/office/drawing/2014/main" id="{E5F4C556-F1AA-5533-D163-3BBF28E52C9F}"/>
              </a:ext>
            </a:extLst>
          </p:cNvPr>
          <p:cNvSpPr txBox="1"/>
          <p:nvPr/>
        </p:nvSpPr>
        <p:spPr>
          <a:xfrm>
            <a:off x="6096000" y="4144496"/>
            <a:ext cx="1424048" cy="276999"/>
          </a:xfrm>
          <a:prstGeom prst="rect">
            <a:avLst/>
          </a:prstGeom>
          <a:noFill/>
        </p:spPr>
        <p:txBody>
          <a:bodyPr wrap="square" rtlCol="0">
            <a:spAutoFit/>
          </a:bodyPr>
          <a:lstStyle/>
          <a:p>
            <a:pPr algn="r"/>
            <a:r>
              <a:rPr lang="en-US" altLang="zh-CN" sz="1200" b="1"/>
              <a:t>Action</a:t>
            </a:r>
            <a:endParaRPr lang="en-AU" sz="1200" b="1"/>
          </a:p>
        </p:txBody>
      </p:sp>
      <p:pic>
        <p:nvPicPr>
          <p:cNvPr id="19" name="Graphic 18" descr="Mortgage with solid fill">
            <a:extLst>
              <a:ext uri="{FF2B5EF4-FFF2-40B4-BE49-F238E27FC236}">
                <a16:creationId xmlns:a16="http://schemas.microsoft.com/office/drawing/2014/main" id="{3BFAB8E4-167B-97E5-E191-3AA03C05A02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24068" y="-3974343"/>
            <a:ext cx="2360095" cy="2360095"/>
          </a:xfrm>
          <a:prstGeom prst="rect">
            <a:avLst/>
          </a:prstGeom>
        </p:spPr>
      </p:pic>
      <p:sp>
        <p:nvSpPr>
          <p:cNvPr id="20" name="TextBox 19">
            <a:extLst>
              <a:ext uri="{FF2B5EF4-FFF2-40B4-BE49-F238E27FC236}">
                <a16:creationId xmlns:a16="http://schemas.microsoft.com/office/drawing/2014/main" id="{1CA031FA-08A4-4CB4-E15D-EFA29545AC83}"/>
              </a:ext>
            </a:extLst>
          </p:cNvPr>
          <p:cNvSpPr txBox="1"/>
          <p:nvPr/>
        </p:nvSpPr>
        <p:spPr>
          <a:xfrm>
            <a:off x="4314918" y="-1614248"/>
            <a:ext cx="5768949" cy="400110"/>
          </a:xfrm>
          <a:prstGeom prst="rect">
            <a:avLst/>
          </a:prstGeom>
          <a:noFill/>
        </p:spPr>
        <p:txBody>
          <a:bodyPr wrap="square">
            <a:spAutoFit/>
          </a:bodyPr>
          <a:lstStyle/>
          <a:p>
            <a:r>
              <a:rPr lang="en-US" sz="2000"/>
              <a:t>For renters, it will greatly help in budgeting; </a:t>
            </a:r>
          </a:p>
        </p:txBody>
      </p:sp>
      <p:sp>
        <p:nvSpPr>
          <p:cNvPr id="21" name="TextBox 20">
            <a:extLst>
              <a:ext uri="{FF2B5EF4-FFF2-40B4-BE49-F238E27FC236}">
                <a16:creationId xmlns:a16="http://schemas.microsoft.com/office/drawing/2014/main" id="{DD8360B8-D2D5-C644-5C7E-18B9E0763639}"/>
              </a:ext>
            </a:extLst>
          </p:cNvPr>
          <p:cNvSpPr txBox="1"/>
          <p:nvPr/>
        </p:nvSpPr>
        <p:spPr>
          <a:xfrm>
            <a:off x="4314918" y="-941726"/>
            <a:ext cx="4698453" cy="1015663"/>
          </a:xfrm>
          <a:prstGeom prst="rect">
            <a:avLst/>
          </a:prstGeom>
          <a:noFill/>
        </p:spPr>
        <p:txBody>
          <a:bodyPr wrap="square">
            <a:spAutoFit/>
          </a:bodyPr>
          <a:lstStyle/>
          <a:p>
            <a:r>
              <a:rPr lang="en-US" sz="2000"/>
              <a:t>For </a:t>
            </a:r>
            <a:r>
              <a:rPr lang="en-US" altLang="zh-CN" sz="2000"/>
              <a:t>landlords, it will help in determining house rental price to attract and retain tenants.</a:t>
            </a:r>
            <a:endParaRPr lang="en-AU" sz="2000"/>
          </a:p>
        </p:txBody>
      </p:sp>
      <p:sp>
        <p:nvSpPr>
          <p:cNvPr id="22" name="Google Shape;962;p41">
            <a:extLst>
              <a:ext uri="{FF2B5EF4-FFF2-40B4-BE49-F238E27FC236}">
                <a16:creationId xmlns:a16="http://schemas.microsoft.com/office/drawing/2014/main" id="{F3A02E94-3C43-5D55-7975-9818A2E53E82}"/>
              </a:ext>
            </a:extLst>
          </p:cNvPr>
          <p:cNvSpPr txBox="1">
            <a:spLocks noGrp="1"/>
          </p:cNvSpPr>
          <p:nvPr/>
        </p:nvSpPr>
        <p:spPr>
          <a:xfrm>
            <a:off x="1012873" y="739690"/>
            <a:ext cx="9821200"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4400">
                <a:solidFill>
                  <a:schemeClr val="accent2">
                    <a:lumMod val="75000"/>
                  </a:schemeClr>
                </a:solidFill>
                <a:latin typeface="Bebas Neue"/>
              </a:rPr>
              <a:t>Section 1: </a:t>
            </a:r>
            <a:r>
              <a:rPr lang="en-GB" sz="4400">
                <a:solidFill>
                  <a:schemeClr val="accent2">
                    <a:lumMod val="75000"/>
                  </a:schemeClr>
                </a:solidFill>
                <a:latin typeface="Bebas Neue"/>
              </a:rPr>
              <a:t>Background</a:t>
            </a:r>
            <a:endParaRPr lang="en" sz="4400">
              <a:solidFill>
                <a:schemeClr val="accent2">
                  <a:lumMod val="75000"/>
                </a:schemeClr>
              </a:solidFill>
              <a:latin typeface="Bebas Neue"/>
            </a:endParaRPr>
          </a:p>
        </p:txBody>
      </p:sp>
    </p:spTree>
    <p:extLst>
      <p:ext uri="{BB962C8B-B14F-4D97-AF65-F5344CB8AC3E}">
        <p14:creationId xmlns:p14="http://schemas.microsoft.com/office/powerpoint/2010/main" val="55708736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4" name="Google Shape;962;p41">
            <a:extLst>
              <a:ext uri="{FF2B5EF4-FFF2-40B4-BE49-F238E27FC236}">
                <a16:creationId xmlns:a16="http://schemas.microsoft.com/office/drawing/2014/main" id="{72F3DF1A-FA2C-2469-B4B5-1387AD92C622}"/>
              </a:ext>
            </a:extLst>
          </p:cNvPr>
          <p:cNvSpPr txBox="1">
            <a:spLocks noGrp="1"/>
          </p:cNvSpPr>
          <p:nvPr>
            <p:ph type="title"/>
          </p:nvPr>
        </p:nvSpPr>
        <p:spPr>
          <a:xfrm>
            <a:off x="792970" y="16229"/>
            <a:ext cx="11072323" cy="77623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GB" sz="5400">
                <a:solidFill>
                  <a:schemeClr val="bg2">
                    <a:lumMod val="50000"/>
                  </a:schemeClr>
                </a:solidFill>
                <a:latin typeface="Bebas Neue"/>
              </a:rPr>
              <a:t>overview</a:t>
            </a:r>
          </a:p>
        </p:txBody>
      </p:sp>
      <p:sp>
        <p:nvSpPr>
          <p:cNvPr id="255" name="Rectangle 254">
            <a:extLst>
              <a:ext uri="{FF2B5EF4-FFF2-40B4-BE49-F238E27FC236}">
                <a16:creationId xmlns:a16="http://schemas.microsoft.com/office/drawing/2014/main" id="{F96AFB54-A017-34A7-D2E1-3E46718ED738}"/>
              </a:ext>
            </a:extLst>
          </p:cNvPr>
          <p:cNvSpPr/>
          <p:nvPr/>
        </p:nvSpPr>
        <p:spPr>
          <a:xfrm>
            <a:off x="856532" y="1361440"/>
            <a:ext cx="2235200" cy="528320"/>
          </a:xfrm>
          <a:prstGeom prst="rect">
            <a:avLst/>
          </a:prstGeom>
          <a:solidFill>
            <a:srgbClr val="C00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1" name="Rectangle 260">
            <a:extLst>
              <a:ext uri="{FF2B5EF4-FFF2-40B4-BE49-F238E27FC236}">
                <a16:creationId xmlns:a16="http://schemas.microsoft.com/office/drawing/2014/main" id="{0FDA8375-4C15-23B6-31B8-7E874F9CAF70}"/>
              </a:ext>
            </a:extLst>
          </p:cNvPr>
          <p:cNvSpPr/>
          <p:nvPr/>
        </p:nvSpPr>
        <p:spPr>
          <a:xfrm>
            <a:off x="0" y="2016664"/>
            <a:ext cx="2235200" cy="528320"/>
          </a:xfrm>
          <a:prstGeom prst="rect">
            <a:avLst/>
          </a:prstGeom>
          <a:solidFill>
            <a:srgbClr val="FFC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2" name="Rectangle 261">
            <a:extLst>
              <a:ext uri="{FF2B5EF4-FFF2-40B4-BE49-F238E27FC236}">
                <a16:creationId xmlns:a16="http://schemas.microsoft.com/office/drawing/2014/main" id="{7F38F1B7-6215-6A45-7937-62FADEBB94C7}"/>
              </a:ext>
            </a:extLst>
          </p:cNvPr>
          <p:cNvSpPr/>
          <p:nvPr/>
        </p:nvSpPr>
        <p:spPr>
          <a:xfrm>
            <a:off x="0" y="2682866"/>
            <a:ext cx="2235200" cy="528320"/>
          </a:xfrm>
          <a:prstGeom prst="rect">
            <a:avLst/>
          </a:prstGeom>
          <a:solidFill>
            <a:srgbClr val="FFFF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3" name="Rectangle 262">
            <a:extLst>
              <a:ext uri="{FF2B5EF4-FFF2-40B4-BE49-F238E27FC236}">
                <a16:creationId xmlns:a16="http://schemas.microsoft.com/office/drawing/2014/main" id="{BFD3E4A5-6D4F-8744-B441-C7E3AEC64359}"/>
              </a:ext>
            </a:extLst>
          </p:cNvPr>
          <p:cNvSpPr/>
          <p:nvPr/>
        </p:nvSpPr>
        <p:spPr>
          <a:xfrm>
            <a:off x="0" y="3349068"/>
            <a:ext cx="2235200" cy="528320"/>
          </a:xfrm>
          <a:prstGeom prst="rect">
            <a:avLst/>
          </a:prstGeom>
          <a:solidFill>
            <a:srgbClr val="92D05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4" name="Rectangle 263">
            <a:extLst>
              <a:ext uri="{FF2B5EF4-FFF2-40B4-BE49-F238E27FC236}">
                <a16:creationId xmlns:a16="http://schemas.microsoft.com/office/drawing/2014/main" id="{D49B5F23-211B-2F77-1191-CEB9467833F2}"/>
              </a:ext>
            </a:extLst>
          </p:cNvPr>
          <p:cNvSpPr/>
          <p:nvPr/>
        </p:nvSpPr>
        <p:spPr>
          <a:xfrm>
            <a:off x="0" y="4015270"/>
            <a:ext cx="2235200" cy="528320"/>
          </a:xfrm>
          <a:prstGeom prst="rect">
            <a:avLst/>
          </a:prstGeom>
          <a:solidFill>
            <a:srgbClr val="0070C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8" name="Rectangle 287">
            <a:extLst>
              <a:ext uri="{FF2B5EF4-FFF2-40B4-BE49-F238E27FC236}">
                <a16:creationId xmlns:a16="http://schemas.microsoft.com/office/drawing/2014/main" id="{BA7F8A5C-6517-FF51-0273-471D92DDD097}"/>
              </a:ext>
            </a:extLst>
          </p:cNvPr>
          <p:cNvSpPr/>
          <p:nvPr/>
        </p:nvSpPr>
        <p:spPr>
          <a:xfrm>
            <a:off x="-520066" y="6091398"/>
            <a:ext cx="1881505" cy="400110"/>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5" name="Rectangle 264">
            <a:extLst>
              <a:ext uri="{FF2B5EF4-FFF2-40B4-BE49-F238E27FC236}">
                <a16:creationId xmlns:a16="http://schemas.microsoft.com/office/drawing/2014/main" id="{CF63AB26-5D48-4936-2A75-453F631D6184}"/>
              </a:ext>
            </a:extLst>
          </p:cNvPr>
          <p:cNvSpPr/>
          <p:nvPr/>
        </p:nvSpPr>
        <p:spPr>
          <a:xfrm>
            <a:off x="0" y="4681472"/>
            <a:ext cx="2235200" cy="528320"/>
          </a:xfrm>
          <a:prstGeom prst="rect">
            <a:avLst/>
          </a:prstGeom>
          <a:solidFill>
            <a:srgbClr val="00206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6" name="Rectangle 265">
            <a:extLst>
              <a:ext uri="{FF2B5EF4-FFF2-40B4-BE49-F238E27FC236}">
                <a16:creationId xmlns:a16="http://schemas.microsoft.com/office/drawing/2014/main" id="{5DDD9953-028D-AEA9-6F7F-612B09FB6E1C}"/>
              </a:ext>
            </a:extLst>
          </p:cNvPr>
          <p:cNvSpPr/>
          <p:nvPr/>
        </p:nvSpPr>
        <p:spPr>
          <a:xfrm>
            <a:off x="0" y="5439584"/>
            <a:ext cx="2235200" cy="528320"/>
          </a:xfrm>
          <a:prstGeom prst="rect">
            <a:avLst/>
          </a:prstGeom>
          <a:solidFill>
            <a:srgbClr val="7030A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4" name="Rectangle: Rounded Corners 253">
            <a:extLst>
              <a:ext uri="{FF2B5EF4-FFF2-40B4-BE49-F238E27FC236}">
                <a16:creationId xmlns:a16="http://schemas.microsoft.com/office/drawing/2014/main" id="{DC1FC88D-8429-5281-1D64-F9180008EE5C}"/>
              </a:ext>
            </a:extLst>
          </p:cNvPr>
          <p:cNvSpPr/>
          <p:nvPr/>
        </p:nvSpPr>
        <p:spPr>
          <a:xfrm>
            <a:off x="-465275" y="978186"/>
            <a:ext cx="1440000" cy="5788374"/>
          </a:xfrm>
          <a:prstGeom prst="roundRect">
            <a:avLst>
              <a:gd name="adj" fmla="val 15141"/>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0" name="TextBox 269">
            <a:extLst>
              <a:ext uri="{FF2B5EF4-FFF2-40B4-BE49-F238E27FC236}">
                <a16:creationId xmlns:a16="http://schemas.microsoft.com/office/drawing/2014/main" id="{11F46817-A508-8508-7483-1E104B7D55E7}"/>
              </a:ext>
            </a:extLst>
          </p:cNvPr>
          <p:cNvSpPr txBox="1"/>
          <p:nvPr/>
        </p:nvSpPr>
        <p:spPr>
          <a:xfrm>
            <a:off x="2784900" y="109476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1</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4" name="TextBox 273">
            <a:extLst>
              <a:ext uri="{FF2B5EF4-FFF2-40B4-BE49-F238E27FC236}">
                <a16:creationId xmlns:a16="http://schemas.microsoft.com/office/drawing/2014/main" id="{B96D11E9-8110-BAF3-E9DE-D6DACE433439}"/>
              </a:ext>
            </a:extLst>
          </p:cNvPr>
          <p:cNvSpPr txBox="1"/>
          <p:nvPr/>
        </p:nvSpPr>
        <p:spPr>
          <a:xfrm>
            <a:off x="1949450" y="1763660"/>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2</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5" name="TextBox 274">
            <a:extLst>
              <a:ext uri="{FF2B5EF4-FFF2-40B4-BE49-F238E27FC236}">
                <a16:creationId xmlns:a16="http://schemas.microsoft.com/office/drawing/2014/main" id="{87CC5273-E3FA-6BE6-8080-6FE757DE0730}"/>
              </a:ext>
            </a:extLst>
          </p:cNvPr>
          <p:cNvSpPr txBox="1"/>
          <p:nvPr/>
        </p:nvSpPr>
        <p:spPr>
          <a:xfrm>
            <a:off x="1928368" y="242977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3</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6" name="TextBox 275">
            <a:extLst>
              <a:ext uri="{FF2B5EF4-FFF2-40B4-BE49-F238E27FC236}">
                <a16:creationId xmlns:a16="http://schemas.microsoft.com/office/drawing/2014/main" id="{D2E2BE5F-C829-9B6D-64BD-2D8A74E69D93}"/>
              </a:ext>
            </a:extLst>
          </p:cNvPr>
          <p:cNvSpPr txBox="1"/>
          <p:nvPr/>
        </p:nvSpPr>
        <p:spPr>
          <a:xfrm>
            <a:off x="1928368" y="3103601"/>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4</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7" name="TextBox 276">
            <a:extLst>
              <a:ext uri="{FF2B5EF4-FFF2-40B4-BE49-F238E27FC236}">
                <a16:creationId xmlns:a16="http://schemas.microsoft.com/office/drawing/2014/main" id="{3D08F43D-BDF0-521F-D637-143709B30C70}"/>
              </a:ext>
            </a:extLst>
          </p:cNvPr>
          <p:cNvSpPr txBox="1"/>
          <p:nvPr/>
        </p:nvSpPr>
        <p:spPr>
          <a:xfrm>
            <a:off x="1928368" y="377249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5</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8" name="TextBox 277">
            <a:extLst>
              <a:ext uri="{FF2B5EF4-FFF2-40B4-BE49-F238E27FC236}">
                <a16:creationId xmlns:a16="http://schemas.microsoft.com/office/drawing/2014/main" id="{C417BB84-9C18-6B03-2B85-A70E76B42033}"/>
              </a:ext>
            </a:extLst>
          </p:cNvPr>
          <p:cNvSpPr txBox="1"/>
          <p:nvPr/>
        </p:nvSpPr>
        <p:spPr>
          <a:xfrm>
            <a:off x="1928368" y="446437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6</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9" name="TextBox 278">
            <a:extLst>
              <a:ext uri="{FF2B5EF4-FFF2-40B4-BE49-F238E27FC236}">
                <a16:creationId xmlns:a16="http://schemas.microsoft.com/office/drawing/2014/main" id="{0A7296AF-53ED-E45A-C765-02A5DB122934}"/>
              </a:ext>
            </a:extLst>
          </p:cNvPr>
          <p:cNvSpPr txBox="1"/>
          <p:nvPr/>
        </p:nvSpPr>
        <p:spPr>
          <a:xfrm>
            <a:off x="1949450" y="520923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7</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80" name="TextBox 279">
            <a:extLst>
              <a:ext uri="{FF2B5EF4-FFF2-40B4-BE49-F238E27FC236}">
                <a16:creationId xmlns:a16="http://schemas.microsoft.com/office/drawing/2014/main" id="{96995B90-E700-5ABA-B9A6-48B2754AA9D2}"/>
              </a:ext>
            </a:extLst>
          </p:cNvPr>
          <p:cNvSpPr txBox="1"/>
          <p:nvPr/>
        </p:nvSpPr>
        <p:spPr>
          <a:xfrm>
            <a:off x="3513372" y="1302434"/>
            <a:ext cx="6878320" cy="646331"/>
          </a:xfrm>
          <a:prstGeom prst="rect">
            <a:avLst/>
          </a:prstGeom>
          <a:noFill/>
          <a:ln>
            <a:noFill/>
          </a:ln>
        </p:spPr>
        <p:txBody>
          <a:bodyPr wrap="square">
            <a:spAutoFit/>
          </a:bodyPr>
          <a:lstStyle/>
          <a:p>
            <a:r>
              <a:rPr lang="en-GB" sz="3600" b="1">
                <a:latin typeface="Univers Condensed"/>
              </a:rPr>
              <a:t>Background</a:t>
            </a:r>
            <a:endParaRPr lang="en-AU" sz="3600" b="1"/>
          </a:p>
        </p:txBody>
      </p:sp>
      <p:sp>
        <p:nvSpPr>
          <p:cNvPr id="281" name="TextBox 280">
            <a:extLst>
              <a:ext uri="{FF2B5EF4-FFF2-40B4-BE49-F238E27FC236}">
                <a16:creationId xmlns:a16="http://schemas.microsoft.com/office/drawing/2014/main" id="{9C2A5057-DBEB-1A58-FF5A-1EE75BAB451A}"/>
              </a:ext>
            </a:extLst>
          </p:cNvPr>
          <p:cNvSpPr txBox="1"/>
          <p:nvPr/>
        </p:nvSpPr>
        <p:spPr>
          <a:xfrm>
            <a:off x="2677922" y="1924319"/>
            <a:ext cx="6878319" cy="646331"/>
          </a:xfrm>
          <a:prstGeom prst="rect">
            <a:avLst/>
          </a:prstGeom>
          <a:noFill/>
          <a:ln>
            <a:noFill/>
          </a:ln>
        </p:spPr>
        <p:txBody>
          <a:bodyPr wrap="square">
            <a:spAutoFit/>
          </a:bodyPr>
          <a:lstStyle/>
          <a:p>
            <a:r>
              <a:rPr lang="en-GB" sz="3600" b="1">
                <a:latin typeface="Univers Condensed"/>
              </a:rPr>
              <a:t>Research questions</a:t>
            </a:r>
            <a:endParaRPr lang="en-AU" sz="3600" b="1"/>
          </a:p>
        </p:txBody>
      </p:sp>
      <p:sp>
        <p:nvSpPr>
          <p:cNvPr id="282" name="TextBox 281">
            <a:extLst>
              <a:ext uri="{FF2B5EF4-FFF2-40B4-BE49-F238E27FC236}">
                <a16:creationId xmlns:a16="http://schemas.microsoft.com/office/drawing/2014/main" id="{2724724F-E306-8C47-A497-550147B29830}"/>
              </a:ext>
            </a:extLst>
          </p:cNvPr>
          <p:cNvSpPr txBox="1"/>
          <p:nvPr/>
        </p:nvSpPr>
        <p:spPr>
          <a:xfrm>
            <a:off x="2677921" y="2668163"/>
            <a:ext cx="6878320" cy="646331"/>
          </a:xfrm>
          <a:prstGeom prst="rect">
            <a:avLst/>
          </a:prstGeom>
          <a:noFill/>
          <a:ln>
            <a:noFill/>
          </a:ln>
        </p:spPr>
        <p:txBody>
          <a:bodyPr wrap="square">
            <a:spAutoFit/>
          </a:bodyPr>
          <a:lstStyle/>
          <a:p>
            <a:r>
              <a:rPr lang="en-GB" sz="3600" b="1">
                <a:latin typeface="Univers Condensed"/>
              </a:rPr>
              <a:t>Data pre-processing</a:t>
            </a:r>
          </a:p>
        </p:txBody>
      </p:sp>
      <p:sp>
        <p:nvSpPr>
          <p:cNvPr id="283" name="TextBox 282">
            <a:extLst>
              <a:ext uri="{FF2B5EF4-FFF2-40B4-BE49-F238E27FC236}">
                <a16:creationId xmlns:a16="http://schemas.microsoft.com/office/drawing/2014/main" id="{2EDC6EDD-704F-DE4B-7ACA-9183014412D4}"/>
              </a:ext>
            </a:extLst>
          </p:cNvPr>
          <p:cNvSpPr txBox="1"/>
          <p:nvPr/>
        </p:nvSpPr>
        <p:spPr>
          <a:xfrm>
            <a:off x="2656840" y="3338218"/>
            <a:ext cx="6878320" cy="646331"/>
          </a:xfrm>
          <a:prstGeom prst="rect">
            <a:avLst/>
          </a:prstGeom>
          <a:noFill/>
          <a:ln>
            <a:noFill/>
          </a:ln>
        </p:spPr>
        <p:txBody>
          <a:bodyPr wrap="square">
            <a:spAutoFit/>
          </a:bodyPr>
          <a:lstStyle/>
          <a:p>
            <a:r>
              <a:rPr lang="en-GB" sz="3600" b="1">
                <a:latin typeface="Univers Condensed"/>
              </a:rPr>
              <a:t>Exploratory Data Analysis</a:t>
            </a:r>
          </a:p>
        </p:txBody>
      </p:sp>
      <p:sp>
        <p:nvSpPr>
          <p:cNvPr id="284" name="TextBox 283">
            <a:extLst>
              <a:ext uri="{FF2B5EF4-FFF2-40B4-BE49-F238E27FC236}">
                <a16:creationId xmlns:a16="http://schemas.microsoft.com/office/drawing/2014/main" id="{01DD0F52-0C73-9181-AADA-746B0F4EB196}"/>
              </a:ext>
            </a:extLst>
          </p:cNvPr>
          <p:cNvSpPr txBox="1"/>
          <p:nvPr/>
        </p:nvSpPr>
        <p:spPr>
          <a:xfrm>
            <a:off x="2656840" y="4064728"/>
            <a:ext cx="6878320" cy="646331"/>
          </a:xfrm>
          <a:prstGeom prst="rect">
            <a:avLst/>
          </a:prstGeom>
          <a:noFill/>
          <a:ln>
            <a:noFill/>
          </a:ln>
        </p:spPr>
        <p:txBody>
          <a:bodyPr wrap="square">
            <a:spAutoFit/>
          </a:bodyPr>
          <a:lstStyle/>
          <a:p>
            <a:r>
              <a:rPr lang="en-GB" sz="3600" b="1">
                <a:latin typeface="Univers Condensed"/>
              </a:rPr>
              <a:t>Evaluation &amp; Modelling</a:t>
            </a:r>
          </a:p>
        </p:txBody>
      </p:sp>
      <p:sp>
        <p:nvSpPr>
          <p:cNvPr id="285" name="TextBox 284">
            <a:extLst>
              <a:ext uri="{FF2B5EF4-FFF2-40B4-BE49-F238E27FC236}">
                <a16:creationId xmlns:a16="http://schemas.microsoft.com/office/drawing/2014/main" id="{3E5235F2-7ADD-81EF-E9BA-739B20980FAF}"/>
              </a:ext>
            </a:extLst>
          </p:cNvPr>
          <p:cNvSpPr txBox="1"/>
          <p:nvPr/>
        </p:nvSpPr>
        <p:spPr>
          <a:xfrm>
            <a:off x="2677921" y="4769587"/>
            <a:ext cx="6878320" cy="646331"/>
          </a:xfrm>
          <a:prstGeom prst="rect">
            <a:avLst/>
          </a:prstGeom>
          <a:noFill/>
          <a:ln>
            <a:noFill/>
          </a:ln>
        </p:spPr>
        <p:txBody>
          <a:bodyPr wrap="square">
            <a:spAutoFit/>
          </a:bodyPr>
          <a:lstStyle/>
          <a:p>
            <a:r>
              <a:rPr lang="en-GB" sz="3600" b="1">
                <a:latin typeface="Univers Condensed"/>
              </a:rPr>
              <a:t>Discussion</a:t>
            </a:r>
          </a:p>
        </p:txBody>
      </p:sp>
      <p:sp>
        <p:nvSpPr>
          <p:cNvPr id="286" name="TextBox 285">
            <a:extLst>
              <a:ext uri="{FF2B5EF4-FFF2-40B4-BE49-F238E27FC236}">
                <a16:creationId xmlns:a16="http://schemas.microsoft.com/office/drawing/2014/main" id="{1BA364F2-C6F6-E5FF-03E2-A1BA1114CD74}"/>
              </a:ext>
            </a:extLst>
          </p:cNvPr>
          <p:cNvSpPr txBox="1"/>
          <p:nvPr/>
        </p:nvSpPr>
        <p:spPr>
          <a:xfrm>
            <a:off x="2700475" y="5445067"/>
            <a:ext cx="6878320" cy="646331"/>
          </a:xfrm>
          <a:prstGeom prst="rect">
            <a:avLst/>
          </a:prstGeom>
          <a:noFill/>
          <a:ln>
            <a:noFill/>
          </a:ln>
        </p:spPr>
        <p:txBody>
          <a:bodyPr wrap="square">
            <a:spAutoFit/>
          </a:bodyPr>
          <a:lstStyle/>
          <a:p>
            <a:r>
              <a:rPr lang="en-GB" sz="3600" b="1">
                <a:latin typeface="Univers Condensed"/>
              </a:rPr>
              <a:t>Conclusion</a:t>
            </a:r>
          </a:p>
        </p:txBody>
      </p:sp>
      <p:cxnSp>
        <p:nvCxnSpPr>
          <p:cNvPr id="3" name="Straight Connector 2">
            <a:extLst>
              <a:ext uri="{FF2B5EF4-FFF2-40B4-BE49-F238E27FC236}">
                <a16:creationId xmlns:a16="http://schemas.microsoft.com/office/drawing/2014/main" id="{F353DF56-15D6-475A-DAC5-19E22F775426}"/>
              </a:ext>
            </a:extLst>
          </p:cNvPr>
          <p:cNvCxnSpPr>
            <a:cxnSpLocks/>
          </p:cNvCxnSpPr>
          <p:nvPr/>
        </p:nvCxnSpPr>
        <p:spPr>
          <a:xfrm>
            <a:off x="7859210" y="1302434"/>
            <a:ext cx="0" cy="4473663"/>
          </a:xfrm>
          <a:prstGeom prst="line">
            <a:avLst/>
          </a:prstGeom>
        </p:spPr>
        <p:style>
          <a:lnRef idx="1">
            <a:schemeClr val="accent1"/>
          </a:lnRef>
          <a:fillRef idx="0">
            <a:schemeClr val="accent1"/>
          </a:fillRef>
          <a:effectRef idx="0">
            <a:schemeClr val="accent1"/>
          </a:effectRef>
          <a:fontRef idx="minor">
            <a:schemeClr val="tx1"/>
          </a:fontRef>
        </p:style>
      </p:cxnSp>
      <p:sp>
        <p:nvSpPr>
          <p:cNvPr id="7" name="Google Shape;962;p41">
            <a:extLst>
              <a:ext uri="{FF2B5EF4-FFF2-40B4-BE49-F238E27FC236}">
                <a16:creationId xmlns:a16="http://schemas.microsoft.com/office/drawing/2014/main" id="{BCA62BB4-896F-0D31-BAD2-6EE1CC73C598}"/>
              </a:ext>
            </a:extLst>
          </p:cNvPr>
          <p:cNvSpPr txBox="1">
            <a:spLocks noGrp="1"/>
          </p:cNvSpPr>
          <p:nvPr/>
        </p:nvSpPr>
        <p:spPr>
          <a:xfrm>
            <a:off x="8143896" y="3080621"/>
            <a:ext cx="3839758"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4400">
                <a:solidFill>
                  <a:schemeClr val="accent2">
                    <a:lumMod val="75000"/>
                  </a:schemeClr>
                </a:solidFill>
                <a:latin typeface="Bebas Neue"/>
              </a:rPr>
              <a:t>Section 1: </a:t>
            </a:r>
          </a:p>
          <a:p>
            <a:r>
              <a:rPr lang="en-GB" sz="6600">
                <a:solidFill>
                  <a:schemeClr val="accent2">
                    <a:lumMod val="75000"/>
                  </a:schemeClr>
                </a:solidFill>
                <a:latin typeface="Bebas Neue"/>
              </a:rPr>
              <a:t>Background</a:t>
            </a:r>
            <a:endParaRPr lang="en" sz="6600">
              <a:solidFill>
                <a:schemeClr val="accent2">
                  <a:lumMod val="75000"/>
                </a:schemeClr>
              </a:solidFill>
              <a:latin typeface="Bebas Neue"/>
            </a:endParaRPr>
          </a:p>
        </p:txBody>
      </p:sp>
      <p:sp>
        <p:nvSpPr>
          <p:cNvPr id="8" name="Rectangle 7">
            <a:extLst>
              <a:ext uri="{FF2B5EF4-FFF2-40B4-BE49-F238E27FC236}">
                <a16:creationId xmlns:a16="http://schemas.microsoft.com/office/drawing/2014/main" id="{8050D822-D05E-0482-81E2-F1128D3A3CF0}"/>
              </a:ext>
            </a:extLst>
          </p:cNvPr>
          <p:cNvSpPr/>
          <p:nvPr/>
        </p:nvSpPr>
        <p:spPr>
          <a:xfrm>
            <a:off x="7836350" y="1468724"/>
            <a:ext cx="45719" cy="3065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208041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5" name="Rectangle 4">
            <a:extLst>
              <a:ext uri="{FF2B5EF4-FFF2-40B4-BE49-F238E27FC236}">
                <a16:creationId xmlns:a16="http://schemas.microsoft.com/office/drawing/2014/main" id="{A9EBFC3C-5159-7B9A-BA1F-D491DB95F382}"/>
              </a:ext>
            </a:extLst>
          </p:cNvPr>
          <p:cNvSpPr/>
          <p:nvPr/>
        </p:nvSpPr>
        <p:spPr>
          <a:xfrm>
            <a:off x="0" y="1361440"/>
            <a:ext cx="2235200" cy="528320"/>
          </a:xfrm>
          <a:prstGeom prst="rect">
            <a:avLst/>
          </a:prstGeom>
          <a:solidFill>
            <a:srgbClr val="C00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Google Shape;962;p41">
            <a:extLst>
              <a:ext uri="{FF2B5EF4-FFF2-40B4-BE49-F238E27FC236}">
                <a16:creationId xmlns:a16="http://schemas.microsoft.com/office/drawing/2014/main" id="{72F3DF1A-FA2C-2469-B4B5-1387AD92C622}"/>
              </a:ext>
            </a:extLst>
          </p:cNvPr>
          <p:cNvSpPr txBox="1">
            <a:spLocks noGrp="1"/>
          </p:cNvSpPr>
          <p:nvPr>
            <p:ph type="title"/>
          </p:nvPr>
        </p:nvSpPr>
        <p:spPr>
          <a:xfrm>
            <a:off x="792970" y="16229"/>
            <a:ext cx="11072323" cy="77623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GB" sz="5400">
                <a:solidFill>
                  <a:schemeClr val="bg2">
                    <a:lumMod val="50000"/>
                  </a:schemeClr>
                </a:solidFill>
                <a:latin typeface="Bebas Neue"/>
              </a:rPr>
              <a:t>overview</a:t>
            </a:r>
          </a:p>
        </p:txBody>
      </p:sp>
      <p:sp>
        <p:nvSpPr>
          <p:cNvPr id="261" name="Rectangle 260">
            <a:extLst>
              <a:ext uri="{FF2B5EF4-FFF2-40B4-BE49-F238E27FC236}">
                <a16:creationId xmlns:a16="http://schemas.microsoft.com/office/drawing/2014/main" id="{0FDA8375-4C15-23B6-31B8-7E874F9CAF70}"/>
              </a:ext>
            </a:extLst>
          </p:cNvPr>
          <p:cNvSpPr/>
          <p:nvPr/>
        </p:nvSpPr>
        <p:spPr>
          <a:xfrm>
            <a:off x="841248" y="2016664"/>
            <a:ext cx="2235200" cy="528320"/>
          </a:xfrm>
          <a:prstGeom prst="rect">
            <a:avLst/>
          </a:prstGeom>
          <a:solidFill>
            <a:srgbClr val="FFC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2" name="Rectangle 261">
            <a:extLst>
              <a:ext uri="{FF2B5EF4-FFF2-40B4-BE49-F238E27FC236}">
                <a16:creationId xmlns:a16="http://schemas.microsoft.com/office/drawing/2014/main" id="{7F38F1B7-6215-6A45-7937-62FADEBB94C7}"/>
              </a:ext>
            </a:extLst>
          </p:cNvPr>
          <p:cNvSpPr/>
          <p:nvPr/>
        </p:nvSpPr>
        <p:spPr>
          <a:xfrm>
            <a:off x="0" y="2682866"/>
            <a:ext cx="2235200" cy="528320"/>
          </a:xfrm>
          <a:prstGeom prst="rect">
            <a:avLst/>
          </a:prstGeom>
          <a:solidFill>
            <a:srgbClr val="FFFF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3" name="Rectangle 262">
            <a:extLst>
              <a:ext uri="{FF2B5EF4-FFF2-40B4-BE49-F238E27FC236}">
                <a16:creationId xmlns:a16="http://schemas.microsoft.com/office/drawing/2014/main" id="{BFD3E4A5-6D4F-8744-B441-C7E3AEC64359}"/>
              </a:ext>
            </a:extLst>
          </p:cNvPr>
          <p:cNvSpPr/>
          <p:nvPr/>
        </p:nvSpPr>
        <p:spPr>
          <a:xfrm>
            <a:off x="0" y="3349068"/>
            <a:ext cx="2235200" cy="528320"/>
          </a:xfrm>
          <a:prstGeom prst="rect">
            <a:avLst/>
          </a:prstGeom>
          <a:solidFill>
            <a:srgbClr val="92D05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4" name="Rectangle 263">
            <a:extLst>
              <a:ext uri="{FF2B5EF4-FFF2-40B4-BE49-F238E27FC236}">
                <a16:creationId xmlns:a16="http://schemas.microsoft.com/office/drawing/2014/main" id="{D49B5F23-211B-2F77-1191-CEB9467833F2}"/>
              </a:ext>
            </a:extLst>
          </p:cNvPr>
          <p:cNvSpPr/>
          <p:nvPr/>
        </p:nvSpPr>
        <p:spPr>
          <a:xfrm>
            <a:off x="0" y="4015270"/>
            <a:ext cx="2235200" cy="528320"/>
          </a:xfrm>
          <a:prstGeom prst="rect">
            <a:avLst/>
          </a:prstGeom>
          <a:solidFill>
            <a:srgbClr val="0070C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8" name="Rectangle 287">
            <a:extLst>
              <a:ext uri="{FF2B5EF4-FFF2-40B4-BE49-F238E27FC236}">
                <a16:creationId xmlns:a16="http://schemas.microsoft.com/office/drawing/2014/main" id="{BA7F8A5C-6517-FF51-0273-471D92DDD097}"/>
              </a:ext>
            </a:extLst>
          </p:cNvPr>
          <p:cNvSpPr/>
          <p:nvPr/>
        </p:nvSpPr>
        <p:spPr>
          <a:xfrm>
            <a:off x="-520066" y="6091398"/>
            <a:ext cx="1881505" cy="400110"/>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5" name="Rectangle 264">
            <a:extLst>
              <a:ext uri="{FF2B5EF4-FFF2-40B4-BE49-F238E27FC236}">
                <a16:creationId xmlns:a16="http://schemas.microsoft.com/office/drawing/2014/main" id="{CF63AB26-5D48-4936-2A75-453F631D6184}"/>
              </a:ext>
            </a:extLst>
          </p:cNvPr>
          <p:cNvSpPr/>
          <p:nvPr/>
        </p:nvSpPr>
        <p:spPr>
          <a:xfrm>
            <a:off x="0" y="4681472"/>
            <a:ext cx="2235200" cy="528320"/>
          </a:xfrm>
          <a:prstGeom prst="rect">
            <a:avLst/>
          </a:prstGeom>
          <a:solidFill>
            <a:srgbClr val="00206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6" name="Rectangle 265">
            <a:extLst>
              <a:ext uri="{FF2B5EF4-FFF2-40B4-BE49-F238E27FC236}">
                <a16:creationId xmlns:a16="http://schemas.microsoft.com/office/drawing/2014/main" id="{5DDD9953-028D-AEA9-6F7F-612B09FB6E1C}"/>
              </a:ext>
            </a:extLst>
          </p:cNvPr>
          <p:cNvSpPr/>
          <p:nvPr/>
        </p:nvSpPr>
        <p:spPr>
          <a:xfrm>
            <a:off x="0" y="5439584"/>
            <a:ext cx="2235200" cy="528320"/>
          </a:xfrm>
          <a:prstGeom prst="rect">
            <a:avLst/>
          </a:prstGeom>
          <a:solidFill>
            <a:srgbClr val="7030A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4" name="Rectangle: Rounded Corners 253">
            <a:extLst>
              <a:ext uri="{FF2B5EF4-FFF2-40B4-BE49-F238E27FC236}">
                <a16:creationId xmlns:a16="http://schemas.microsoft.com/office/drawing/2014/main" id="{DC1FC88D-8429-5281-1D64-F9180008EE5C}"/>
              </a:ext>
            </a:extLst>
          </p:cNvPr>
          <p:cNvSpPr/>
          <p:nvPr/>
        </p:nvSpPr>
        <p:spPr>
          <a:xfrm>
            <a:off x="-465275" y="978186"/>
            <a:ext cx="1440000" cy="5788374"/>
          </a:xfrm>
          <a:prstGeom prst="roundRect">
            <a:avLst>
              <a:gd name="adj" fmla="val 15141"/>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4" name="TextBox 273">
            <a:extLst>
              <a:ext uri="{FF2B5EF4-FFF2-40B4-BE49-F238E27FC236}">
                <a16:creationId xmlns:a16="http://schemas.microsoft.com/office/drawing/2014/main" id="{B96D11E9-8110-BAF3-E9DE-D6DACE433439}"/>
              </a:ext>
            </a:extLst>
          </p:cNvPr>
          <p:cNvSpPr txBox="1"/>
          <p:nvPr/>
        </p:nvSpPr>
        <p:spPr>
          <a:xfrm>
            <a:off x="2790698" y="1763660"/>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2</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5" name="TextBox 274">
            <a:extLst>
              <a:ext uri="{FF2B5EF4-FFF2-40B4-BE49-F238E27FC236}">
                <a16:creationId xmlns:a16="http://schemas.microsoft.com/office/drawing/2014/main" id="{87CC5273-E3FA-6BE6-8080-6FE757DE0730}"/>
              </a:ext>
            </a:extLst>
          </p:cNvPr>
          <p:cNvSpPr txBox="1"/>
          <p:nvPr/>
        </p:nvSpPr>
        <p:spPr>
          <a:xfrm>
            <a:off x="1928368" y="242977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3</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6" name="TextBox 275">
            <a:extLst>
              <a:ext uri="{FF2B5EF4-FFF2-40B4-BE49-F238E27FC236}">
                <a16:creationId xmlns:a16="http://schemas.microsoft.com/office/drawing/2014/main" id="{D2E2BE5F-C829-9B6D-64BD-2D8A74E69D93}"/>
              </a:ext>
            </a:extLst>
          </p:cNvPr>
          <p:cNvSpPr txBox="1"/>
          <p:nvPr/>
        </p:nvSpPr>
        <p:spPr>
          <a:xfrm>
            <a:off x="1928368" y="3103601"/>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4</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7" name="TextBox 276">
            <a:extLst>
              <a:ext uri="{FF2B5EF4-FFF2-40B4-BE49-F238E27FC236}">
                <a16:creationId xmlns:a16="http://schemas.microsoft.com/office/drawing/2014/main" id="{3D08F43D-BDF0-521F-D637-143709B30C70}"/>
              </a:ext>
            </a:extLst>
          </p:cNvPr>
          <p:cNvSpPr txBox="1"/>
          <p:nvPr/>
        </p:nvSpPr>
        <p:spPr>
          <a:xfrm>
            <a:off x="1928368" y="377249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5</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8" name="TextBox 277">
            <a:extLst>
              <a:ext uri="{FF2B5EF4-FFF2-40B4-BE49-F238E27FC236}">
                <a16:creationId xmlns:a16="http://schemas.microsoft.com/office/drawing/2014/main" id="{C417BB84-9C18-6B03-2B85-A70E76B42033}"/>
              </a:ext>
            </a:extLst>
          </p:cNvPr>
          <p:cNvSpPr txBox="1"/>
          <p:nvPr/>
        </p:nvSpPr>
        <p:spPr>
          <a:xfrm>
            <a:off x="1928368" y="446437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6</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9" name="TextBox 278">
            <a:extLst>
              <a:ext uri="{FF2B5EF4-FFF2-40B4-BE49-F238E27FC236}">
                <a16:creationId xmlns:a16="http://schemas.microsoft.com/office/drawing/2014/main" id="{0A7296AF-53ED-E45A-C765-02A5DB122934}"/>
              </a:ext>
            </a:extLst>
          </p:cNvPr>
          <p:cNvSpPr txBox="1"/>
          <p:nvPr/>
        </p:nvSpPr>
        <p:spPr>
          <a:xfrm>
            <a:off x="1949450" y="520923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7</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81" name="TextBox 280">
            <a:extLst>
              <a:ext uri="{FF2B5EF4-FFF2-40B4-BE49-F238E27FC236}">
                <a16:creationId xmlns:a16="http://schemas.microsoft.com/office/drawing/2014/main" id="{9C2A5057-DBEB-1A58-FF5A-1EE75BAB451A}"/>
              </a:ext>
            </a:extLst>
          </p:cNvPr>
          <p:cNvSpPr txBox="1"/>
          <p:nvPr/>
        </p:nvSpPr>
        <p:spPr>
          <a:xfrm>
            <a:off x="3519170" y="1924319"/>
            <a:ext cx="6878319" cy="646331"/>
          </a:xfrm>
          <a:prstGeom prst="rect">
            <a:avLst/>
          </a:prstGeom>
          <a:noFill/>
          <a:ln>
            <a:noFill/>
          </a:ln>
        </p:spPr>
        <p:txBody>
          <a:bodyPr wrap="square">
            <a:spAutoFit/>
          </a:bodyPr>
          <a:lstStyle/>
          <a:p>
            <a:r>
              <a:rPr lang="en-GB" sz="3600" b="1">
                <a:latin typeface="Univers Condensed"/>
              </a:rPr>
              <a:t>Research questions</a:t>
            </a:r>
            <a:endParaRPr lang="en-AU" sz="3600" b="1"/>
          </a:p>
        </p:txBody>
      </p:sp>
      <p:sp>
        <p:nvSpPr>
          <p:cNvPr id="282" name="TextBox 281">
            <a:extLst>
              <a:ext uri="{FF2B5EF4-FFF2-40B4-BE49-F238E27FC236}">
                <a16:creationId xmlns:a16="http://schemas.microsoft.com/office/drawing/2014/main" id="{2724724F-E306-8C47-A497-550147B29830}"/>
              </a:ext>
            </a:extLst>
          </p:cNvPr>
          <p:cNvSpPr txBox="1"/>
          <p:nvPr/>
        </p:nvSpPr>
        <p:spPr>
          <a:xfrm>
            <a:off x="2677921" y="2668163"/>
            <a:ext cx="6878320" cy="646331"/>
          </a:xfrm>
          <a:prstGeom prst="rect">
            <a:avLst/>
          </a:prstGeom>
          <a:noFill/>
          <a:ln>
            <a:noFill/>
          </a:ln>
        </p:spPr>
        <p:txBody>
          <a:bodyPr wrap="square">
            <a:spAutoFit/>
          </a:bodyPr>
          <a:lstStyle/>
          <a:p>
            <a:r>
              <a:rPr lang="en-GB" sz="3600" b="1">
                <a:latin typeface="Univers Condensed"/>
              </a:rPr>
              <a:t>Data pre-processing</a:t>
            </a:r>
          </a:p>
        </p:txBody>
      </p:sp>
      <p:sp>
        <p:nvSpPr>
          <p:cNvPr id="283" name="TextBox 282">
            <a:extLst>
              <a:ext uri="{FF2B5EF4-FFF2-40B4-BE49-F238E27FC236}">
                <a16:creationId xmlns:a16="http://schemas.microsoft.com/office/drawing/2014/main" id="{2EDC6EDD-704F-DE4B-7ACA-9183014412D4}"/>
              </a:ext>
            </a:extLst>
          </p:cNvPr>
          <p:cNvSpPr txBox="1"/>
          <p:nvPr/>
        </p:nvSpPr>
        <p:spPr>
          <a:xfrm>
            <a:off x="2656840" y="3338218"/>
            <a:ext cx="6878320" cy="646331"/>
          </a:xfrm>
          <a:prstGeom prst="rect">
            <a:avLst/>
          </a:prstGeom>
          <a:noFill/>
          <a:ln>
            <a:noFill/>
          </a:ln>
        </p:spPr>
        <p:txBody>
          <a:bodyPr wrap="square">
            <a:spAutoFit/>
          </a:bodyPr>
          <a:lstStyle/>
          <a:p>
            <a:r>
              <a:rPr lang="en-GB" sz="3600" b="1">
                <a:latin typeface="Univers Condensed"/>
              </a:rPr>
              <a:t>Exploratory Data Analysis</a:t>
            </a:r>
          </a:p>
        </p:txBody>
      </p:sp>
      <p:sp>
        <p:nvSpPr>
          <p:cNvPr id="284" name="TextBox 283">
            <a:extLst>
              <a:ext uri="{FF2B5EF4-FFF2-40B4-BE49-F238E27FC236}">
                <a16:creationId xmlns:a16="http://schemas.microsoft.com/office/drawing/2014/main" id="{01DD0F52-0C73-9181-AADA-746B0F4EB196}"/>
              </a:ext>
            </a:extLst>
          </p:cNvPr>
          <p:cNvSpPr txBox="1"/>
          <p:nvPr/>
        </p:nvSpPr>
        <p:spPr>
          <a:xfrm>
            <a:off x="2656840" y="4064728"/>
            <a:ext cx="6878320" cy="646331"/>
          </a:xfrm>
          <a:prstGeom prst="rect">
            <a:avLst/>
          </a:prstGeom>
          <a:noFill/>
          <a:ln>
            <a:noFill/>
          </a:ln>
        </p:spPr>
        <p:txBody>
          <a:bodyPr wrap="square">
            <a:spAutoFit/>
          </a:bodyPr>
          <a:lstStyle/>
          <a:p>
            <a:r>
              <a:rPr lang="en-GB" sz="3600" b="1">
                <a:latin typeface="Univers Condensed"/>
              </a:rPr>
              <a:t>Evaluation &amp; Modelling</a:t>
            </a:r>
          </a:p>
        </p:txBody>
      </p:sp>
      <p:sp>
        <p:nvSpPr>
          <p:cNvPr id="285" name="TextBox 284">
            <a:extLst>
              <a:ext uri="{FF2B5EF4-FFF2-40B4-BE49-F238E27FC236}">
                <a16:creationId xmlns:a16="http://schemas.microsoft.com/office/drawing/2014/main" id="{3E5235F2-7ADD-81EF-E9BA-739B20980FAF}"/>
              </a:ext>
            </a:extLst>
          </p:cNvPr>
          <p:cNvSpPr txBox="1"/>
          <p:nvPr/>
        </p:nvSpPr>
        <p:spPr>
          <a:xfrm>
            <a:off x="2677921" y="4769587"/>
            <a:ext cx="6878320" cy="646331"/>
          </a:xfrm>
          <a:prstGeom prst="rect">
            <a:avLst/>
          </a:prstGeom>
          <a:noFill/>
          <a:ln>
            <a:noFill/>
          </a:ln>
        </p:spPr>
        <p:txBody>
          <a:bodyPr wrap="square">
            <a:spAutoFit/>
          </a:bodyPr>
          <a:lstStyle/>
          <a:p>
            <a:r>
              <a:rPr lang="en-GB" sz="3600" b="1">
                <a:latin typeface="Univers Condensed"/>
              </a:rPr>
              <a:t>Discussion</a:t>
            </a:r>
          </a:p>
        </p:txBody>
      </p:sp>
      <p:sp>
        <p:nvSpPr>
          <p:cNvPr id="286" name="TextBox 285">
            <a:extLst>
              <a:ext uri="{FF2B5EF4-FFF2-40B4-BE49-F238E27FC236}">
                <a16:creationId xmlns:a16="http://schemas.microsoft.com/office/drawing/2014/main" id="{1BA364F2-C6F6-E5FF-03E2-A1BA1114CD74}"/>
              </a:ext>
            </a:extLst>
          </p:cNvPr>
          <p:cNvSpPr txBox="1"/>
          <p:nvPr/>
        </p:nvSpPr>
        <p:spPr>
          <a:xfrm>
            <a:off x="2700475" y="5445067"/>
            <a:ext cx="6878320" cy="646331"/>
          </a:xfrm>
          <a:prstGeom prst="rect">
            <a:avLst/>
          </a:prstGeom>
          <a:noFill/>
          <a:ln>
            <a:noFill/>
          </a:ln>
        </p:spPr>
        <p:txBody>
          <a:bodyPr wrap="square">
            <a:spAutoFit/>
          </a:bodyPr>
          <a:lstStyle/>
          <a:p>
            <a:r>
              <a:rPr lang="en-GB" sz="3600" b="1">
                <a:latin typeface="Univers Condensed"/>
              </a:rPr>
              <a:t>Conclusion</a:t>
            </a:r>
          </a:p>
        </p:txBody>
      </p:sp>
      <p:sp>
        <p:nvSpPr>
          <p:cNvPr id="9" name="TextBox 8">
            <a:extLst>
              <a:ext uri="{FF2B5EF4-FFF2-40B4-BE49-F238E27FC236}">
                <a16:creationId xmlns:a16="http://schemas.microsoft.com/office/drawing/2014/main" id="{F697FF5A-42E9-9413-F87B-7C1E24CFCE63}"/>
              </a:ext>
            </a:extLst>
          </p:cNvPr>
          <p:cNvSpPr txBox="1"/>
          <p:nvPr/>
        </p:nvSpPr>
        <p:spPr>
          <a:xfrm>
            <a:off x="2656840" y="1302434"/>
            <a:ext cx="6878320" cy="646331"/>
          </a:xfrm>
          <a:prstGeom prst="rect">
            <a:avLst/>
          </a:prstGeom>
          <a:noFill/>
          <a:ln>
            <a:noFill/>
          </a:ln>
        </p:spPr>
        <p:txBody>
          <a:bodyPr wrap="square">
            <a:spAutoFit/>
          </a:bodyPr>
          <a:lstStyle/>
          <a:p>
            <a:r>
              <a:rPr lang="en-GB" sz="3600" b="1">
                <a:latin typeface="Univers Condensed"/>
              </a:rPr>
              <a:t>Background</a:t>
            </a:r>
            <a:endParaRPr lang="en-AU" sz="3600" b="1"/>
          </a:p>
        </p:txBody>
      </p:sp>
      <p:cxnSp>
        <p:nvCxnSpPr>
          <p:cNvPr id="3" name="Straight Connector 2">
            <a:extLst>
              <a:ext uri="{FF2B5EF4-FFF2-40B4-BE49-F238E27FC236}">
                <a16:creationId xmlns:a16="http://schemas.microsoft.com/office/drawing/2014/main" id="{F353DF56-15D6-475A-DAC5-19E22F775426}"/>
              </a:ext>
            </a:extLst>
          </p:cNvPr>
          <p:cNvCxnSpPr>
            <a:cxnSpLocks/>
          </p:cNvCxnSpPr>
          <p:nvPr/>
        </p:nvCxnSpPr>
        <p:spPr>
          <a:xfrm>
            <a:off x="7859210" y="1302434"/>
            <a:ext cx="0" cy="4473663"/>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8050D822-D05E-0482-81E2-F1128D3A3CF0}"/>
              </a:ext>
            </a:extLst>
          </p:cNvPr>
          <p:cNvSpPr/>
          <p:nvPr/>
        </p:nvSpPr>
        <p:spPr>
          <a:xfrm>
            <a:off x="7836350" y="2046278"/>
            <a:ext cx="45719" cy="5243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Google Shape;962;p41">
            <a:extLst>
              <a:ext uri="{FF2B5EF4-FFF2-40B4-BE49-F238E27FC236}">
                <a16:creationId xmlns:a16="http://schemas.microsoft.com/office/drawing/2014/main" id="{25709C4E-C608-803A-3FA6-DD36DBDF50BD}"/>
              </a:ext>
            </a:extLst>
          </p:cNvPr>
          <p:cNvSpPr txBox="1">
            <a:spLocks noGrp="1"/>
          </p:cNvSpPr>
          <p:nvPr/>
        </p:nvSpPr>
        <p:spPr>
          <a:xfrm>
            <a:off x="8104591" y="3023890"/>
            <a:ext cx="4094660"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4000">
                <a:solidFill>
                  <a:srgbClr val="A16487"/>
                </a:solidFill>
                <a:latin typeface="Bebas Neue"/>
              </a:rPr>
              <a:t>Section 2: </a:t>
            </a:r>
          </a:p>
          <a:p>
            <a:r>
              <a:rPr lang="en-GB" sz="6000">
                <a:solidFill>
                  <a:srgbClr val="A16487"/>
                </a:solidFill>
                <a:latin typeface="Bebas Neue"/>
              </a:rPr>
              <a:t>Research Questions</a:t>
            </a:r>
            <a:endParaRPr lang="en" sz="6000">
              <a:solidFill>
                <a:srgbClr val="A16487"/>
              </a:solidFill>
              <a:latin typeface="Bebas Neue"/>
            </a:endParaRPr>
          </a:p>
        </p:txBody>
      </p:sp>
      <p:sp>
        <p:nvSpPr>
          <p:cNvPr id="6" name="TextBox 5">
            <a:extLst>
              <a:ext uri="{FF2B5EF4-FFF2-40B4-BE49-F238E27FC236}">
                <a16:creationId xmlns:a16="http://schemas.microsoft.com/office/drawing/2014/main" id="{438A107E-4195-BBCD-62DF-F72D684A1360}"/>
              </a:ext>
            </a:extLst>
          </p:cNvPr>
          <p:cNvSpPr txBox="1"/>
          <p:nvPr/>
        </p:nvSpPr>
        <p:spPr>
          <a:xfrm>
            <a:off x="1928368" y="109476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1</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19658477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7"/>
        <p:cNvGrpSpPr/>
        <p:nvPr/>
      </p:nvGrpSpPr>
      <p:grpSpPr>
        <a:xfrm>
          <a:off x="0" y="0"/>
          <a:ext cx="0" cy="0"/>
          <a:chOff x="0" y="0"/>
          <a:chExt cx="0" cy="0"/>
        </a:xfrm>
      </p:grpSpPr>
      <p:sp>
        <p:nvSpPr>
          <p:cNvPr id="5" name="Rectangle 4">
            <a:extLst>
              <a:ext uri="{FF2B5EF4-FFF2-40B4-BE49-F238E27FC236}">
                <a16:creationId xmlns:a16="http://schemas.microsoft.com/office/drawing/2014/main" id="{D4555DB3-5C9A-34AB-80C4-C57747377A38}"/>
              </a:ext>
            </a:extLst>
          </p:cNvPr>
          <p:cNvSpPr/>
          <p:nvPr/>
        </p:nvSpPr>
        <p:spPr>
          <a:xfrm>
            <a:off x="6823842" y="3488660"/>
            <a:ext cx="4548118" cy="1647144"/>
          </a:xfrm>
          <a:prstGeom prst="rect">
            <a:avLst/>
          </a:prstGeom>
          <a:solidFill>
            <a:schemeClr val="bg2">
              <a:alpha val="6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Rectangle 3">
            <a:extLst>
              <a:ext uri="{FF2B5EF4-FFF2-40B4-BE49-F238E27FC236}">
                <a16:creationId xmlns:a16="http://schemas.microsoft.com/office/drawing/2014/main" id="{0975FF94-4017-80AB-F48F-275ACCEC5845}"/>
              </a:ext>
            </a:extLst>
          </p:cNvPr>
          <p:cNvSpPr/>
          <p:nvPr/>
        </p:nvSpPr>
        <p:spPr>
          <a:xfrm>
            <a:off x="6815945" y="1607830"/>
            <a:ext cx="4548118" cy="1647144"/>
          </a:xfrm>
          <a:prstGeom prst="rect">
            <a:avLst/>
          </a:prstGeom>
          <a:solidFill>
            <a:schemeClr val="bg2">
              <a:alpha val="6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BCC5FDB3-E342-6E9C-30F5-8574B739FC8C}"/>
              </a:ext>
            </a:extLst>
          </p:cNvPr>
          <p:cNvSpPr/>
          <p:nvPr/>
        </p:nvSpPr>
        <p:spPr>
          <a:xfrm>
            <a:off x="2031645" y="3488660"/>
            <a:ext cx="4548118" cy="1647144"/>
          </a:xfrm>
          <a:prstGeom prst="rect">
            <a:avLst/>
          </a:prstGeom>
          <a:solidFill>
            <a:schemeClr val="bg2">
              <a:alpha val="6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727" name="Google Shape;1727;p50"/>
          <p:cNvGrpSpPr/>
          <p:nvPr/>
        </p:nvGrpSpPr>
        <p:grpSpPr>
          <a:xfrm>
            <a:off x="-5059700" y="2720191"/>
            <a:ext cx="7897783" cy="3407892"/>
            <a:chOff x="5316527" y="2814325"/>
            <a:chExt cx="4129200" cy="1781749"/>
          </a:xfrm>
        </p:grpSpPr>
        <p:grpSp>
          <p:nvGrpSpPr>
            <p:cNvPr id="1728" name="Google Shape;1728;p50"/>
            <p:cNvGrpSpPr/>
            <p:nvPr/>
          </p:nvGrpSpPr>
          <p:grpSpPr>
            <a:xfrm>
              <a:off x="6033706" y="2814325"/>
              <a:ext cx="1084057" cy="1757300"/>
              <a:chOff x="6008131" y="2814325"/>
              <a:chExt cx="1084057" cy="1757300"/>
            </a:xfrm>
          </p:grpSpPr>
          <p:sp>
            <p:nvSpPr>
              <p:cNvPr id="1729" name="Google Shape;1729;p50"/>
              <p:cNvSpPr/>
              <p:nvPr/>
            </p:nvSpPr>
            <p:spPr>
              <a:xfrm>
                <a:off x="6776109" y="3308806"/>
                <a:ext cx="138737" cy="268164"/>
              </a:xfrm>
              <a:custGeom>
                <a:avLst/>
                <a:gdLst/>
                <a:ahLst/>
                <a:cxnLst/>
                <a:rect l="l" t="t" r="r" b="b"/>
                <a:pathLst>
                  <a:path w="6631" h="12817" extrusionOk="0">
                    <a:moveTo>
                      <a:pt x="0" y="0"/>
                    </a:moveTo>
                    <a:lnTo>
                      <a:pt x="0" y="12817"/>
                    </a:lnTo>
                    <a:lnTo>
                      <a:pt x="6630" y="12817"/>
                    </a:lnTo>
                    <a:lnTo>
                      <a:pt x="6630" y="0"/>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30" name="Google Shape;1730;p50"/>
              <p:cNvSpPr/>
              <p:nvPr/>
            </p:nvSpPr>
            <p:spPr>
              <a:xfrm>
                <a:off x="6058910" y="3492568"/>
                <a:ext cx="991078" cy="1079057"/>
              </a:xfrm>
              <a:custGeom>
                <a:avLst/>
                <a:gdLst/>
                <a:ahLst/>
                <a:cxnLst/>
                <a:rect l="l" t="t" r="r" b="b"/>
                <a:pathLst>
                  <a:path w="47369" h="51574" extrusionOk="0">
                    <a:moveTo>
                      <a:pt x="23719" y="1"/>
                    </a:moveTo>
                    <a:lnTo>
                      <a:pt x="0" y="9399"/>
                    </a:lnTo>
                    <a:lnTo>
                      <a:pt x="0" y="51573"/>
                    </a:lnTo>
                    <a:lnTo>
                      <a:pt x="47369" y="51573"/>
                    </a:lnTo>
                    <a:lnTo>
                      <a:pt x="47369" y="9399"/>
                    </a:lnTo>
                    <a:lnTo>
                      <a:pt x="23719"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31" name="Google Shape;1731;p50"/>
              <p:cNvSpPr/>
              <p:nvPr/>
            </p:nvSpPr>
            <p:spPr>
              <a:xfrm>
                <a:off x="6056755" y="3481123"/>
                <a:ext cx="993233" cy="1086924"/>
              </a:xfrm>
              <a:custGeom>
                <a:avLst/>
                <a:gdLst/>
                <a:ahLst/>
                <a:cxnLst/>
                <a:rect l="l" t="t" r="r" b="b"/>
                <a:pathLst>
                  <a:path w="47472" h="51950" extrusionOk="0">
                    <a:moveTo>
                      <a:pt x="23206" y="10425"/>
                    </a:moveTo>
                    <a:lnTo>
                      <a:pt x="23206" y="19140"/>
                    </a:lnTo>
                    <a:lnTo>
                      <a:pt x="9228" y="19140"/>
                    </a:lnTo>
                    <a:lnTo>
                      <a:pt x="9228" y="10425"/>
                    </a:lnTo>
                    <a:close/>
                    <a:moveTo>
                      <a:pt x="38449" y="10425"/>
                    </a:moveTo>
                    <a:lnTo>
                      <a:pt x="38449" y="18832"/>
                    </a:lnTo>
                    <a:lnTo>
                      <a:pt x="37902" y="19140"/>
                    </a:lnTo>
                    <a:lnTo>
                      <a:pt x="24505" y="19140"/>
                    </a:lnTo>
                    <a:lnTo>
                      <a:pt x="24505" y="10425"/>
                    </a:lnTo>
                    <a:close/>
                    <a:moveTo>
                      <a:pt x="23206" y="20404"/>
                    </a:moveTo>
                    <a:lnTo>
                      <a:pt x="23206" y="30862"/>
                    </a:lnTo>
                    <a:lnTo>
                      <a:pt x="9228" y="30862"/>
                    </a:lnTo>
                    <a:lnTo>
                      <a:pt x="9228" y="20404"/>
                    </a:lnTo>
                    <a:close/>
                    <a:moveTo>
                      <a:pt x="38449" y="20404"/>
                    </a:moveTo>
                    <a:lnTo>
                      <a:pt x="38449" y="30862"/>
                    </a:lnTo>
                    <a:lnTo>
                      <a:pt x="24505" y="30862"/>
                    </a:lnTo>
                    <a:lnTo>
                      <a:pt x="24505" y="20404"/>
                    </a:lnTo>
                    <a:close/>
                    <a:moveTo>
                      <a:pt x="23753" y="1"/>
                    </a:moveTo>
                    <a:lnTo>
                      <a:pt x="23172" y="240"/>
                    </a:lnTo>
                    <a:lnTo>
                      <a:pt x="23172" y="7110"/>
                    </a:lnTo>
                    <a:lnTo>
                      <a:pt x="15722" y="3111"/>
                    </a:lnTo>
                    <a:lnTo>
                      <a:pt x="14150" y="3726"/>
                    </a:lnTo>
                    <a:lnTo>
                      <a:pt x="23138" y="8511"/>
                    </a:lnTo>
                    <a:lnTo>
                      <a:pt x="23138" y="9092"/>
                    </a:lnTo>
                    <a:lnTo>
                      <a:pt x="9160" y="9092"/>
                    </a:lnTo>
                    <a:lnTo>
                      <a:pt x="9160" y="5674"/>
                    </a:lnTo>
                    <a:lnTo>
                      <a:pt x="7861" y="6187"/>
                    </a:lnTo>
                    <a:lnTo>
                      <a:pt x="7861" y="9092"/>
                    </a:lnTo>
                    <a:lnTo>
                      <a:pt x="513" y="9092"/>
                    </a:lnTo>
                    <a:lnTo>
                      <a:pt x="1" y="9331"/>
                    </a:lnTo>
                    <a:lnTo>
                      <a:pt x="1" y="10391"/>
                    </a:lnTo>
                    <a:lnTo>
                      <a:pt x="7861" y="10391"/>
                    </a:lnTo>
                    <a:lnTo>
                      <a:pt x="7861" y="18456"/>
                    </a:lnTo>
                    <a:lnTo>
                      <a:pt x="1" y="14287"/>
                    </a:lnTo>
                    <a:lnTo>
                      <a:pt x="1" y="15722"/>
                    </a:lnTo>
                    <a:lnTo>
                      <a:pt x="6289" y="19106"/>
                    </a:lnTo>
                    <a:lnTo>
                      <a:pt x="1" y="19106"/>
                    </a:lnTo>
                    <a:lnTo>
                      <a:pt x="1" y="20370"/>
                    </a:lnTo>
                    <a:lnTo>
                      <a:pt x="7861" y="20370"/>
                    </a:lnTo>
                    <a:lnTo>
                      <a:pt x="7861" y="30794"/>
                    </a:lnTo>
                    <a:lnTo>
                      <a:pt x="1" y="30794"/>
                    </a:lnTo>
                    <a:lnTo>
                      <a:pt x="1" y="32093"/>
                    </a:lnTo>
                    <a:lnTo>
                      <a:pt x="7861" y="32093"/>
                    </a:lnTo>
                    <a:lnTo>
                      <a:pt x="7861" y="51437"/>
                    </a:lnTo>
                    <a:lnTo>
                      <a:pt x="7861" y="51949"/>
                    </a:lnTo>
                    <a:lnTo>
                      <a:pt x="9160" y="51949"/>
                    </a:lnTo>
                    <a:lnTo>
                      <a:pt x="9160" y="51437"/>
                    </a:lnTo>
                    <a:lnTo>
                      <a:pt x="9160" y="32093"/>
                    </a:lnTo>
                    <a:lnTo>
                      <a:pt x="23138" y="32093"/>
                    </a:lnTo>
                    <a:lnTo>
                      <a:pt x="23138" y="51437"/>
                    </a:lnTo>
                    <a:lnTo>
                      <a:pt x="23138" y="51949"/>
                    </a:lnTo>
                    <a:lnTo>
                      <a:pt x="24403" y="51949"/>
                    </a:lnTo>
                    <a:lnTo>
                      <a:pt x="24403" y="51437"/>
                    </a:lnTo>
                    <a:lnTo>
                      <a:pt x="24403" y="32093"/>
                    </a:lnTo>
                    <a:lnTo>
                      <a:pt x="38381" y="32093"/>
                    </a:lnTo>
                    <a:lnTo>
                      <a:pt x="38381" y="51437"/>
                    </a:lnTo>
                    <a:lnTo>
                      <a:pt x="38381" y="51949"/>
                    </a:lnTo>
                    <a:lnTo>
                      <a:pt x="39645" y="51949"/>
                    </a:lnTo>
                    <a:lnTo>
                      <a:pt x="39645" y="51437"/>
                    </a:lnTo>
                    <a:lnTo>
                      <a:pt x="39645" y="32093"/>
                    </a:lnTo>
                    <a:lnTo>
                      <a:pt x="47472" y="32093"/>
                    </a:lnTo>
                    <a:lnTo>
                      <a:pt x="47472" y="30794"/>
                    </a:lnTo>
                    <a:lnTo>
                      <a:pt x="39714" y="30794"/>
                    </a:lnTo>
                    <a:lnTo>
                      <a:pt x="39714" y="20370"/>
                    </a:lnTo>
                    <a:lnTo>
                      <a:pt x="47472" y="20370"/>
                    </a:lnTo>
                    <a:lnTo>
                      <a:pt x="47472" y="19106"/>
                    </a:lnTo>
                    <a:lnTo>
                      <a:pt x="40602" y="19106"/>
                    </a:lnTo>
                    <a:lnTo>
                      <a:pt x="47472" y="15415"/>
                    </a:lnTo>
                    <a:lnTo>
                      <a:pt x="47472" y="14013"/>
                    </a:lnTo>
                    <a:lnTo>
                      <a:pt x="39714" y="18149"/>
                    </a:lnTo>
                    <a:lnTo>
                      <a:pt x="39714" y="10425"/>
                    </a:lnTo>
                    <a:lnTo>
                      <a:pt x="46549" y="10425"/>
                    </a:lnTo>
                    <a:lnTo>
                      <a:pt x="46549" y="9126"/>
                    </a:lnTo>
                    <a:lnTo>
                      <a:pt x="39714" y="9126"/>
                    </a:lnTo>
                    <a:lnTo>
                      <a:pt x="39714" y="6221"/>
                    </a:lnTo>
                    <a:lnTo>
                      <a:pt x="38928" y="5948"/>
                    </a:lnTo>
                    <a:lnTo>
                      <a:pt x="38415" y="5948"/>
                    </a:lnTo>
                    <a:lnTo>
                      <a:pt x="38415" y="9126"/>
                    </a:lnTo>
                    <a:lnTo>
                      <a:pt x="24437" y="9126"/>
                    </a:lnTo>
                    <a:lnTo>
                      <a:pt x="24437" y="8545"/>
                    </a:lnTo>
                    <a:lnTo>
                      <a:pt x="33425" y="3760"/>
                    </a:lnTo>
                    <a:lnTo>
                      <a:pt x="31853" y="3145"/>
                    </a:lnTo>
                    <a:lnTo>
                      <a:pt x="24437" y="7144"/>
                    </a:lnTo>
                    <a:lnTo>
                      <a:pt x="24437" y="240"/>
                    </a:lnTo>
                    <a:lnTo>
                      <a:pt x="23753"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32" name="Google Shape;1732;p50"/>
              <p:cNvSpPr/>
              <p:nvPr/>
            </p:nvSpPr>
            <p:spPr>
              <a:xfrm>
                <a:off x="6917691" y="3631304"/>
                <a:ext cx="125137" cy="3578"/>
              </a:xfrm>
              <a:custGeom>
                <a:avLst/>
                <a:gdLst/>
                <a:ahLst/>
                <a:cxnLst/>
                <a:rect l="l" t="t" r="r" b="b"/>
                <a:pathLst>
                  <a:path w="5981" h="171" extrusionOk="0">
                    <a:moveTo>
                      <a:pt x="0" y="0"/>
                    </a:moveTo>
                    <a:lnTo>
                      <a:pt x="0" y="171"/>
                    </a:lnTo>
                    <a:lnTo>
                      <a:pt x="5981" y="171"/>
                    </a:lnTo>
                    <a:lnTo>
                      <a:pt x="5981"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33" name="Google Shape;1733;p50"/>
              <p:cNvSpPr/>
              <p:nvPr/>
            </p:nvSpPr>
            <p:spPr>
              <a:xfrm>
                <a:off x="6855468" y="3591259"/>
                <a:ext cx="125158" cy="3599"/>
              </a:xfrm>
              <a:custGeom>
                <a:avLst/>
                <a:gdLst/>
                <a:ahLst/>
                <a:cxnLst/>
                <a:rect l="l" t="t" r="r" b="b"/>
                <a:pathLst>
                  <a:path w="5982" h="172" extrusionOk="0">
                    <a:moveTo>
                      <a:pt x="1" y="0"/>
                    </a:moveTo>
                    <a:lnTo>
                      <a:pt x="1" y="171"/>
                    </a:lnTo>
                    <a:lnTo>
                      <a:pt x="5982" y="171"/>
                    </a:lnTo>
                    <a:lnTo>
                      <a:pt x="5982"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34" name="Google Shape;1734;p50"/>
              <p:cNvSpPr/>
              <p:nvPr/>
            </p:nvSpPr>
            <p:spPr>
              <a:xfrm>
                <a:off x="6855468" y="4560156"/>
                <a:ext cx="125158" cy="3599"/>
              </a:xfrm>
              <a:custGeom>
                <a:avLst/>
                <a:gdLst/>
                <a:ahLst/>
                <a:cxnLst/>
                <a:rect l="l" t="t" r="r" b="b"/>
                <a:pathLst>
                  <a:path w="5982" h="172" extrusionOk="0">
                    <a:moveTo>
                      <a:pt x="1" y="0"/>
                    </a:moveTo>
                    <a:lnTo>
                      <a:pt x="1" y="171"/>
                    </a:lnTo>
                    <a:lnTo>
                      <a:pt x="5982" y="171"/>
                    </a:lnTo>
                    <a:lnTo>
                      <a:pt x="5982"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35" name="Google Shape;1735;p50"/>
              <p:cNvSpPr/>
              <p:nvPr/>
            </p:nvSpPr>
            <p:spPr>
              <a:xfrm>
                <a:off x="6792554" y="4357794"/>
                <a:ext cx="125158" cy="3599"/>
              </a:xfrm>
              <a:custGeom>
                <a:avLst/>
                <a:gdLst/>
                <a:ahLst/>
                <a:cxnLst/>
                <a:rect l="l" t="t" r="r" b="b"/>
                <a:pathLst>
                  <a:path w="5982" h="172" extrusionOk="0">
                    <a:moveTo>
                      <a:pt x="0" y="0"/>
                    </a:moveTo>
                    <a:lnTo>
                      <a:pt x="0" y="171"/>
                    </a:lnTo>
                    <a:lnTo>
                      <a:pt x="5981" y="171"/>
                    </a:lnTo>
                    <a:lnTo>
                      <a:pt x="5981"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36" name="Google Shape;1736;p50"/>
              <p:cNvSpPr/>
              <p:nvPr/>
            </p:nvSpPr>
            <p:spPr>
              <a:xfrm>
                <a:off x="6855468" y="4560156"/>
                <a:ext cx="125158" cy="3599"/>
              </a:xfrm>
              <a:custGeom>
                <a:avLst/>
                <a:gdLst/>
                <a:ahLst/>
                <a:cxnLst/>
                <a:rect l="l" t="t" r="r" b="b"/>
                <a:pathLst>
                  <a:path w="5982" h="172" extrusionOk="0">
                    <a:moveTo>
                      <a:pt x="1" y="0"/>
                    </a:moveTo>
                    <a:lnTo>
                      <a:pt x="1" y="171"/>
                    </a:lnTo>
                    <a:lnTo>
                      <a:pt x="5982" y="171"/>
                    </a:lnTo>
                    <a:lnTo>
                      <a:pt x="5982"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37" name="Google Shape;1737;p50"/>
              <p:cNvSpPr/>
              <p:nvPr/>
            </p:nvSpPr>
            <p:spPr>
              <a:xfrm>
                <a:off x="6731042" y="4560156"/>
                <a:ext cx="125158" cy="3599"/>
              </a:xfrm>
              <a:custGeom>
                <a:avLst/>
                <a:gdLst/>
                <a:ahLst/>
                <a:cxnLst/>
                <a:rect l="l" t="t" r="r" b="b"/>
                <a:pathLst>
                  <a:path w="5982" h="172" extrusionOk="0">
                    <a:moveTo>
                      <a:pt x="1" y="0"/>
                    </a:moveTo>
                    <a:lnTo>
                      <a:pt x="1" y="171"/>
                    </a:lnTo>
                    <a:lnTo>
                      <a:pt x="5982" y="171"/>
                    </a:lnTo>
                    <a:lnTo>
                      <a:pt x="5982"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38" name="Google Shape;1738;p50"/>
              <p:cNvSpPr/>
              <p:nvPr/>
            </p:nvSpPr>
            <p:spPr>
              <a:xfrm>
                <a:off x="6731042" y="4560156"/>
                <a:ext cx="125158" cy="3599"/>
              </a:xfrm>
              <a:custGeom>
                <a:avLst/>
                <a:gdLst/>
                <a:ahLst/>
                <a:cxnLst/>
                <a:rect l="l" t="t" r="r" b="b"/>
                <a:pathLst>
                  <a:path w="5982" h="172" extrusionOk="0">
                    <a:moveTo>
                      <a:pt x="1" y="0"/>
                    </a:moveTo>
                    <a:lnTo>
                      <a:pt x="1" y="171"/>
                    </a:lnTo>
                    <a:lnTo>
                      <a:pt x="5982" y="171"/>
                    </a:lnTo>
                    <a:lnTo>
                      <a:pt x="5982"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39" name="Google Shape;1739;p50"/>
              <p:cNvSpPr/>
              <p:nvPr/>
            </p:nvSpPr>
            <p:spPr>
              <a:xfrm>
                <a:off x="6605926" y="4560156"/>
                <a:ext cx="125137" cy="3599"/>
              </a:xfrm>
              <a:custGeom>
                <a:avLst/>
                <a:gdLst/>
                <a:ahLst/>
                <a:cxnLst/>
                <a:rect l="l" t="t" r="r" b="b"/>
                <a:pathLst>
                  <a:path w="5981" h="172" extrusionOk="0">
                    <a:moveTo>
                      <a:pt x="0" y="0"/>
                    </a:moveTo>
                    <a:lnTo>
                      <a:pt x="0" y="171"/>
                    </a:lnTo>
                    <a:lnTo>
                      <a:pt x="5981" y="171"/>
                    </a:lnTo>
                    <a:lnTo>
                      <a:pt x="5981"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40" name="Google Shape;1740;p50"/>
              <p:cNvSpPr/>
              <p:nvPr/>
            </p:nvSpPr>
            <p:spPr>
              <a:xfrm>
                <a:off x="6542992" y="3470411"/>
                <a:ext cx="125158" cy="3599"/>
              </a:xfrm>
              <a:custGeom>
                <a:avLst/>
                <a:gdLst/>
                <a:ahLst/>
                <a:cxnLst/>
                <a:rect l="l" t="t" r="r" b="b"/>
                <a:pathLst>
                  <a:path w="5982" h="172" extrusionOk="0">
                    <a:moveTo>
                      <a:pt x="1" y="0"/>
                    </a:moveTo>
                    <a:lnTo>
                      <a:pt x="1" y="171"/>
                    </a:lnTo>
                    <a:lnTo>
                      <a:pt x="5981" y="171"/>
                    </a:lnTo>
                    <a:lnTo>
                      <a:pt x="5981"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41" name="Google Shape;1741;p50"/>
              <p:cNvSpPr/>
              <p:nvPr/>
            </p:nvSpPr>
            <p:spPr>
              <a:xfrm>
                <a:off x="6480789" y="3430365"/>
                <a:ext cx="125158" cy="3599"/>
              </a:xfrm>
              <a:custGeom>
                <a:avLst/>
                <a:gdLst/>
                <a:ahLst/>
                <a:cxnLst/>
                <a:rect l="l" t="t" r="r" b="b"/>
                <a:pathLst>
                  <a:path w="5982" h="172" extrusionOk="0">
                    <a:moveTo>
                      <a:pt x="0" y="0"/>
                    </a:moveTo>
                    <a:lnTo>
                      <a:pt x="0" y="171"/>
                    </a:lnTo>
                    <a:lnTo>
                      <a:pt x="5981" y="171"/>
                    </a:lnTo>
                    <a:lnTo>
                      <a:pt x="5981"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42" name="Google Shape;1742;p50"/>
              <p:cNvSpPr/>
              <p:nvPr/>
            </p:nvSpPr>
            <p:spPr>
              <a:xfrm>
                <a:off x="6605926" y="4560156"/>
                <a:ext cx="125137" cy="3599"/>
              </a:xfrm>
              <a:custGeom>
                <a:avLst/>
                <a:gdLst/>
                <a:ahLst/>
                <a:cxnLst/>
                <a:rect l="l" t="t" r="r" b="b"/>
                <a:pathLst>
                  <a:path w="5981" h="172" extrusionOk="0">
                    <a:moveTo>
                      <a:pt x="0" y="0"/>
                    </a:moveTo>
                    <a:lnTo>
                      <a:pt x="0" y="171"/>
                    </a:lnTo>
                    <a:lnTo>
                      <a:pt x="5981" y="171"/>
                    </a:lnTo>
                    <a:lnTo>
                      <a:pt x="5981"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43" name="Google Shape;1743;p50"/>
              <p:cNvSpPr/>
              <p:nvPr/>
            </p:nvSpPr>
            <p:spPr>
              <a:xfrm>
                <a:off x="6480789" y="4560156"/>
                <a:ext cx="125158" cy="3599"/>
              </a:xfrm>
              <a:custGeom>
                <a:avLst/>
                <a:gdLst/>
                <a:ahLst/>
                <a:cxnLst/>
                <a:rect l="l" t="t" r="r" b="b"/>
                <a:pathLst>
                  <a:path w="5982" h="172" extrusionOk="0">
                    <a:moveTo>
                      <a:pt x="0" y="0"/>
                    </a:moveTo>
                    <a:lnTo>
                      <a:pt x="0" y="171"/>
                    </a:lnTo>
                    <a:lnTo>
                      <a:pt x="5981" y="171"/>
                    </a:lnTo>
                    <a:lnTo>
                      <a:pt x="5981"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44" name="Google Shape;1744;p50"/>
              <p:cNvSpPr/>
              <p:nvPr/>
            </p:nvSpPr>
            <p:spPr>
              <a:xfrm>
                <a:off x="6417855" y="3470411"/>
                <a:ext cx="125158" cy="3599"/>
              </a:xfrm>
              <a:custGeom>
                <a:avLst/>
                <a:gdLst/>
                <a:ahLst/>
                <a:cxnLst/>
                <a:rect l="l" t="t" r="r" b="b"/>
                <a:pathLst>
                  <a:path w="5982" h="172" extrusionOk="0">
                    <a:moveTo>
                      <a:pt x="1" y="0"/>
                    </a:moveTo>
                    <a:lnTo>
                      <a:pt x="1" y="171"/>
                    </a:lnTo>
                    <a:lnTo>
                      <a:pt x="5982" y="171"/>
                    </a:lnTo>
                    <a:lnTo>
                      <a:pt x="5982"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45" name="Google Shape;1745;p50"/>
              <p:cNvSpPr/>
              <p:nvPr/>
            </p:nvSpPr>
            <p:spPr>
              <a:xfrm>
                <a:off x="6480789" y="3430365"/>
                <a:ext cx="125158" cy="3599"/>
              </a:xfrm>
              <a:custGeom>
                <a:avLst/>
                <a:gdLst/>
                <a:ahLst/>
                <a:cxnLst/>
                <a:rect l="l" t="t" r="r" b="b"/>
                <a:pathLst>
                  <a:path w="5982" h="172" extrusionOk="0">
                    <a:moveTo>
                      <a:pt x="0" y="0"/>
                    </a:moveTo>
                    <a:lnTo>
                      <a:pt x="0" y="171"/>
                    </a:lnTo>
                    <a:lnTo>
                      <a:pt x="5981" y="171"/>
                    </a:lnTo>
                    <a:lnTo>
                      <a:pt x="5981"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46" name="Google Shape;1746;p50"/>
              <p:cNvSpPr/>
              <p:nvPr/>
            </p:nvSpPr>
            <p:spPr>
              <a:xfrm>
                <a:off x="6480789" y="4560156"/>
                <a:ext cx="125158" cy="3599"/>
              </a:xfrm>
              <a:custGeom>
                <a:avLst/>
                <a:gdLst/>
                <a:ahLst/>
                <a:cxnLst/>
                <a:rect l="l" t="t" r="r" b="b"/>
                <a:pathLst>
                  <a:path w="5982" h="172" extrusionOk="0">
                    <a:moveTo>
                      <a:pt x="0" y="0"/>
                    </a:moveTo>
                    <a:lnTo>
                      <a:pt x="0" y="171"/>
                    </a:lnTo>
                    <a:lnTo>
                      <a:pt x="5981" y="171"/>
                    </a:lnTo>
                    <a:lnTo>
                      <a:pt x="5981"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47" name="Google Shape;1747;p50"/>
              <p:cNvSpPr/>
              <p:nvPr/>
            </p:nvSpPr>
            <p:spPr>
              <a:xfrm>
                <a:off x="6355652" y="4560156"/>
                <a:ext cx="125158" cy="3599"/>
              </a:xfrm>
              <a:custGeom>
                <a:avLst/>
                <a:gdLst/>
                <a:ahLst/>
                <a:cxnLst/>
                <a:rect l="l" t="t" r="r" b="b"/>
                <a:pathLst>
                  <a:path w="5982" h="172" extrusionOk="0">
                    <a:moveTo>
                      <a:pt x="0" y="0"/>
                    </a:moveTo>
                    <a:lnTo>
                      <a:pt x="0" y="171"/>
                    </a:lnTo>
                    <a:lnTo>
                      <a:pt x="5981" y="171"/>
                    </a:lnTo>
                    <a:lnTo>
                      <a:pt x="5981"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48" name="Google Shape;1748;p50"/>
              <p:cNvSpPr/>
              <p:nvPr/>
            </p:nvSpPr>
            <p:spPr>
              <a:xfrm>
                <a:off x="6293429" y="3550502"/>
                <a:ext cx="125158" cy="3578"/>
              </a:xfrm>
              <a:custGeom>
                <a:avLst/>
                <a:gdLst/>
                <a:ahLst/>
                <a:cxnLst/>
                <a:rect l="l" t="t" r="r" b="b"/>
                <a:pathLst>
                  <a:path w="5982" h="171" extrusionOk="0">
                    <a:moveTo>
                      <a:pt x="1" y="0"/>
                    </a:moveTo>
                    <a:lnTo>
                      <a:pt x="1" y="171"/>
                    </a:lnTo>
                    <a:lnTo>
                      <a:pt x="5982" y="171"/>
                    </a:lnTo>
                    <a:lnTo>
                      <a:pt x="5982"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49" name="Google Shape;1749;p50"/>
              <p:cNvSpPr/>
              <p:nvPr/>
            </p:nvSpPr>
            <p:spPr>
              <a:xfrm>
                <a:off x="6355652" y="3510456"/>
                <a:ext cx="125158" cy="3599"/>
              </a:xfrm>
              <a:custGeom>
                <a:avLst/>
                <a:gdLst/>
                <a:ahLst/>
                <a:cxnLst/>
                <a:rect l="l" t="t" r="r" b="b"/>
                <a:pathLst>
                  <a:path w="5982" h="172" extrusionOk="0">
                    <a:moveTo>
                      <a:pt x="0" y="0"/>
                    </a:moveTo>
                    <a:lnTo>
                      <a:pt x="0" y="171"/>
                    </a:lnTo>
                    <a:lnTo>
                      <a:pt x="5981" y="171"/>
                    </a:lnTo>
                    <a:lnTo>
                      <a:pt x="5981"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50" name="Google Shape;1750;p50"/>
              <p:cNvSpPr/>
              <p:nvPr/>
            </p:nvSpPr>
            <p:spPr>
              <a:xfrm>
                <a:off x="6355652" y="4560156"/>
                <a:ext cx="125158" cy="3599"/>
              </a:xfrm>
              <a:custGeom>
                <a:avLst/>
                <a:gdLst/>
                <a:ahLst/>
                <a:cxnLst/>
                <a:rect l="l" t="t" r="r" b="b"/>
                <a:pathLst>
                  <a:path w="5982" h="172" extrusionOk="0">
                    <a:moveTo>
                      <a:pt x="0" y="0"/>
                    </a:moveTo>
                    <a:lnTo>
                      <a:pt x="0" y="171"/>
                    </a:lnTo>
                    <a:lnTo>
                      <a:pt x="5981" y="171"/>
                    </a:lnTo>
                    <a:lnTo>
                      <a:pt x="5981"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51" name="Google Shape;1751;p50"/>
              <p:cNvSpPr/>
              <p:nvPr/>
            </p:nvSpPr>
            <p:spPr>
              <a:xfrm>
                <a:off x="6231227" y="4560156"/>
                <a:ext cx="125158" cy="3599"/>
              </a:xfrm>
              <a:custGeom>
                <a:avLst/>
                <a:gdLst/>
                <a:ahLst/>
                <a:cxnLst/>
                <a:rect l="l" t="t" r="r" b="b"/>
                <a:pathLst>
                  <a:path w="5982" h="172" extrusionOk="0">
                    <a:moveTo>
                      <a:pt x="1" y="0"/>
                    </a:moveTo>
                    <a:lnTo>
                      <a:pt x="1" y="171"/>
                    </a:lnTo>
                    <a:lnTo>
                      <a:pt x="5981" y="171"/>
                    </a:lnTo>
                    <a:lnTo>
                      <a:pt x="5981"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52" name="Google Shape;1752;p50"/>
              <p:cNvSpPr/>
              <p:nvPr/>
            </p:nvSpPr>
            <p:spPr>
              <a:xfrm>
                <a:off x="6168313" y="4357794"/>
                <a:ext cx="125137" cy="3599"/>
              </a:xfrm>
              <a:custGeom>
                <a:avLst/>
                <a:gdLst/>
                <a:ahLst/>
                <a:cxnLst/>
                <a:rect l="l" t="t" r="r" b="b"/>
                <a:pathLst>
                  <a:path w="5981" h="172" extrusionOk="0">
                    <a:moveTo>
                      <a:pt x="0" y="0"/>
                    </a:moveTo>
                    <a:lnTo>
                      <a:pt x="0" y="171"/>
                    </a:lnTo>
                    <a:lnTo>
                      <a:pt x="5981" y="171"/>
                    </a:lnTo>
                    <a:lnTo>
                      <a:pt x="5981"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53" name="Google Shape;1753;p50"/>
              <p:cNvSpPr/>
              <p:nvPr/>
            </p:nvSpPr>
            <p:spPr>
              <a:xfrm>
                <a:off x="6231227" y="4560156"/>
                <a:ext cx="125158" cy="3599"/>
              </a:xfrm>
              <a:custGeom>
                <a:avLst/>
                <a:gdLst/>
                <a:ahLst/>
                <a:cxnLst/>
                <a:rect l="l" t="t" r="r" b="b"/>
                <a:pathLst>
                  <a:path w="5982" h="172" extrusionOk="0">
                    <a:moveTo>
                      <a:pt x="1" y="0"/>
                    </a:moveTo>
                    <a:lnTo>
                      <a:pt x="1" y="171"/>
                    </a:lnTo>
                    <a:lnTo>
                      <a:pt x="5981" y="171"/>
                    </a:lnTo>
                    <a:lnTo>
                      <a:pt x="5981"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54" name="Google Shape;1754;p50"/>
              <p:cNvSpPr/>
              <p:nvPr/>
            </p:nvSpPr>
            <p:spPr>
              <a:xfrm>
                <a:off x="6106090" y="4560156"/>
                <a:ext cx="125158" cy="3599"/>
              </a:xfrm>
              <a:custGeom>
                <a:avLst/>
                <a:gdLst/>
                <a:ahLst/>
                <a:cxnLst/>
                <a:rect l="l" t="t" r="r" b="b"/>
                <a:pathLst>
                  <a:path w="5982" h="172" extrusionOk="0">
                    <a:moveTo>
                      <a:pt x="1" y="0"/>
                    </a:moveTo>
                    <a:lnTo>
                      <a:pt x="1" y="171"/>
                    </a:lnTo>
                    <a:lnTo>
                      <a:pt x="5982" y="171"/>
                    </a:lnTo>
                    <a:lnTo>
                      <a:pt x="5982"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55" name="Google Shape;1755;p50"/>
              <p:cNvSpPr/>
              <p:nvPr/>
            </p:nvSpPr>
            <p:spPr>
              <a:xfrm>
                <a:off x="6043176" y="3631304"/>
                <a:ext cx="125158" cy="3578"/>
              </a:xfrm>
              <a:custGeom>
                <a:avLst/>
                <a:gdLst/>
                <a:ahLst/>
                <a:cxnLst/>
                <a:rect l="l" t="t" r="r" b="b"/>
                <a:pathLst>
                  <a:path w="5982" h="171" extrusionOk="0">
                    <a:moveTo>
                      <a:pt x="0" y="0"/>
                    </a:moveTo>
                    <a:lnTo>
                      <a:pt x="0" y="171"/>
                    </a:lnTo>
                    <a:lnTo>
                      <a:pt x="5981" y="171"/>
                    </a:lnTo>
                    <a:lnTo>
                      <a:pt x="5981"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56" name="Google Shape;1756;p50"/>
              <p:cNvSpPr/>
              <p:nvPr/>
            </p:nvSpPr>
            <p:spPr>
              <a:xfrm>
                <a:off x="6106090" y="4560156"/>
                <a:ext cx="125158" cy="3599"/>
              </a:xfrm>
              <a:custGeom>
                <a:avLst/>
                <a:gdLst/>
                <a:ahLst/>
                <a:cxnLst/>
                <a:rect l="l" t="t" r="r" b="b"/>
                <a:pathLst>
                  <a:path w="5982" h="172" extrusionOk="0">
                    <a:moveTo>
                      <a:pt x="1" y="0"/>
                    </a:moveTo>
                    <a:lnTo>
                      <a:pt x="1" y="171"/>
                    </a:lnTo>
                    <a:lnTo>
                      <a:pt x="5982" y="171"/>
                    </a:lnTo>
                    <a:lnTo>
                      <a:pt x="5982" y="0"/>
                    </a:lnTo>
                    <a:close/>
                  </a:path>
                </a:pathLst>
              </a:custGeom>
              <a:solidFill>
                <a:srgbClr val="4C221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57" name="Google Shape;1757;p50"/>
              <p:cNvSpPr/>
              <p:nvPr/>
            </p:nvSpPr>
            <p:spPr>
              <a:xfrm>
                <a:off x="6040310" y="4525822"/>
                <a:ext cx="1028989" cy="45799"/>
              </a:xfrm>
              <a:custGeom>
                <a:avLst/>
                <a:gdLst/>
                <a:ahLst/>
                <a:cxnLst/>
                <a:rect l="l" t="t" r="r" b="b"/>
                <a:pathLst>
                  <a:path w="49181" h="2189" extrusionOk="0">
                    <a:moveTo>
                      <a:pt x="0" y="1"/>
                    </a:moveTo>
                    <a:lnTo>
                      <a:pt x="0" y="2188"/>
                    </a:lnTo>
                    <a:lnTo>
                      <a:pt x="49180" y="2188"/>
                    </a:lnTo>
                    <a:lnTo>
                      <a:pt x="49180"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58" name="Google Shape;1758;p50"/>
              <p:cNvSpPr/>
              <p:nvPr/>
            </p:nvSpPr>
            <p:spPr>
              <a:xfrm>
                <a:off x="6735475" y="3730482"/>
                <a:ext cx="107270" cy="127292"/>
              </a:xfrm>
              <a:custGeom>
                <a:avLst/>
                <a:gdLst/>
                <a:ahLst/>
                <a:cxnLst/>
                <a:rect l="l" t="t" r="r" b="b"/>
                <a:pathLst>
                  <a:path w="5127" h="6084" extrusionOk="0">
                    <a:moveTo>
                      <a:pt x="1" y="0"/>
                    </a:moveTo>
                    <a:lnTo>
                      <a:pt x="1" y="6084"/>
                    </a:lnTo>
                    <a:lnTo>
                      <a:pt x="5127" y="6084"/>
                    </a:lnTo>
                    <a:lnTo>
                      <a:pt x="5127"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59" name="Google Shape;1759;p50"/>
              <p:cNvSpPr/>
              <p:nvPr/>
            </p:nvSpPr>
            <p:spPr>
              <a:xfrm>
                <a:off x="6727608" y="3721904"/>
                <a:ext cx="123736" cy="143026"/>
              </a:xfrm>
              <a:custGeom>
                <a:avLst/>
                <a:gdLst/>
                <a:ahLst/>
                <a:cxnLst/>
                <a:rect l="l" t="t" r="r" b="b"/>
                <a:pathLst>
                  <a:path w="5914" h="6836" extrusionOk="0">
                    <a:moveTo>
                      <a:pt x="1880" y="410"/>
                    </a:moveTo>
                    <a:lnTo>
                      <a:pt x="1880" y="1948"/>
                    </a:lnTo>
                    <a:lnTo>
                      <a:pt x="377" y="1948"/>
                    </a:lnTo>
                    <a:lnTo>
                      <a:pt x="377" y="410"/>
                    </a:lnTo>
                    <a:close/>
                    <a:moveTo>
                      <a:pt x="3726" y="410"/>
                    </a:moveTo>
                    <a:lnTo>
                      <a:pt x="3726" y="1948"/>
                    </a:lnTo>
                    <a:lnTo>
                      <a:pt x="2256" y="1948"/>
                    </a:lnTo>
                    <a:lnTo>
                      <a:pt x="2256" y="410"/>
                    </a:lnTo>
                    <a:close/>
                    <a:moveTo>
                      <a:pt x="5503" y="410"/>
                    </a:moveTo>
                    <a:lnTo>
                      <a:pt x="5503" y="1948"/>
                    </a:lnTo>
                    <a:lnTo>
                      <a:pt x="4136" y="1948"/>
                    </a:lnTo>
                    <a:lnTo>
                      <a:pt x="4136" y="410"/>
                    </a:lnTo>
                    <a:close/>
                    <a:moveTo>
                      <a:pt x="5503" y="2359"/>
                    </a:moveTo>
                    <a:lnTo>
                      <a:pt x="5503" y="4477"/>
                    </a:lnTo>
                    <a:lnTo>
                      <a:pt x="4136" y="4477"/>
                    </a:lnTo>
                    <a:lnTo>
                      <a:pt x="4136" y="2359"/>
                    </a:lnTo>
                    <a:close/>
                    <a:moveTo>
                      <a:pt x="1880" y="2393"/>
                    </a:moveTo>
                    <a:lnTo>
                      <a:pt x="1880" y="4512"/>
                    </a:lnTo>
                    <a:lnTo>
                      <a:pt x="377" y="4512"/>
                    </a:lnTo>
                    <a:lnTo>
                      <a:pt x="377" y="2393"/>
                    </a:lnTo>
                    <a:close/>
                    <a:moveTo>
                      <a:pt x="3726" y="2393"/>
                    </a:moveTo>
                    <a:lnTo>
                      <a:pt x="3726" y="4512"/>
                    </a:lnTo>
                    <a:lnTo>
                      <a:pt x="2256" y="4512"/>
                    </a:lnTo>
                    <a:lnTo>
                      <a:pt x="2256" y="2393"/>
                    </a:lnTo>
                    <a:close/>
                    <a:moveTo>
                      <a:pt x="1880" y="4922"/>
                    </a:moveTo>
                    <a:lnTo>
                      <a:pt x="1880" y="6426"/>
                    </a:lnTo>
                    <a:lnTo>
                      <a:pt x="377" y="6426"/>
                    </a:lnTo>
                    <a:lnTo>
                      <a:pt x="377" y="4922"/>
                    </a:lnTo>
                    <a:close/>
                    <a:moveTo>
                      <a:pt x="3726" y="4922"/>
                    </a:moveTo>
                    <a:lnTo>
                      <a:pt x="3726" y="6426"/>
                    </a:lnTo>
                    <a:lnTo>
                      <a:pt x="2256" y="6426"/>
                    </a:lnTo>
                    <a:lnTo>
                      <a:pt x="2256" y="4922"/>
                    </a:lnTo>
                    <a:close/>
                    <a:moveTo>
                      <a:pt x="5503" y="4922"/>
                    </a:moveTo>
                    <a:lnTo>
                      <a:pt x="5503" y="6426"/>
                    </a:lnTo>
                    <a:lnTo>
                      <a:pt x="4136" y="6426"/>
                    </a:lnTo>
                    <a:lnTo>
                      <a:pt x="4136" y="4922"/>
                    </a:lnTo>
                    <a:close/>
                    <a:moveTo>
                      <a:pt x="1" y="0"/>
                    </a:moveTo>
                    <a:lnTo>
                      <a:pt x="1" y="376"/>
                    </a:lnTo>
                    <a:lnTo>
                      <a:pt x="1" y="6426"/>
                    </a:lnTo>
                    <a:lnTo>
                      <a:pt x="1" y="6836"/>
                    </a:lnTo>
                    <a:lnTo>
                      <a:pt x="5913" y="6836"/>
                    </a:lnTo>
                    <a:lnTo>
                      <a:pt x="5913" y="6426"/>
                    </a:lnTo>
                    <a:lnTo>
                      <a:pt x="5913" y="376"/>
                    </a:lnTo>
                    <a:lnTo>
                      <a:pt x="5913"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60" name="Google Shape;1760;p50"/>
              <p:cNvSpPr/>
              <p:nvPr/>
            </p:nvSpPr>
            <p:spPr>
              <a:xfrm>
                <a:off x="6499368" y="3730482"/>
                <a:ext cx="107291" cy="127292"/>
              </a:xfrm>
              <a:custGeom>
                <a:avLst/>
                <a:gdLst/>
                <a:ahLst/>
                <a:cxnLst/>
                <a:rect l="l" t="t" r="r" b="b"/>
                <a:pathLst>
                  <a:path w="5128" h="6084" extrusionOk="0">
                    <a:moveTo>
                      <a:pt x="1" y="0"/>
                    </a:moveTo>
                    <a:lnTo>
                      <a:pt x="1" y="6084"/>
                    </a:lnTo>
                    <a:lnTo>
                      <a:pt x="5127" y="6084"/>
                    </a:lnTo>
                    <a:lnTo>
                      <a:pt x="5127"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61" name="Google Shape;1761;p50"/>
              <p:cNvSpPr/>
              <p:nvPr/>
            </p:nvSpPr>
            <p:spPr>
              <a:xfrm>
                <a:off x="6491502" y="3721904"/>
                <a:ext cx="123024" cy="143026"/>
              </a:xfrm>
              <a:custGeom>
                <a:avLst/>
                <a:gdLst/>
                <a:ahLst/>
                <a:cxnLst/>
                <a:rect l="l" t="t" r="r" b="b"/>
                <a:pathLst>
                  <a:path w="5880" h="6836" extrusionOk="0">
                    <a:moveTo>
                      <a:pt x="1881" y="410"/>
                    </a:moveTo>
                    <a:lnTo>
                      <a:pt x="1881" y="1948"/>
                    </a:lnTo>
                    <a:lnTo>
                      <a:pt x="377" y="1948"/>
                    </a:lnTo>
                    <a:lnTo>
                      <a:pt x="377" y="410"/>
                    </a:lnTo>
                    <a:close/>
                    <a:moveTo>
                      <a:pt x="3726" y="410"/>
                    </a:moveTo>
                    <a:lnTo>
                      <a:pt x="3726" y="1948"/>
                    </a:lnTo>
                    <a:lnTo>
                      <a:pt x="2257" y="1948"/>
                    </a:lnTo>
                    <a:lnTo>
                      <a:pt x="2257" y="410"/>
                    </a:lnTo>
                    <a:close/>
                    <a:moveTo>
                      <a:pt x="5503" y="410"/>
                    </a:moveTo>
                    <a:lnTo>
                      <a:pt x="5503" y="1948"/>
                    </a:lnTo>
                    <a:lnTo>
                      <a:pt x="4136" y="1948"/>
                    </a:lnTo>
                    <a:lnTo>
                      <a:pt x="4136" y="410"/>
                    </a:lnTo>
                    <a:close/>
                    <a:moveTo>
                      <a:pt x="5503" y="2359"/>
                    </a:moveTo>
                    <a:lnTo>
                      <a:pt x="5503" y="4477"/>
                    </a:lnTo>
                    <a:lnTo>
                      <a:pt x="4136" y="4477"/>
                    </a:lnTo>
                    <a:lnTo>
                      <a:pt x="4136" y="2359"/>
                    </a:lnTo>
                    <a:close/>
                    <a:moveTo>
                      <a:pt x="1881" y="2393"/>
                    </a:moveTo>
                    <a:lnTo>
                      <a:pt x="1881" y="4512"/>
                    </a:lnTo>
                    <a:lnTo>
                      <a:pt x="377" y="4512"/>
                    </a:lnTo>
                    <a:lnTo>
                      <a:pt x="377" y="2393"/>
                    </a:lnTo>
                    <a:close/>
                    <a:moveTo>
                      <a:pt x="3726" y="2393"/>
                    </a:moveTo>
                    <a:lnTo>
                      <a:pt x="3726" y="4512"/>
                    </a:lnTo>
                    <a:lnTo>
                      <a:pt x="2257" y="4512"/>
                    </a:lnTo>
                    <a:lnTo>
                      <a:pt x="2257" y="2393"/>
                    </a:lnTo>
                    <a:close/>
                    <a:moveTo>
                      <a:pt x="1881" y="4922"/>
                    </a:moveTo>
                    <a:lnTo>
                      <a:pt x="1881" y="6426"/>
                    </a:lnTo>
                    <a:lnTo>
                      <a:pt x="377" y="6426"/>
                    </a:lnTo>
                    <a:lnTo>
                      <a:pt x="377" y="4922"/>
                    </a:lnTo>
                    <a:close/>
                    <a:moveTo>
                      <a:pt x="3726" y="4922"/>
                    </a:moveTo>
                    <a:lnTo>
                      <a:pt x="3726" y="6426"/>
                    </a:lnTo>
                    <a:lnTo>
                      <a:pt x="2257" y="6426"/>
                    </a:lnTo>
                    <a:lnTo>
                      <a:pt x="2257" y="4922"/>
                    </a:lnTo>
                    <a:close/>
                    <a:moveTo>
                      <a:pt x="5503" y="4922"/>
                    </a:moveTo>
                    <a:lnTo>
                      <a:pt x="5503" y="6426"/>
                    </a:lnTo>
                    <a:lnTo>
                      <a:pt x="4136" y="6426"/>
                    </a:lnTo>
                    <a:lnTo>
                      <a:pt x="4136" y="4922"/>
                    </a:lnTo>
                    <a:close/>
                    <a:moveTo>
                      <a:pt x="1" y="0"/>
                    </a:moveTo>
                    <a:lnTo>
                      <a:pt x="1" y="376"/>
                    </a:lnTo>
                    <a:lnTo>
                      <a:pt x="1" y="6426"/>
                    </a:lnTo>
                    <a:lnTo>
                      <a:pt x="1" y="6836"/>
                    </a:lnTo>
                    <a:lnTo>
                      <a:pt x="5879" y="6836"/>
                    </a:lnTo>
                    <a:lnTo>
                      <a:pt x="5879" y="6426"/>
                    </a:lnTo>
                    <a:lnTo>
                      <a:pt x="5879" y="376"/>
                    </a:lnTo>
                    <a:lnTo>
                      <a:pt x="5879"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62" name="Google Shape;1762;p50"/>
              <p:cNvSpPr/>
              <p:nvPr/>
            </p:nvSpPr>
            <p:spPr>
              <a:xfrm>
                <a:off x="6495079" y="3531190"/>
                <a:ext cx="115157" cy="133025"/>
              </a:xfrm>
              <a:custGeom>
                <a:avLst/>
                <a:gdLst/>
                <a:ahLst/>
                <a:cxnLst/>
                <a:rect l="l" t="t" r="r" b="b"/>
                <a:pathLst>
                  <a:path w="5504" h="6358" extrusionOk="0">
                    <a:moveTo>
                      <a:pt x="5127" y="376"/>
                    </a:moveTo>
                    <a:lnTo>
                      <a:pt x="5127" y="5981"/>
                    </a:lnTo>
                    <a:lnTo>
                      <a:pt x="377" y="5981"/>
                    </a:lnTo>
                    <a:lnTo>
                      <a:pt x="377" y="376"/>
                    </a:lnTo>
                    <a:close/>
                    <a:moveTo>
                      <a:pt x="1" y="0"/>
                    </a:moveTo>
                    <a:lnTo>
                      <a:pt x="1" y="376"/>
                    </a:lnTo>
                    <a:lnTo>
                      <a:pt x="1" y="5981"/>
                    </a:lnTo>
                    <a:lnTo>
                      <a:pt x="1" y="6357"/>
                    </a:lnTo>
                    <a:lnTo>
                      <a:pt x="5503" y="6357"/>
                    </a:lnTo>
                    <a:lnTo>
                      <a:pt x="5503" y="5981"/>
                    </a:lnTo>
                    <a:lnTo>
                      <a:pt x="5503" y="376"/>
                    </a:lnTo>
                    <a:lnTo>
                      <a:pt x="5503"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63" name="Google Shape;1763;p50"/>
              <p:cNvSpPr/>
              <p:nvPr/>
            </p:nvSpPr>
            <p:spPr>
              <a:xfrm>
                <a:off x="6502946" y="3539057"/>
                <a:ext cx="99424" cy="117292"/>
              </a:xfrm>
              <a:custGeom>
                <a:avLst/>
                <a:gdLst/>
                <a:ahLst/>
                <a:cxnLst/>
                <a:rect l="l" t="t" r="r" b="b"/>
                <a:pathLst>
                  <a:path w="4752" h="5606" extrusionOk="0">
                    <a:moveTo>
                      <a:pt x="1" y="0"/>
                    </a:moveTo>
                    <a:lnTo>
                      <a:pt x="1" y="5605"/>
                    </a:lnTo>
                    <a:lnTo>
                      <a:pt x="4751" y="5605"/>
                    </a:lnTo>
                    <a:lnTo>
                      <a:pt x="4751"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64" name="Google Shape;1764;p50"/>
              <p:cNvSpPr/>
              <p:nvPr/>
            </p:nvSpPr>
            <p:spPr>
              <a:xfrm>
                <a:off x="6502235" y="3568370"/>
                <a:ext cx="103713" cy="8599"/>
              </a:xfrm>
              <a:custGeom>
                <a:avLst/>
                <a:gdLst/>
                <a:ahLst/>
                <a:cxnLst/>
                <a:rect l="l" t="t" r="r" b="b"/>
                <a:pathLst>
                  <a:path w="4957" h="411" extrusionOk="0">
                    <a:moveTo>
                      <a:pt x="1" y="0"/>
                    </a:moveTo>
                    <a:lnTo>
                      <a:pt x="1" y="411"/>
                    </a:lnTo>
                    <a:lnTo>
                      <a:pt x="4956" y="411"/>
                    </a:lnTo>
                    <a:lnTo>
                      <a:pt x="4956"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65" name="Google Shape;1765;p50"/>
              <p:cNvSpPr/>
              <p:nvPr/>
            </p:nvSpPr>
            <p:spPr>
              <a:xfrm>
                <a:off x="6499368" y="3619148"/>
                <a:ext cx="107291" cy="7867"/>
              </a:xfrm>
              <a:custGeom>
                <a:avLst/>
                <a:gdLst/>
                <a:ahLst/>
                <a:cxnLst/>
                <a:rect l="l" t="t" r="r" b="b"/>
                <a:pathLst>
                  <a:path w="5128" h="376" extrusionOk="0">
                    <a:moveTo>
                      <a:pt x="1" y="0"/>
                    </a:moveTo>
                    <a:lnTo>
                      <a:pt x="1" y="376"/>
                    </a:lnTo>
                    <a:lnTo>
                      <a:pt x="5127" y="376"/>
                    </a:lnTo>
                    <a:lnTo>
                      <a:pt x="512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66" name="Google Shape;1766;p50"/>
              <p:cNvSpPr/>
              <p:nvPr/>
            </p:nvSpPr>
            <p:spPr>
              <a:xfrm>
                <a:off x="6531547" y="3538346"/>
                <a:ext cx="7888" cy="120848"/>
              </a:xfrm>
              <a:custGeom>
                <a:avLst/>
                <a:gdLst/>
                <a:ahLst/>
                <a:cxnLst/>
                <a:rect l="l" t="t" r="r" b="b"/>
                <a:pathLst>
                  <a:path w="377" h="5776" extrusionOk="0">
                    <a:moveTo>
                      <a:pt x="1" y="0"/>
                    </a:moveTo>
                    <a:lnTo>
                      <a:pt x="1" y="5776"/>
                    </a:lnTo>
                    <a:lnTo>
                      <a:pt x="377" y="5776"/>
                    </a:lnTo>
                    <a:lnTo>
                      <a:pt x="37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67" name="Google Shape;1767;p50"/>
              <p:cNvSpPr/>
              <p:nvPr/>
            </p:nvSpPr>
            <p:spPr>
              <a:xfrm>
                <a:off x="6568015" y="3538346"/>
                <a:ext cx="8599" cy="120848"/>
              </a:xfrm>
              <a:custGeom>
                <a:avLst/>
                <a:gdLst/>
                <a:ahLst/>
                <a:cxnLst/>
                <a:rect l="l" t="t" r="r" b="b"/>
                <a:pathLst>
                  <a:path w="411" h="5776" extrusionOk="0">
                    <a:moveTo>
                      <a:pt x="1" y="0"/>
                    </a:moveTo>
                    <a:lnTo>
                      <a:pt x="1" y="5776"/>
                    </a:lnTo>
                    <a:lnTo>
                      <a:pt x="411" y="5776"/>
                    </a:lnTo>
                    <a:lnTo>
                      <a:pt x="411"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68" name="Google Shape;1768;p50"/>
              <p:cNvSpPr/>
              <p:nvPr/>
            </p:nvSpPr>
            <p:spPr>
              <a:xfrm>
                <a:off x="6267149" y="3730482"/>
                <a:ext cx="107270" cy="127292"/>
              </a:xfrm>
              <a:custGeom>
                <a:avLst/>
                <a:gdLst/>
                <a:ahLst/>
                <a:cxnLst/>
                <a:rect l="l" t="t" r="r" b="b"/>
                <a:pathLst>
                  <a:path w="5127" h="6084" extrusionOk="0">
                    <a:moveTo>
                      <a:pt x="0" y="0"/>
                    </a:moveTo>
                    <a:lnTo>
                      <a:pt x="0" y="6084"/>
                    </a:lnTo>
                    <a:lnTo>
                      <a:pt x="5127" y="6084"/>
                    </a:lnTo>
                    <a:lnTo>
                      <a:pt x="5127"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69" name="Google Shape;1769;p50"/>
              <p:cNvSpPr/>
              <p:nvPr/>
            </p:nvSpPr>
            <p:spPr>
              <a:xfrm>
                <a:off x="6259282" y="3721904"/>
                <a:ext cx="123003" cy="143026"/>
              </a:xfrm>
              <a:custGeom>
                <a:avLst/>
                <a:gdLst/>
                <a:ahLst/>
                <a:cxnLst/>
                <a:rect l="l" t="t" r="r" b="b"/>
                <a:pathLst>
                  <a:path w="5879" h="6836" extrusionOk="0">
                    <a:moveTo>
                      <a:pt x="1880" y="410"/>
                    </a:moveTo>
                    <a:lnTo>
                      <a:pt x="1880" y="1948"/>
                    </a:lnTo>
                    <a:lnTo>
                      <a:pt x="376" y="1948"/>
                    </a:lnTo>
                    <a:lnTo>
                      <a:pt x="376" y="410"/>
                    </a:lnTo>
                    <a:close/>
                    <a:moveTo>
                      <a:pt x="3691" y="410"/>
                    </a:moveTo>
                    <a:lnTo>
                      <a:pt x="3691" y="1948"/>
                    </a:lnTo>
                    <a:lnTo>
                      <a:pt x="2256" y="1948"/>
                    </a:lnTo>
                    <a:lnTo>
                      <a:pt x="2256" y="410"/>
                    </a:lnTo>
                    <a:close/>
                    <a:moveTo>
                      <a:pt x="5503" y="410"/>
                    </a:moveTo>
                    <a:lnTo>
                      <a:pt x="5503" y="1948"/>
                    </a:lnTo>
                    <a:lnTo>
                      <a:pt x="4135" y="1948"/>
                    </a:lnTo>
                    <a:lnTo>
                      <a:pt x="4135" y="410"/>
                    </a:lnTo>
                    <a:close/>
                    <a:moveTo>
                      <a:pt x="5503" y="2359"/>
                    </a:moveTo>
                    <a:lnTo>
                      <a:pt x="5503" y="4477"/>
                    </a:lnTo>
                    <a:lnTo>
                      <a:pt x="4135" y="4477"/>
                    </a:lnTo>
                    <a:lnTo>
                      <a:pt x="4135" y="2359"/>
                    </a:lnTo>
                    <a:close/>
                    <a:moveTo>
                      <a:pt x="1880" y="2393"/>
                    </a:moveTo>
                    <a:lnTo>
                      <a:pt x="1880" y="4512"/>
                    </a:lnTo>
                    <a:lnTo>
                      <a:pt x="376" y="4512"/>
                    </a:lnTo>
                    <a:lnTo>
                      <a:pt x="376" y="2393"/>
                    </a:lnTo>
                    <a:close/>
                    <a:moveTo>
                      <a:pt x="3691" y="2393"/>
                    </a:moveTo>
                    <a:lnTo>
                      <a:pt x="3691" y="4512"/>
                    </a:lnTo>
                    <a:lnTo>
                      <a:pt x="2256" y="4512"/>
                    </a:lnTo>
                    <a:lnTo>
                      <a:pt x="2256" y="2393"/>
                    </a:lnTo>
                    <a:close/>
                    <a:moveTo>
                      <a:pt x="1880" y="4922"/>
                    </a:moveTo>
                    <a:lnTo>
                      <a:pt x="1880" y="6426"/>
                    </a:lnTo>
                    <a:lnTo>
                      <a:pt x="376" y="6426"/>
                    </a:lnTo>
                    <a:lnTo>
                      <a:pt x="376" y="4922"/>
                    </a:lnTo>
                    <a:close/>
                    <a:moveTo>
                      <a:pt x="3691" y="4922"/>
                    </a:moveTo>
                    <a:lnTo>
                      <a:pt x="3691" y="6426"/>
                    </a:lnTo>
                    <a:lnTo>
                      <a:pt x="2256" y="6426"/>
                    </a:lnTo>
                    <a:lnTo>
                      <a:pt x="2256" y="4922"/>
                    </a:lnTo>
                    <a:close/>
                    <a:moveTo>
                      <a:pt x="5503" y="4922"/>
                    </a:moveTo>
                    <a:lnTo>
                      <a:pt x="5503" y="6426"/>
                    </a:lnTo>
                    <a:lnTo>
                      <a:pt x="4135" y="6426"/>
                    </a:lnTo>
                    <a:lnTo>
                      <a:pt x="4135" y="4922"/>
                    </a:lnTo>
                    <a:close/>
                    <a:moveTo>
                      <a:pt x="0" y="0"/>
                    </a:moveTo>
                    <a:lnTo>
                      <a:pt x="0" y="376"/>
                    </a:lnTo>
                    <a:lnTo>
                      <a:pt x="0" y="6426"/>
                    </a:lnTo>
                    <a:lnTo>
                      <a:pt x="0" y="6836"/>
                    </a:lnTo>
                    <a:lnTo>
                      <a:pt x="5878" y="6836"/>
                    </a:lnTo>
                    <a:lnTo>
                      <a:pt x="5878" y="6426"/>
                    </a:lnTo>
                    <a:lnTo>
                      <a:pt x="5878" y="376"/>
                    </a:lnTo>
                    <a:lnTo>
                      <a:pt x="5878"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70" name="Google Shape;1770;p50"/>
              <p:cNvSpPr/>
              <p:nvPr/>
            </p:nvSpPr>
            <p:spPr>
              <a:xfrm>
                <a:off x="6735475" y="3955876"/>
                <a:ext cx="107270" cy="126581"/>
              </a:xfrm>
              <a:custGeom>
                <a:avLst/>
                <a:gdLst/>
                <a:ahLst/>
                <a:cxnLst/>
                <a:rect l="l" t="t" r="r" b="b"/>
                <a:pathLst>
                  <a:path w="5127" h="6050" extrusionOk="0">
                    <a:moveTo>
                      <a:pt x="1" y="1"/>
                    </a:moveTo>
                    <a:lnTo>
                      <a:pt x="1" y="6050"/>
                    </a:lnTo>
                    <a:lnTo>
                      <a:pt x="5127" y="6050"/>
                    </a:lnTo>
                    <a:lnTo>
                      <a:pt x="5127"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71" name="Google Shape;1771;p50"/>
              <p:cNvSpPr/>
              <p:nvPr/>
            </p:nvSpPr>
            <p:spPr>
              <a:xfrm>
                <a:off x="6727608" y="3948009"/>
                <a:ext cx="123736" cy="143047"/>
              </a:xfrm>
              <a:custGeom>
                <a:avLst/>
                <a:gdLst/>
                <a:ahLst/>
                <a:cxnLst/>
                <a:rect l="l" t="t" r="r" b="b"/>
                <a:pathLst>
                  <a:path w="5914" h="6837" extrusionOk="0">
                    <a:moveTo>
                      <a:pt x="1880" y="377"/>
                    </a:moveTo>
                    <a:lnTo>
                      <a:pt x="1880" y="1915"/>
                    </a:lnTo>
                    <a:lnTo>
                      <a:pt x="377" y="1915"/>
                    </a:lnTo>
                    <a:lnTo>
                      <a:pt x="377" y="377"/>
                    </a:lnTo>
                    <a:close/>
                    <a:moveTo>
                      <a:pt x="3726" y="411"/>
                    </a:moveTo>
                    <a:lnTo>
                      <a:pt x="3726" y="1949"/>
                    </a:lnTo>
                    <a:lnTo>
                      <a:pt x="2256" y="1949"/>
                    </a:lnTo>
                    <a:lnTo>
                      <a:pt x="2256" y="411"/>
                    </a:lnTo>
                    <a:close/>
                    <a:moveTo>
                      <a:pt x="5503" y="411"/>
                    </a:moveTo>
                    <a:lnTo>
                      <a:pt x="5503" y="1949"/>
                    </a:lnTo>
                    <a:lnTo>
                      <a:pt x="4136" y="1949"/>
                    </a:lnTo>
                    <a:lnTo>
                      <a:pt x="4136" y="411"/>
                    </a:lnTo>
                    <a:close/>
                    <a:moveTo>
                      <a:pt x="1880" y="2359"/>
                    </a:moveTo>
                    <a:lnTo>
                      <a:pt x="1880" y="4478"/>
                    </a:lnTo>
                    <a:lnTo>
                      <a:pt x="377" y="4478"/>
                    </a:lnTo>
                    <a:lnTo>
                      <a:pt x="377" y="2359"/>
                    </a:lnTo>
                    <a:close/>
                    <a:moveTo>
                      <a:pt x="3726" y="2359"/>
                    </a:moveTo>
                    <a:lnTo>
                      <a:pt x="3726" y="4478"/>
                    </a:lnTo>
                    <a:lnTo>
                      <a:pt x="2256" y="4478"/>
                    </a:lnTo>
                    <a:lnTo>
                      <a:pt x="2256" y="2359"/>
                    </a:lnTo>
                    <a:close/>
                    <a:moveTo>
                      <a:pt x="5503" y="2359"/>
                    </a:moveTo>
                    <a:lnTo>
                      <a:pt x="5503" y="4478"/>
                    </a:lnTo>
                    <a:lnTo>
                      <a:pt x="4136" y="4478"/>
                    </a:lnTo>
                    <a:lnTo>
                      <a:pt x="4136" y="2359"/>
                    </a:lnTo>
                    <a:close/>
                    <a:moveTo>
                      <a:pt x="1880" y="4922"/>
                    </a:moveTo>
                    <a:lnTo>
                      <a:pt x="1880" y="6460"/>
                    </a:lnTo>
                    <a:lnTo>
                      <a:pt x="377" y="6460"/>
                    </a:lnTo>
                    <a:lnTo>
                      <a:pt x="377" y="4922"/>
                    </a:lnTo>
                    <a:close/>
                    <a:moveTo>
                      <a:pt x="3726" y="4922"/>
                    </a:moveTo>
                    <a:lnTo>
                      <a:pt x="3726" y="6460"/>
                    </a:lnTo>
                    <a:lnTo>
                      <a:pt x="2256" y="6460"/>
                    </a:lnTo>
                    <a:lnTo>
                      <a:pt x="2256" y="4922"/>
                    </a:lnTo>
                    <a:close/>
                    <a:moveTo>
                      <a:pt x="5503" y="4922"/>
                    </a:moveTo>
                    <a:lnTo>
                      <a:pt x="5503" y="6460"/>
                    </a:lnTo>
                    <a:lnTo>
                      <a:pt x="4136" y="6460"/>
                    </a:lnTo>
                    <a:lnTo>
                      <a:pt x="4136" y="4922"/>
                    </a:lnTo>
                    <a:close/>
                    <a:moveTo>
                      <a:pt x="1" y="1"/>
                    </a:moveTo>
                    <a:lnTo>
                      <a:pt x="1" y="377"/>
                    </a:lnTo>
                    <a:lnTo>
                      <a:pt x="1" y="6460"/>
                    </a:lnTo>
                    <a:lnTo>
                      <a:pt x="1" y="6836"/>
                    </a:lnTo>
                    <a:lnTo>
                      <a:pt x="5913" y="6836"/>
                    </a:lnTo>
                    <a:lnTo>
                      <a:pt x="5913" y="6460"/>
                    </a:lnTo>
                    <a:lnTo>
                      <a:pt x="5913" y="377"/>
                    </a:lnTo>
                    <a:lnTo>
                      <a:pt x="591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72" name="Google Shape;1772;p50"/>
              <p:cNvSpPr/>
              <p:nvPr/>
            </p:nvSpPr>
            <p:spPr>
              <a:xfrm>
                <a:off x="6499368" y="3955876"/>
                <a:ext cx="107291" cy="126581"/>
              </a:xfrm>
              <a:custGeom>
                <a:avLst/>
                <a:gdLst/>
                <a:ahLst/>
                <a:cxnLst/>
                <a:rect l="l" t="t" r="r" b="b"/>
                <a:pathLst>
                  <a:path w="5128" h="6050" extrusionOk="0">
                    <a:moveTo>
                      <a:pt x="1" y="1"/>
                    </a:moveTo>
                    <a:lnTo>
                      <a:pt x="1" y="6050"/>
                    </a:lnTo>
                    <a:lnTo>
                      <a:pt x="5127" y="6050"/>
                    </a:lnTo>
                    <a:lnTo>
                      <a:pt x="5127"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73" name="Google Shape;1773;p50"/>
              <p:cNvSpPr/>
              <p:nvPr/>
            </p:nvSpPr>
            <p:spPr>
              <a:xfrm>
                <a:off x="6491502" y="3948009"/>
                <a:ext cx="123024" cy="143047"/>
              </a:xfrm>
              <a:custGeom>
                <a:avLst/>
                <a:gdLst/>
                <a:ahLst/>
                <a:cxnLst/>
                <a:rect l="l" t="t" r="r" b="b"/>
                <a:pathLst>
                  <a:path w="5880" h="6837" extrusionOk="0">
                    <a:moveTo>
                      <a:pt x="1881" y="377"/>
                    </a:moveTo>
                    <a:lnTo>
                      <a:pt x="1881" y="1915"/>
                    </a:lnTo>
                    <a:lnTo>
                      <a:pt x="377" y="1915"/>
                    </a:lnTo>
                    <a:lnTo>
                      <a:pt x="377" y="377"/>
                    </a:lnTo>
                    <a:close/>
                    <a:moveTo>
                      <a:pt x="3726" y="411"/>
                    </a:moveTo>
                    <a:lnTo>
                      <a:pt x="3726" y="1949"/>
                    </a:lnTo>
                    <a:lnTo>
                      <a:pt x="2257" y="1949"/>
                    </a:lnTo>
                    <a:lnTo>
                      <a:pt x="2257" y="411"/>
                    </a:lnTo>
                    <a:close/>
                    <a:moveTo>
                      <a:pt x="5503" y="411"/>
                    </a:moveTo>
                    <a:lnTo>
                      <a:pt x="5503" y="1949"/>
                    </a:lnTo>
                    <a:lnTo>
                      <a:pt x="4136" y="1949"/>
                    </a:lnTo>
                    <a:lnTo>
                      <a:pt x="4136" y="411"/>
                    </a:lnTo>
                    <a:close/>
                    <a:moveTo>
                      <a:pt x="1881" y="2359"/>
                    </a:moveTo>
                    <a:lnTo>
                      <a:pt x="1881" y="4478"/>
                    </a:lnTo>
                    <a:lnTo>
                      <a:pt x="377" y="4478"/>
                    </a:lnTo>
                    <a:lnTo>
                      <a:pt x="377" y="2359"/>
                    </a:lnTo>
                    <a:close/>
                    <a:moveTo>
                      <a:pt x="3726" y="2359"/>
                    </a:moveTo>
                    <a:lnTo>
                      <a:pt x="3726" y="4478"/>
                    </a:lnTo>
                    <a:lnTo>
                      <a:pt x="2257" y="4478"/>
                    </a:lnTo>
                    <a:lnTo>
                      <a:pt x="2257" y="2359"/>
                    </a:lnTo>
                    <a:close/>
                    <a:moveTo>
                      <a:pt x="5503" y="2359"/>
                    </a:moveTo>
                    <a:lnTo>
                      <a:pt x="5503" y="4478"/>
                    </a:lnTo>
                    <a:lnTo>
                      <a:pt x="4136" y="4478"/>
                    </a:lnTo>
                    <a:lnTo>
                      <a:pt x="4136" y="2359"/>
                    </a:lnTo>
                    <a:close/>
                    <a:moveTo>
                      <a:pt x="1881" y="4922"/>
                    </a:moveTo>
                    <a:lnTo>
                      <a:pt x="1881" y="6460"/>
                    </a:lnTo>
                    <a:lnTo>
                      <a:pt x="377" y="6460"/>
                    </a:lnTo>
                    <a:lnTo>
                      <a:pt x="377" y="4922"/>
                    </a:lnTo>
                    <a:close/>
                    <a:moveTo>
                      <a:pt x="3726" y="4922"/>
                    </a:moveTo>
                    <a:lnTo>
                      <a:pt x="3726" y="6460"/>
                    </a:lnTo>
                    <a:lnTo>
                      <a:pt x="2257" y="6460"/>
                    </a:lnTo>
                    <a:lnTo>
                      <a:pt x="2257" y="4922"/>
                    </a:lnTo>
                    <a:close/>
                    <a:moveTo>
                      <a:pt x="5503" y="4922"/>
                    </a:moveTo>
                    <a:lnTo>
                      <a:pt x="5503" y="6460"/>
                    </a:lnTo>
                    <a:lnTo>
                      <a:pt x="4136" y="6460"/>
                    </a:lnTo>
                    <a:lnTo>
                      <a:pt x="4136" y="4922"/>
                    </a:lnTo>
                    <a:close/>
                    <a:moveTo>
                      <a:pt x="1" y="1"/>
                    </a:moveTo>
                    <a:lnTo>
                      <a:pt x="1" y="377"/>
                    </a:lnTo>
                    <a:lnTo>
                      <a:pt x="1" y="6460"/>
                    </a:lnTo>
                    <a:lnTo>
                      <a:pt x="1" y="6836"/>
                    </a:lnTo>
                    <a:lnTo>
                      <a:pt x="5879" y="6836"/>
                    </a:lnTo>
                    <a:lnTo>
                      <a:pt x="5879" y="6460"/>
                    </a:lnTo>
                    <a:lnTo>
                      <a:pt x="5879" y="377"/>
                    </a:lnTo>
                    <a:lnTo>
                      <a:pt x="5879"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74" name="Google Shape;1774;p50"/>
              <p:cNvSpPr/>
              <p:nvPr/>
            </p:nvSpPr>
            <p:spPr>
              <a:xfrm>
                <a:off x="6267150" y="3955876"/>
                <a:ext cx="107270" cy="126581"/>
              </a:xfrm>
              <a:custGeom>
                <a:avLst/>
                <a:gdLst/>
                <a:ahLst/>
                <a:cxnLst/>
                <a:rect l="l" t="t" r="r" b="b"/>
                <a:pathLst>
                  <a:path w="5127" h="6050" extrusionOk="0">
                    <a:moveTo>
                      <a:pt x="0" y="1"/>
                    </a:moveTo>
                    <a:lnTo>
                      <a:pt x="0" y="6050"/>
                    </a:lnTo>
                    <a:lnTo>
                      <a:pt x="5127" y="6050"/>
                    </a:lnTo>
                    <a:lnTo>
                      <a:pt x="5127"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75" name="Google Shape;1775;p50"/>
              <p:cNvSpPr/>
              <p:nvPr/>
            </p:nvSpPr>
            <p:spPr>
              <a:xfrm>
                <a:off x="6259283" y="3948009"/>
                <a:ext cx="123003" cy="143047"/>
              </a:xfrm>
              <a:custGeom>
                <a:avLst/>
                <a:gdLst/>
                <a:ahLst/>
                <a:cxnLst/>
                <a:rect l="l" t="t" r="r" b="b"/>
                <a:pathLst>
                  <a:path w="5879" h="6837" extrusionOk="0">
                    <a:moveTo>
                      <a:pt x="1880" y="377"/>
                    </a:moveTo>
                    <a:lnTo>
                      <a:pt x="1880" y="1915"/>
                    </a:lnTo>
                    <a:lnTo>
                      <a:pt x="376" y="1915"/>
                    </a:lnTo>
                    <a:lnTo>
                      <a:pt x="376" y="377"/>
                    </a:lnTo>
                    <a:close/>
                    <a:moveTo>
                      <a:pt x="3691" y="411"/>
                    </a:moveTo>
                    <a:lnTo>
                      <a:pt x="3691" y="1949"/>
                    </a:lnTo>
                    <a:lnTo>
                      <a:pt x="2256" y="1949"/>
                    </a:lnTo>
                    <a:lnTo>
                      <a:pt x="2256" y="411"/>
                    </a:lnTo>
                    <a:close/>
                    <a:moveTo>
                      <a:pt x="5503" y="411"/>
                    </a:moveTo>
                    <a:lnTo>
                      <a:pt x="5503" y="1949"/>
                    </a:lnTo>
                    <a:lnTo>
                      <a:pt x="4135" y="1949"/>
                    </a:lnTo>
                    <a:lnTo>
                      <a:pt x="4135" y="411"/>
                    </a:lnTo>
                    <a:close/>
                    <a:moveTo>
                      <a:pt x="1880" y="2359"/>
                    </a:moveTo>
                    <a:lnTo>
                      <a:pt x="1880" y="4478"/>
                    </a:lnTo>
                    <a:lnTo>
                      <a:pt x="376" y="4478"/>
                    </a:lnTo>
                    <a:lnTo>
                      <a:pt x="376" y="2359"/>
                    </a:lnTo>
                    <a:close/>
                    <a:moveTo>
                      <a:pt x="3691" y="2359"/>
                    </a:moveTo>
                    <a:lnTo>
                      <a:pt x="3691" y="4478"/>
                    </a:lnTo>
                    <a:lnTo>
                      <a:pt x="2256" y="4478"/>
                    </a:lnTo>
                    <a:lnTo>
                      <a:pt x="2256" y="2359"/>
                    </a:lnTo>
                    <a:close/>
                    <a:moveTo>
                      <a:pt x="5503" y="2359"/>
                    </a:moveTo>
                    <a:lnTo>
                      <a:pt x="5503" y="4478"/>
                    </a:lnTo>
                    <a:lnTo>
                      <a:pt x="4135" y="4478"/>
                    </a:lnTo>
                    <a:lnTo>
                      <a:pt x="4135" y="2359"/>
                    </a:lnTo>
                    <a:close/>
                    <a:moveTo>
                      <a:pt x="1880" y="4922"/>
                    </a:moveTo>
                    <a:lnTo>
                      <a:pt x="1880" y="6460"/>
                    </a:lnTo>
                    <a:lnTo>
                      <a:pt x="376" y="6460"/>
                    </a:lnTo>
                    <a:lnTo>
                      <a:pt x="376" y="4922"/>
                    </a:lnTo>
                    <a:close/>
                    <a:moveTo>
                      <a:pt x="3691" y="4922"/>
                    </a:moveTo>
                    <a:lnTo>
                      <a:pt x="3691" y="6460"/>
                    </a:lnTo>
                    <a:lnTo>
                      <a:pt x="2256" y="6460"/>
                    </a:lnTo>
                    <a:lnTo>
                      <a:pt x="2256" y="4922"/>
                    </a:lnTo>
                    <a:close/>
                    <a:moveTo>
                      <a:pt x="5503" y="4922"/>
                    </a:moveTo>
                    <a:lnTo>
                      <a:pt x="5503" y="6460"/>
                    </a:lnTo>
                    <a:lnTo>
                      <a:pt x="4135" y="6460"/>
                    </a:lnTo>
                    <a:lnTo>
                      <a:pt x="4135" y="4922"/>
                    </a:lnTo>
                    <a:close/>
                    <a:moveTo>
                      <a:pt x="0" y="1"/>
                    </a:moveTo>
                    <a:lnTo>
                      <a:pt x="0" y="377"/>
                    </a:lnTo>
                    <a:lnTo>
                      <a:pt x="0" y="6460"/>
                    </a:lnTo>
                    <a:lnTo>
                      <a:pt x="0" y="6836"/>
                    </a:lnTo>
                    <a:lnTo>
                      <a:pt x="5878" y="6836"/>
                    </a:lnTo>
                    <a:lnTo>
                      <a:pt x="5878" y="6460"/>
                    </a:lnTo>
                    <a:lnTo>
                      <a:pt x="5878" y="377"/>
                    </a:lnTo>
                    <a:lnTo>
                      <a:pt x="587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76" name="Google Shape;1776;p50"/>
              <p:cNvSpPr/>
              <p:nvPr/>
            </p:nvSpPr>
            <p:spPr>
              <a:xfrm>
                <a:off x="6008131" y="3388897"/>
                <a:ext cx="1084057" cy="338798"/>
              </a:xfrm>
              <a:custGeom>
                <a:avLst/>
                <a:gdLst/>
                <a:ahLst/>
                <a:cxnLst/>
                <a:rect l="l" t="t" r="r" b="b"/>
                <a:pathLst>
                  <a:path w="51813" h="16193" extrusionOk="0">
                    <a:moveTo>
                      <a:pt x="26043" y="0"/>
                    </a:moveTo>
                    <a:lnTo>
                      <a:pt x="376" y="12133"/>
                    </a:lnTo>
                    <a:cubicBezTo>
                      <a:pt x="103" y="12372"/>
                      <a:pt x="1" y="12645"/>
                      <a:pt x="1" y="12953"/>
                    </a:cubicBezTo>
                    <a:lnTo>
                      <a:pt x="1" y="15140"/>
                    </a:lnTo>
                    <a:cubicBezTo>
                      <a:pt x="1" y="15769"/>
                      <a:pt x="514" y="16193"/>
                      <a:pt x="1057" y="16193"/>
                    </a:cubicBezTo>
                    <a:cubicBezTo>
                      <a:pt x="1281" y="16193"/>
                      <a:pt x="1510" y="16120"/>
                      <a:pt x="1709" y="15961"/>
                    </a:cubicBezTo>
                    <a:lnTo>
                      <a:pt x="25394" y="5468"/>
                    </a:lnTo>
                    <a:cubicBezTo>
                      <a:pt x="25599" y="5298"/>
                      <a:pt x="25838" y="5212"/>
                      <a:pt x="26077" y="5212"/>
                    </a:cubicBezTo>
                    <a:cubicBezTo>
                      <a:pt x="26316" y="5212"/>
                      <a:pt x="26556" y="5298"/>
                      <a:pt x="26761" y="5468"/>
                    </a:cubicBezTo>
                    <a:lnTo>
                      <a:pt x="50103" y="15961"/>
                    </a:lnTo>
                    <a:cubicBezTo>
                      <a:pt x="50303" y="16120"/>
                      <a:pt x="50532" y="16193"/>
                      <a:pt x="50756" y="16193"/>
                    </a:cubicBezTo>
                    <a:cubicBezTo>
                      <a:pt x="51299" y="16193"/>
                      <a:pt x="51812" y="15769"/>
                      <a:pt x="51812" y="15140"/>
                    </a:cubicBezTo>
                    <a:lnTo>
                      <a:pt x="51812" y="12782"/>
                    </a:lnTo>
                    <a:lnTo>
                      <a:pt x="51778" y="12782"/>
                    </a:lnTo>
                    <a:cubicBezTo>
                      <a:pt x="51778" y="12475"/>
                      <a:pt x="51641" y="12133"/>
                      <a:pt x="51368" y="11962"/>
                    </a:cubicBezTo>
                    <a:lnTo>
                      <a:pt x="26043"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77" name="Google Shape;1777;p50"/>
              <p:cNvSpPr/>
              <p:nvPr/>
            </p:nvSpPr>
            <p:spPr>
              <a:xfrm>
                <a:off x="6545147" y="3377452"/>
                <a:ext cx="15022" cy="3599"/>
              </a:xfrm>
              <a:custGeom>
                <a:avLst/>
                <a:gdLst/>
                <a:ahLst/>
                <a:cxnLst/>
                <a:rect l="l" t="t" r="r" b="b"/>
                <a:pathLst>
                  <a:path w="718" h="172" extrusionOk="0">
                    <a:moveTo>
                      <a:pt x="376" y="0"/>
                    </a:moveTo>
                    <a:lnTo>
                      <a:pt x="0" y="171"/>
                    </a:lnTo>
                    <a:lnTo>
                      <a:pt x="718" y="171"/>
                    </a:lnTo>
                    <a:lnTo>
                      <a:pt x="376" y="0"/>
                    </a:lnTo>
                    <a:close/>
                  </a:path>
                </a:pathLst>
              </a:custGeom>
              <a:solidFill>
                <a:srgbClr val="D7D6D7"/>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78" name="Google Shape;1778;p50"/>
              <p:cNvSpPr/>
              <p:nvPr/>
            </p:nvSpPr>
            <p:spPr>
              <a:xfrm>
                <a:off x="7059985" y="3713529"/>
                <a:ext cx="6444" cy="2155"/>
              </a:xfrm>
              <a:custGeom>
                <a:avLst/>
                <a:gdLst/>
                <a:ahLst/>
                <a:cxnLst/>
                <a:rect l="l" t="t" r="r" b="b"/>
                <a:pathLst>
                  <a:path w="308" h="103" extrusionOk="0">
                    <a:moveTo>
                      <a:pt x="0" y="0"/>
                    </a:moveTo>
                    <a:cubicBezTo>
                      <a:pt x="69" y="35"/>
                      <a:pt x="205" y="103"/>
                      <a:pt x="308" y="103"/>
                    </a:cubicBezTo>
                    <a:cubicBezTo>
                      <a:pt x="205" y="35"/>
                      <a:pt x="69" y="35"/>
                      <a:pt x="0" y="0"/>
                    </a:cubicBezTo>
                    <a:close/>
                  </a:path>
                </a:pathLst>
              </a:custGeom>
              <a:solidFill>
                <a:srgbClr val="D7D6D7"/>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79" name="Google Shape;1779;p50"/>
              <p:cNvSpPr/>
              <p:nvPr/>
            </p:nvSpPr>
            <p:spPr>
              <a:xfrm>
                <a:off x="6031731" y="3713529"/>
                <a:ext cx="6444" cy="2155"/>
              </a:xfrm>
              <a:custGeom>
                <a:avLst/>
                <a:gdLst/>
                <a:ahLst/>
                <a:cxnLst/>
                <a:rect l="l" t="t" r="r" b="b"/>
                <a:pathLst>
                  <a:path w="308" h="103" extrusionOk="0">
                    <a:moveTo>
                      <a:pt x="308" y="0"/>
                    </a:moveTo>
                    <a:lnTo>
                      <a:pt x="308" y="0"/>
                    </a:lnTo>
                    <a:cubicBezTo>
                      <a:pt x="281" y="7"/>
                      <a:pt x="256" y="15"/>
                      <a:pt x="234" y="24"/>
                    </a:cubicBezTo>
                    <a:lnTo>
                      <a:pt x="234" y="24"/>
                    </a:lnTo>
                    <a:cubicBezTo>
                      <a:pt x="263" y="17"/>
                      <a:pt x="288" y="10"/>
                      <a:pt x="308" y="0"/>
                    </a:cubicBezTo>
                    <a:close/>
                    <a:moveTo>
                      <a:pt x="234" y="24"/>
                    </a:moveTo>
                    <a:cubicBezTo>
                      <a:pt x="163" y="40"/>
                      <a:pt x="73" y="54"/>
                      <a:pt x="0" y="103"/>
                    </a:cubicBezTo>
                    <a:cubicBezTo>
                      <a:pt x="83" y="103"/>
                      <a:pt x="143" y="59"/>
                      <a:pt x="234" y="24"/>
                    </a:cubicBezTo>
                    <a:close/>
                  </a:path>
                </a:pathLst>
              </a:custGeom>
              <a:solidFill>
                <a:srgbClr val="D7D6D7"/>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80" name="Google Shape;1780;p50"/>
              <p:cNvSpPr/>
              <p:nvPr/>
            </p:nvSpPr>
            <p:spPr>
              <a:xfrm>
                <a:off x="7034962" y="3702085"/>
                <a:ext cx="25044" cy="12177"/>
              </a:xfrm>
              <a:custGeom>
                <a:avLst/>
                <a:gdLst/>
                <a:ahLst/>
                <a:cxnLst/>
                <a:rect l="l" t="t" r="r" b="b"/>
                <a:pathLst>
                  <a:path w="1197" h="582" extrusionOk="0">
                    <a:moveTo>
                      <a:pt x="0" y="1"/>
                    </a:moveTo>
                    <a:lnTo>
                      <a:pt x="0" y="1"/>
                    </a:lnTo>
                    <a:cubicBezTo>
                      <a:pt x="350" y="223"/>
                      <a:pt x="700" y="387"/>
                      <a:pt x="1105" y="546"/>
                    </a:cubicBezTo>
                    <a:lnTo>
                      <a:pt x="1105" y="546"/>
                    </a:lnTo>
                    <a:cubicBezTo>
                      <a:pt x="1052" y="521"/>
                      <a:pt x="1014" y="490"/>
                      <a:pt x="991" y="445"/>
                    </a:cubicBezTo>
                    <a:lnTo>
                      <a:pt x="0" y="1"/>
                    </a:lnTo>
                    <a:close/>
                    <a:moveTo>
                      <a:pt x="1105" y="546"/>
                    </a:moveTo>
                    <a:cubicBezTo>
                      <a:pt x="1132" y="559"/>
                      <a:pt x="1162" y="570"/>
                      <a:pt x="1196" y="582"/>
                    </a:cubicBezTo>
                    <a:cubicBezTo>
                      <a:pt x="1166" y="570"/>
                      <a:pt x="1135" y="558"/>
                      <a:pt x="1105" y="546"/>
                    </a:cubicBezTo>
                    <a:close/>
                  </a:path>
                </a:pathLst>
              </a:custGeom>
              <a:solidFill>
                <a:srgbClr val="D7D6D7"/>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81" name="Google Shape;1781;p50"/>
              <p:cNvSpPr/>
              <p:nvPr/>
            </p:nvSpPr>
            <p:spPr>
              <a:xfrm>
                <a:off x="6778496" y="4280569"/>
                <a:ext cx="191650" cy="126581"/>
              </a:xfrm>
              <a:custGeom>
                <a:avLst/>
                <a:gdLst/>
                <a:ahLst/>
                <a:cxnLst/>
                <a:rect l="l" t="t" r="r" b="b"/>
                <a:pathLst>
                  <a:path w="9160" h="6050" extrusionOk="0">
                    <a:moveTo>
                      <a:pt x="1" y="0"/>
                    </a:moveTo>
                    <a:lnTo>
                      <a:pt x="1" y="6050"/>
                    </a:lnTo>
                    <a:lnTo>
                      <a:pt x="9160" y="6050"/>
                    </a:lnTo>
                    <a:lnTo>
                      <a:pt x="9160"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82" name="Google Shape;1782;p50"/>
              <p:cNvSpPr/>
              <p:nvPr/>
            </p:nvSpPr>
            <p:spPr>
              <a:xfrm>
                <a:off x="6770629" y="4271280"/>
                <a:ext cx="208116" cy="143026"/>
              </a:xfrm>
              <a:custGeom>
                <a:avLst/>
                <a:gdLst/>
                <a:ahLst/>
                <a:cxnLst/>
                <a:rect l="l" t="t" r="r" b="b"/>
                <a:pathLst>
                  <a:path w="9947" h="6836" extrusionOk="0">
                    <a:moveTo>
                      <a:pt x="2427" y="820"/>
                    </a:moveTo>
                    <a:lnTo>
                      <a:pt x="2427" y="1948"/>
                    </a:lnTo>
                    <a:lnTo>
                      <a:pt x="821" y="1948"/>
                    </a:lnTo>
                    <a:lnTo>
                      <a:pt x="821" y="820"/>
                    </a:lnTo>
                    <a:close/>
                    <a:moveTo>
                      <a:pt x="7212" y="820"/>
                    </a:moveTo>
                    <a:lnTo>
                      <a:pt x="7212" y="1948"/>
                    </a:lnTo>
                    <a:lnTo>
                      <a:pt x="5264" y="1948"/>
                    </a:lnTo>
                    <a:lnTo>
                      <a:pt x="5264" y="820"/>
                    </a:lnTo>
                    <a:close/>
                    <a:moveTo>
                      <a:pt x="4444" y="820"/>
                    </a:moveTo>
                    <a:lnTo>
                      <a:pt x="4444" y="1982"/>
                    </a:lnTo>
                    <a:lnTo>
                      <a:pt x="2837" y="1982"/>
                    </a:lnTo>
                    <a:lnTo>
                      <a:pt x="2837" y="820"/>
                    </a:lnTo>
                    <a:close/>
                    <a:moveTo>
                      <a:pt x="9160" y="820"/>
                    </a:moveTo>
                    <a:lnTo>
                      <a:pt x="9160" y="1982"/>
                    </a:lnTo>
                    <a:lnTo>
                      <a:pt x="7656" y="1982"/>
                    </a:lnTo>
                    <a:lnTo>
                      <a:pt x="7656" y="820"/>
                    </a:lnTo>
                    <a:close/>
                    <a:moveTo>
                      <a:pt x="4444" y="2358"/>
                    </a:moveTo>
                    <a:lnTo>
                      <a:pt x="4444" y="4477"/>
                    </a:lnTo>
                    <a:lnTo>
                      <a:pt x="2837" y="4477"/>
                    </a:lnTo>
                    <a:lnTo>
                      <a:pt x="2837" y="2358"/>
                    </a:lnTo>
                    <a:close/>
                    <a:moveTo>
                      <a:pt x="9160" y="2358"/>
                    </a:moveTo>
                    <a:lnTo>
                      <a:pt x="9160" y="4477"/>
                    </a:lnTo>
                    <a:lnTo>
                      <a:pt x="7656" y="4477"/>
                    </a:lnTo>
                    <a:lnTo>
                      <a:pt x="7656" y="2358"/>
                    </a:lnTo>
                    <a:close/>
                    <a:moveTo>
                      <a:pt x="2427" y="2392"/>
                    </a:moveTo>
                    <a:lnTo>
                      <a:pt x="2427" y="4545"/>
                    </a:lnTo>
                    <a:lnTo>
                      <a:pt x="821" y="4545"/>
                    </a:lnTo>
                    <a:lnTo>
                      <a:pt x="821" y="2392"/>
                    </a:lnTo>
                    <a:close/>
                    <a:moveTo>
                      <a:pt x="7212" y="2392"/>
                    </a:moveTo>
                    <a:lnTo>
                      <a:pt x="7212" y="4545"/>
                    </a:lnTo>
                    <a:lnTo>
                      <a:pt x="5264" y="4545"/>
                    </a:lnTo>
                    <a:lnTo>
                      <a:pt x="5264" y="2392"/>
                    </a:lnTo>
                    <a:close/>
                    <a:moveTo>
                      <a:pt x="2393" y="4921"/>
                    </a:moveTo>
                    <a:lnTo>
                      <a:pt x="2393" y="6083"/>
                    </a:lnTo>
                    <a:lnTo>
                      <a:pt x="787" y="6083"/>
                    </a:lnTo>
                    <a:lnTo>
                      <a:pt x="787" y="4921"/>
                    </a:lnTo>
                    <a:close/>
                    <a:moveTo>
                      <a:pt x="4444" y="4921"/>
                    </a:moveTo>
                    <a:lnTo>
                      <a:pt x="4444" y="6083"/>
                    </a:lnTo>
                    <a:lnTo>
                      <a:pt x="2837" y="6083"/>
                    </a:lnTo>
                    <a:lnTo>
                      <a:pt x="2837" y="4921"/>
                    </a:lnTo>
                    <a:close/>
                    <a:moveTo>
                      <a:pt x="7212" y="4921"/>
                    </a:moveTo>
                    <a:lnTo>
                      <a:pt x="7212" y="6083"/>
                    </a:lnTo>
                    <a:lnTo>
                      <a:pt x="5264" y="6083"/>
                    </a:lnTo>
                    <a:lnTo>
                      <a:pt x="5264" y="4921"/>
                    </a:lnTo>
                    <a:close/>
                    <a:moveTo>
                      <a:pt x="9160" y="4921"/>
                    </a:moveTo>
                    <a:lnTo>
                      <a:pt x="9160" y="6083"/>
                    </a:lnTo>
                    <a:lnTo>
                      <a:pt x="7656" y="6083"/>
                    </a:lnTo>
                    <a:lnTo>
                      <a:pt x="7656" y="4921"/>
                    </a:lnTo>
                    <a:close/>
                    <a:moveTo>
                      <a:pt x="1" y="0"/>
                    </a:moveTo>
                    <a:lnTo>
                      <a:pt x="1" y="6835"/>
                    </a:lnTo>
                    <a:lnTo>
                      <a:pt x="9946" y="6835"/>
                    </a:lnTo>
                    <a:lnTo>
                      <a:pt x="9946"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83" name="Google Shape;1783;p50"/>
              <p:cNvSpPr/>
              <p:nvPr/>
            </p:nvSpPr>
            <p:spPr>
              <a:xfrm>
                <a:off x="6138742" y="4280569"/>
                <a:ext cx="190939" cy="126581"/>
              </a:xfrm>
              <a:custGeom>
                <a:avLst/>
                <a:gdLst/>
                <a:ahLst/>
                <a:cxnLst/>
                <a:rect l="l" t="t" r="r" b="b"/>
                <a:pathLst>
                  <a:path w="9126" h="6050" extrusionOk="0">
                    <a:moveTo>
                      <a:pt x="1" y="0"/>
                    </a:moveTo>
                    <a:lnTo>
                      <a:pt x="1" y="6050"/>
                    </a:lnTo>
                    <a:lnTo>
                      <a:pt x="9126" y="6050"/>
                    </a:lnTo>
                    <a:lnTo>
                      <a:pt x="9126"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84" name="Google Shape;1784;p50"/>
              <p:cNvSpPr/>
              <p:nvPr/>
            </p:nvSpPr>
            <p:spPr>
              <a:xfrm>
                <a:off x="6130163" y="4271280"/>
                <a:ext cx="208116" cy="143026"/>
              </a:xfrm>
              <a:custGeom>
                <a:avLst/>
                <a:gdLst/>
                <a:ahLst/>
                <a:cxnLst/>
                <a:rect l="l" t="t" r="r" b="b"/>
                <a:pathLst>
                  <a:path w="9947" h="6836" extrusionOk="0">
                    <a:moveTo>
                      <a:pt x="2427" y="820"/>
                    </a:moveTo>
                    <a:lnTo>
                      <a:pt x="2427" y="1948"/>
                    </a:lnTo>
                    <a:lnTo>
                      <a:pt x="787" y="1948"/>
                    </a:lnTo>
                    <a:lnTo>
                      <a:pt x="787" y="820"/>
                    </a:lnTo>
                    <a:close/>
                    <a:moveTo>
                      <a:pt x="7246" y="820"/>
                    </a:moveTo>
                    <a:lnTo>
                      <a:pt x="7246" y="1948"/>
                    </a:lnTo>
                    <a:lnTo>
                      <a:pt x="5298" y="1948"/>
                    </a:lnTo>
                    <a:lnTo>
                      <a:pt x="5298" y="820"/>
                    </a:lnTo>
                    <a:close/>
                    <a:moveTo>
                      <a:pt x="4478" y="820"/>
                    </a:moveTo>
                    <a:lnTo>
                      <a:pt x="4478" y="1982"/>
                    </a:lnTo>
                    <a:lnTo>
                      <a:pt x="2837" y="1982"/>
                    </a:lnTo>
                    <a:lnTo>
                      <a:pt x="2837" y="820"/>
                    </a:lnTo>
                    <a:close/>
                    <a:moveTo>
                      <a:pt x="9160" y="820"/>
                    </a:moveTo>
                    <a:lnTo>
                      <a:pt x="9160" y="1982"/>
                    </a:lnTo>
                    <a:lnTo>
                      <a:pt x="7690" y="1982"/>
                    </a:lnTo>
                    <a:lnTo>
                      <a:pt x="7690" y="820"/>
                    </a:lnTo>
                    <a:close/>
                    <a:moveTo>
                      <a:pt x="4478" y="2358"/>
                    </a:moveTo>
                    <a:lnTo>
                      <a:pt x="4478" y="4477"/>
                    </a:lnTo>
                    <a:lnTo>
                      <a:pt x="2837" y="4477"/>
                    </a:lnTo>
                    <a:lnTo>
                      <a:pt x="2837" y="2358"/>
                    </a:lnTo>
                    <a:close/>
                    <a:moveTo>
                      <a:pt x="9160" y="2358"/>
                    </a:moveTo>
                    <a:lnTo>
                      <a:pt x="9160" y="4477"/>
                    </a:lnTo>
                    <a:lnTo>
                      <a:pt x="7690" y="4477"/>
                    </a:lnTo>
                    <a:lnTo>
                      <a:pt x="7690" y="2358"/>
                    </a:lnTo>
                    <a:close/>
                    <a:moveTo>
                      <a:pt x="2427" y="2392"/>
                    </a:moveTo>
                    <a:lnTo>
                      <a:pt x="2427" y="4545"/>
                    </a:lnTo>
                    <a:lnTo>
                      <a:pt x="787" y="4545"/>
                    </a:lnTo>
                    <a:lnTo>
                      <a:pt x="787" y="2392"/>
                    </a:lnTo>
                    <a:close/>
                    <a:moveTo>
                      <a:pt x="7246" y="2392"/>
                    </a:moveTo>
                    <a:lnTo>
                      <a:pt x="7246" y="4545"/>
                    </a:lnTo>
                    <a:lnTo>
                      <a:pt x="5298" y="4545"/>
                    </a:lnTo>
                    <a:lnTo>
                      <a:pt x="5298" y="2392"/>
                    </a:lnTo>
                    <a:close/>
                    <a:moveTo>
                      <a:pt x="2427" y="4921"/>
                    </a:moveTo>
                    <a:lnTo>
                      <a:pt x="2427" y="6083"/>
                    </a:lnTo>
                    <a:lnTo>
                      <a:pt x="787" y="6083"/>
                    </a:lnTo>
                    <a:lnTo>
                      <a:pt x="787" y="4921"/>
                    </a:lnTo>
                    <a:close/>
                    <a:moveTo>
                      <a:pt x="4478" y="4921"/>
                    </a:moveTo>
                    <a:lnTo>
                      <a:pt x="4478" y="6083"/>
                    </a:lnTo>
                    <a:lnTo>
                      <a:pt x="2837" y="6083"/>
                    </a:lnTo>
                    <a:lnTo>
                      <a:pt x="2837" y="4921"/>
                    </a:lnTo>
                    <a:close/>
                    <a:moveTo>
                      <a:pt x="7246" y="4921"/>
                    </a:moveTo>
                    <a:lnTo>
                      <a:pt x="7246" y="6083"/>
                    </a:lnTo>
                    <a:lnTo>
                      <a:pt x="5298" y="6083"/>
                    </a:lnTo>
                    <a:lnTo>
                      <a:pt x="5298" y="4921"/>
                    </a:lnTo>
                    <a:close/>
                    <a:moveTo>
                      <a:pt x="9160" y="4921"/>
                    </a:moveTo>
                    <a:lnTo>
                      <a:pt x="9160" y="6083"/>
                    </a:lnTo>
                    <a:lnTo>
                      <a:pt x="7690" y="6083"/>
                    </a:lnTo>
                    <a:lnTo>
                      <a:pt x="7690" y="4921"/>
                    </a:lnTo>
                    <a:close/>
                    <a:moveTo>
                      <a:pt x="1" y="0"/>
                    </a:moveTo>
                    <a:lnTo>
                      <a:pt x="1" y="6835"/>
                    </a:lnTo>
                    <a:lnTo>
                      <a:pt x="9946" y="6835"/>
                    </a:lnTo>
                    <a:lnTo>
                      <a:pt x="9946"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85" name="Google Shape;1785;p50"/>
              <p:cNvSpPr/>
              <p:nvPr/>
            </p:nvSpPr>
            <p:spPr>
              <a:xfrm>
                <a:off x="6452188" y="4307015"/>
                <a:ext cx="204517" cy="264607"/>
              </a:xfrm>
              <a:custGeom>
                <a:avLst/>
                <a:gdLst/>
                <a:ahLst/>
                <a:cxnLst/>
                <a:rect l="l" t="t" r="r" b="b"/>
                <a:pathLst>
                  <a:path w="9775" h="12647" extrusionOk="0">
                    <a:moveTo>
                      <a:pt x="0" y="1"/>
                    </a:moveTo>
                    <a:lnTo>
                      <a:pt x="0" y="12646"/>
                    </a:lnTo>
                    <a:lnTo>
                      <a:pt x="9775" y="12646"/>
                    </a:lnTo>
                    <a:lnTo>
                      <a:pt x="9775"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86" name="Google Shape;1786;p50"/>
              <p:cNvSpPr/>
              <p:nvPr/>
            </p:nvSpPr>
            <p:spPr>
              <a:xfrm>
                <a:off x="6571593" y="4446463"/>
                <a:ext cx="17910" cy="17889"/>
              </a:xfrm>
              <a:custGeom>
                <a:avLst/>
                <a:gdLst/>
                <a:ahLst/>
                <a:cxnLst/>
                <a:rect l="l" t="t" r="r" b="b"/>
                <a:pathLst>
                  <a:path w="856" h="855" extrusionOk="0">
                    <a:moveTo>
                      <a:pt x="445" y="0"/>
                    </a:moveTo>
                    <a:cubicBezTo>
                      <a:pt x="240" y="0"/>
                      <a:pt x="1" y="171"/>
                      <a:pt x="1" y="445"/>
                    </a:cubicBezTo>
                    <a:cubicBezTo>
                      <a:pt x="1" y="650"/>
                      <a:pt x="172" y="855"/>
                      <a:pt x="445" y="855"/>
                    </a:cubicBezTo>
                    <a:cubicBezTo>
                      <a:pt x="650" y="855"/>
                      <a:pt x="855" y="684"/>
                      <a:pt x="855" y="445"/>
                    </a:cubicBezTo>
                    <a:cubicBezTo>
                      <a:pt x="855" y="205"/>
                      <a:pt x="650" y="0"/>
                      <a:pt x="445"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87" name="Google Shape;1787;p50"/>
              <p:cNvSpPr/>
              <p:nvPr/>
            </p:nvSpPr>
            <p:spPr>
              <a:xfrm>
                <a:off x="6452188" y="4307015"/>
                <a:ext cx="204517" cy="264607"/>
              </a:xfrm>
              <a:custGeom>
                <a:avLst/>
                <a:gdLst/>
                <a:ahLst/>
                <a:cxnLst/>
                <a:rect l="l" t="t" r="r" b="b"/>
                <a:pathLst>
                  <a:path w="9775" h="12647" extrusionOk="0">
                    <a:moveTo>
                      <a:pt x="0" y="1"/>
                    </a:moveTo>
                    <a:lnTo>
                      <a:pt x="0" y="1812"/>
                    </a:lnTo>
                    <a:lnTo>
                      <a:pt x="7656" y="1812"/>
                    </a:lnTo>
                    <a:lnTo>
                      <a:pt x="7656" y="12646"/>
                    </a:lnTo>
                    <a:lnTo>
                      <a:pt x="9775" y="12646"/>
                    </a:lnTo>
                    <a:lnTo>
                      <a:pt x="9775"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88" name="Google Shape;1788;p50"/>
              <p:cNvSpPr/>
              <p:nvPr/>
            </p:nvSpPr>
            <p:spPr>
              <a:xfrm>
                <a:off x="6653106" y="2814325"/>
                <a:ext cx="327521" cy="477347"/>
              </a:xfrm>
              <a:custGeom>
                <a:avLst/>
                <a:gdLst/>
                <a:ahLst/>
                <a:cxnLst/>
                <a:rect l="l" t="t" r="r" b="b"/>
                <a:pathLst>
                  <a:path w="15654" h="22815" extrusionOk="0">
                    <a:moveTo>
                      <a:pt x="5142" y="0"/>
                    </a:moveTo>
                    <a:cubicBezTo>
                      <a:pt x="4750" y="0"/>
                      <a:pt x="4357" y="118"/>
                      <a:pt x="3965" y="258"/>
                    </a:cubicBezTo>
                    <a:cubicBezTo>
                      <a:pt x="2701" y="770"/>
                      <a:pt x="1573" y="1761"/>
                      <a:pt x="889" y="2958"/>
                    </a:cubicBezTo>
                    <a:cubicBezTo>
                      <a:pt x="308" y="4017"/>
                      <a:pt x="35" y="5247"/>
                      <a:pt x="35" y="6512"/>
                    </a:cubicBezTo>
                    <a:cubicBezTo>
                      <a:pt x="1" y="7571"/>
                      <a:pt x="206" y="8733"/>
                      <a:pt x="821" y="9622"/>
                    </a:cubicBezTo>
                    <a:cubicBezTo>
                      <a:pt x="1846" y="11228"/>
                      <a:pt x="3931" y="11878"/>
                      <a:pt x="5811" y="12322"/>
                    </a:cubicBezTo>
                    <a:cubicBezTo>
                      <a:pt x="4717" y="13176"/>
                      <a:pt x="3726" y="14407"/>
                      <a:pt x="3555" y="15808"/>
                    </a:cubicBezTo>
                    <a:cubicBezTo>
                      <a:pt x="3350" y="17209"/>
                      <a:pt x="4102" y="18816"/>
                      <a:pt x="5469" y="19226"/>
                    </a:cubicBezTo>
                    <a:cubicBezTo>
                      <a:pt x="5059" y="19738"/>
                      <a:pt x="4888" y="20524"/>
                      <a:pt x="5059" y="21140"/>
                    </a:cubicBezTo>
                    <a:cubicBezTo>
                      <a:pt x="5161" y="21823"/>
                      <a:pt x="5674" y="22404"/>
                      <a:pt x="6289" y="22677"/>
                    </a:cubicBezTo>
                    <a:lnTo>
                      <a:pt x="11928" y="22814"/>
                    </a:lnTo>
                    <a:cubicBezTo>
                      <a:pt x="12270" y="22814"/>
                      <a:pt x="12133" y="22233"/>
                      <a:pt x="12270" y="21960"/>
                    </a:cubicBezTo>
                    <a:cubicBezTo>
                      <a:pt x="12338" y="21823"/>
                      <a:pt x="12475" y="21755"/>
                      <a:pt x="12612" y="21652"/>
                    </a:cubicBezTo>
                    <a:cubicBezTo>
                      <a:pt x="13159" y="21276"/>
                      <a:pt x="13466" y="20524"/>
                      <a:pt x="13364" y="19841"/>
                    </a:cubicBezTo>
                    <a:cubicBezTo>
                      <a:pt x="13295" y="19157"/>
                      <a:pt x="12851" y="18508"/>
                      <a:pt x="12304" y="18064"/>
                    </a:cubicBezTo>
                    <a:lnTo>
                      <a:pt x="12168" y="17961"/>
                    </a:lnTo>
                    <a:cubicBezTo>
                      <a:pt x="12099" y="17790"/>
                      <a:pt x="12236" y="17619"/>
                      <a:pt x="12338" y="17517"/>
                    </a:cubicBezTo>
                    <a:cubicBezTo>
                      <a:pt x="12954" y="17038"/>
                      <a:pt x="13535" y="16594"/>
                      <a:pt x="14047" y="16013"/>
                    </a:cubicBezTo>
                    <a:cubicBezTo>
                      <a:pt x="15517" y="14373"/>
                      <a:pt x="15654" y="11707"/>
                      <a:pt x="14526" y="9793"/>
                    </a:cubicBezTo>
                    <a:cubicBezTo>
                      <a:pt x="13466" y="7811"/>
                      <a:pt x="11313" y="6580"/>
                      <a:pt x="9092" y="6341"/>
                    </a:cubicBezTo>
                    <a:cubicBezTo>
                      <a:pt x="9228" y="5521"/>
                      <a:pt x="9263" y="4666"/>
                      <a:pt x="9228" y="3812"/>
                    </a:cubicBezTo>
                    <a:cubicBezTo>
                      <a:pt x="9194" y="3334"/>
                      <a:pt x="9160" y="2821"/>
                      <a:pt x="8921" y="2411"/>
                    </a:cubicBezTo>
                    <a:cubicBezTo>
                      <a:pt x="8682" y="1898"/>
                      <a:pt x="8237" y="1488"/>
                      <a:pt x="7793" y="1146"/>
                    </a:cubicBezTo>
                    <a:cubicBezTo>
                      <a:pt x="7041" y="599"/>
                      <a:pt x="6289" y="53"/>
                      <a:pt x="5401" y="18"/>
                    </a:cubicBezTo>
                    <a:cubicBezTo>
                      <a:pt x="5314" y="6"/>
                      <a:pt x="5228" y="0"/>
                      <a:pt x="5142" y="0"/>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89" name="Google Shape;1789;p50"/>
              <p:cNvSpPr/>
              <p:nvPr/>
            </p:nvSpPr>
            <p:spPr>
              <a:xfrm>
                <a:off x="6756798" y="3288783"/>
                <a:ext cx="177360" cy="37912"/>
              </a:xfrm>
              <a:custGeom>
                <a:avLst/>
                <a:gdLst/>
                <a:ahLst/>
                <a:cxnLst/>
                <a:rect l="l" t="t" r="r" b="b"/>
                <a:pathLst>
                  <a:path w="8477" h="1812" extrusionOk="0">
                    <a:moveTo>
                      <a:pt x="0" y="0"/>
                    </a:moveTo>
                    <a:lnTo>
                      <a:pt x="0" y="1812"/>
                    </a:lnTo>
                    <a:lnTo>
                      <a:pt x="8476" y="1812"/>
                    </a:lnTo>
                    <a:lnTo>
                      <a:pt x="8476"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1790" name="Google Shape;1790;p50"/>
            <p:cNvGrpSpPr/>
            <p:nvPr/>
          </p:nvGrpSpPr>
          <p:grpSpPr>
            <a:xfrm>
              <a:off x="7332425" y="3288072"/>
              <a:ext cx="1653965" cy="1283553"/>
              <a:chOff x="7332425" y="3288072"/>
              <a:chExt cx="1653965" cy="1283553"/>
            </a:xfrm>
          </p:grpSpPr>
          <p:sp>
            <p:nvSpPr>
              <p:cNvPr id="1791" name="Google Shape;1791;p50"/>
              <p:cNvSpPr/>
              <p:nvPr/>
            </p:nvSpPr>
            <p:spPr>
              <a:xfrm>
                <a:off x="7381049" y="3383164"/>
                <a:ext cx="1539540" cy="1188461"/>
              </a:xfrm>
              <a:custGeom>
                <a:avLst/>
                <a:gdLst/>
                <a:ahLst/>
                <a:cxnLst/>
                <a:rect l="l" t="t" r="r" b="b"/>
                <a:pathLst>
                  <a:path w="73583" h="56803" extrusionOk="0">
                    <a:moveTo>
                      <a:pt x="36775" y="1"/>
                    </a:moveTo>
                    <a:lnTo>
                      <a:pt x="1" y="22489"/>
                    </a:lnTo>
                    <a:lnTo>
                      <a:pt x="1" y="56802"/>
                    </a:lnTo>
                    <a:lnTo>
                      <a:pt x="73583" y="56802"/>
                    </a:lnTo>
                    <a:lnTo>
                      <a:pt x="73583" y="22489"/>
                    </a:lnTo>
                    <a:lnTo>
                      <a:pt x="36775"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92" name="Google Shape;1792;p50"/>
              <p:cNvSpPr/>
              <p:nvPr/>
            </p:nvSpPr>
            <p:spPr>
              <a:xfrm>
                <a:off x="7381049" y="3409631"/>
                <a:ext cx="1539540" cy="1135527"/>
              </a:xfrm>
              <a:custGeom>
                <a:avLst/>
                <a:gdLst/>
                <a:ahLst/>
                <a:cxnLst/>
                <a:rect l="l" t="t" r="r" b="b"/>
                <a:pathLst>
                  <a:path w="73583" h="54273" extrusionOk="0">
                    <a:moveTo>
                      <a:pt x="35134" y="0"/>
                    </a:moveTo>
                    <a:lnTo>
                      <a:pt x="34553" y="376"/>
                    </a:lnTo>
                    <a:lnTo>
                      <a:pt x="39065" y="376"/>
                    </a:lnTo>
                    <a:lnTo>
                      <a:pt x="38449" y="0"/>
                    </a:lnTo>
                    <a:close/>
                    <a:moveTo>
                      <a:pt x="31717" y="2085"/>
                    </a:moveTo>
                    <a:lnTo>
                      <a:pt x="31136" y="2495"/>
                    </a:lnTo>
                    <a:lnTo>
                      <a:pt x="42448" y="2495"/>
                    </a:lnTo>
                    <a:lnTo>
                      <a:pt x="41799" y="2085"/>
                    </a:lnTo>
                    <a:close/>
                    <a:moveTo>
                      <a:pt x="28401" y="4136"/>
                    </a:moveTo>
                    <a:lnTo>
                      <a:pt x="27786" y="4546"/>
                    </a:lnTo>
                    <a:lnTo>
                      <a:pt x="45866" y="4546"/>
                    </a:lnTo>
                    <a:lnTo>
                      <a:pt x="45216" y="4136"/>
                    </a:lnTo>
                    <a:close/>
                    <a:moveTo>
                      <a:pt x="24984" y="6255"/>
                    </a:moveTo>
                    <a:lnTo>
                      <a:pt x="24369" y="6631"/>
                    </a:lnTo>
                    <a:lnTo>
                      <a:pt x="49215" y="6631"/>
                    </a:lnTo>
                    <a:lnTo>
                      <a:pt x="48600" y="6255"/>
                    </a:lnTo>
                    <a:close/>
                    <a:moveTo>
                      <a:pt x="21600" y="8305"/>
                    </a:moveTo>
                    <a:lnTo>
                      <a:pt x="21019" y="8681"/>
                    </a:lnTo>
                    <a:lnTo>
                      <a:pt x="52633" y="8681"/>
                    </a:lnTo>
                    <a:lnTo>
                      <a:pt x="51983" y="8305"/>
                    </a:lnTo>
                    <a:close/>
                    <a:moveTo>
                      <a:pt x="18183" y="10390"/>
                    </a:moveTo>
                    <a:lnTo>
                      <a:pt x="17568" y="10766"/>
                    </a:lnTo>
                    <a:lnTo>
                      <a:pt x="55982" y="10766"/>
                    </a:lnTo>
                    <a:lnTo>
                      <a:pt x="55333" y="10390"/>
                    </a:lnTo>
                    <a:close/>
                    <a:moveTo>
                      <a:pt x="14799" y="12441"/>
                    </a:moveTo>
                    <a:lnTo>
                      <a:pt x="14218" y="12817"/>
                    </a:lnTo>
                    <a:lnTo>
                      <a:pt x="59365" y="12817"/>
                    </a:lnTo>
                    <a:lnTo>
                      <a:pt x="58750" y="12441"/>
                    </a:lnTo>
                    <a:close/>
                    <a:moveTo>
                      <a:pt x="11450" y="14525"/>
                    </a:moveTo>
                    <a:lnTo>
                      <a:pt x="10835" y="14901"/>
                    </a:lnTo>
                    <a:lnTo>
                      <a:pt x="62783" y="14901"/>
                    </a:lnTo>
                    <a:lnTo>
                      <a:pt x="62134" y="14525"/>
                    </a:lnTo>
                    <a:close/>
                    <a:moveTo>
                      <a:pt x="8066" y="16576"/>
                    </a:moveTo>
                    <a:lnTo>
                      <a:pt x="7451" y="16952"/>
                    </a:lnTo>
                    <a:lnTo>
                      <a:pt x="66167" y="16952"/>
                    </a:lnTo>
                    <a:lnTo>
                      <a:pt x="65517" y="16576"/>
                    </a:lnTo>
                    <a:close/>
                    <a:moveTo>
                      <a:pt x="4649" y="18661"/>
                    </a:moveTo>
                    <a:lnTo>
                      <a:pt x="4034" y="19071"/>
                    </a:lnTo>
                    <a:lnTo>
                      <a:pt x="69550" y="19071"/>
                    </a:lnTo>
                    <a:lnTo>
                      <a:pt x="68901" y="18661"/>
                    </a:lnTo>
                    <a:close/>
                    <a:moveTo>
                      <a:pt x="1265" y="20711"/>
                    </a:moveTo>
                    <a:lnTo>
                      <a:pt x="684" y="21121"/>
                    </a:lnTo>
                    <a:lnTo>
                      <a:pt x="72899" y="21121"/>
                    </a:lnTo>
                    <a:lnTo>
                      <a:pt x="72318" y="20711"/>
                    </a:lnTo>
                    <a:close/>
                    <a:moveTo>
                      <a:pt x="1" y="22830"/>
                    </a:moveTo>
                    <a:lnTo>
                      <a:pt x="1" y="23206"/>
                    </a:lnTo>
                    <a:lnTo>
                      <a:pt x="73583" y="23206"/>
                    </a:lnTo>
                    <a:lnTo>
                      <a:pt x="73583" y="22830"/>
                    </a:lnTo>
                    <a:close/>
                    <a:moveTo>
                      <a:pt x="1" y="24881"/>
                    </a:moveTo>
                    <a:lnTo>
                      <a:pt x="1" y="25257"/>
                    </a:lnTo>
                    <a:lnTo>
                      <a:pt x="73583" y="25257"/>
                    </a:lnTo>
                    <a:lnTo>
                      <a:pt x="73583" y="24881"/>
                    </a:lnTo>
                    <a:close/>
                    <a:moveTo>
                      <a:pt x="1" y="26966"/>
                    </a:moveTo>
                    <a:lnTo>
                      <a:pt x="1" y="27342"/>
                    </a:lnTo>
                    <a:lnTo>
                      <a:pt x="73583" y="27342"/>
                    </a:lnTo>
                    <a:lnTo>
                      <a:pt x="73583" y="26966"/>
                    </a:lnTo>
                    <a:close/>
                    <a:moveTo>
                      <a:pt x="1" y="29016"/>
                    </a:moveTo>
                    <a:lnTo>
                      <a:pt x="1" y="29392"/>
                    </a:lnTo>
                    <a:lnTo>
                      <a:pt x="73583" y="29392"/>
                    </a:lnTo>
                    <a:lnTo>
                      <a:pt x="73583" y="29016"/>
                    </a:lnTo>
                    <a:close/>
                    <a:moveTo>
                      <a:pt x="1" y="31101"/>
                    </a:moveTo>
                    <a:lnTo>
                      <a:pt x="1" y="31477"/>
                    </a:lnTo>
                    <a:lnTo>
                      <a:pt x="73583" y="31477"/>
                    </a:lnTo>
                    <a:lnTo>
                      <a:pt x="73583" y="31101"/>
                    </a:lnTo>
                    <a:close/>
                    <a:moveTo>
                      <a:pt x="1" y="33152"/>
                    </a:moveTo>
                    <a:lnTo>
                      <a:pt x="1" y="33527"/>
                    </a:lnTo>
                    <a:lnTo>
                      <a:pt x="73583" y="33527"/>
                    </a:lnTo>
                    <a:lnTo>
                      <a:pt x="73583" y="33152"/>
                    </a:lnTo>
                    <a:close/>
                    <a:moveTo>
                      <a:pt x="1" y="35236"/>
                    </a:moveTo>
                    <a:lnTo>
                      <a:pt x="1" y="35646"/>
                    </a:lnTo>
                    <a:lnTo>
                      <a:pt x="73583" y="35646"/>
                    </a:lnTo>
                    <a:lnTo>
                      <a:pt x="73583" y="35236"/>
                    </a:lnTo>
                    <a:close/>
                    <a:moveTo>
                      <a:pt x="1" y="37287"/>
                    </a:moveTo>
                    <a:lnTo>
                      <a:pt x="1" y="37697"/>
                    </a:lnTo>
                    <a:lnTo>
                      <a:pt x="73583" y="37697"/>
                    </a:lnTo>
                    <a:lnTo>
                      <a:pt x="73583" y="37287"/>
                    </a:lnTo>
                    <a:close/>
                    <a:moveTo>
                      <a:pt x="1" y="39406"/>
                    </a:moveTo>
                    <a:lnTo>
                      <a:pt x="1" y="39782"/>
                    </a:lnTo>
                    <a:lnTo>
                      <a:pt x="73583" y="39782"/>
                    </a:lnTo>
                    <a:lnTo>
                      <a:pt x="73583" y="39406"/>
                    </a:lnTo>
                    <a:close/>
                    <a:moveTo>
                      <a:pt x="1" y="41456"/>
                    </a:moveTo>
                    <a:lnTo>
                      <a:pt x="1" y="41832"/>
                    </a:lnTo>
                    <a:lnTo>
                      <a:pt x="73583" y="41832"/>
                    </a:lnTo>
                    <a:lnTo>
                      <a:pt x="73583" y="41456"/>
                    </a:lnTo>
                    <a:close/>
                    <a:moveTo>
                      <a:pt x="1" y="43541"/>
                    </a:moveTo>
                    <a:lnTo>
                      <a:pt x="1" y="43917"/>
                    </a:lnTo>
                    <a:lnTo>
                      <a:pt x="73583" y="43917"/>
                    </a:lnTo>
                    <a:lnTo>
                      <a:pt x="73583" y="43541"/>
                    </a:lnTo>
                    <a:close/>
                    <a:moveTo>
                      <a:pt x="1" y="45592"/>
                    </a:moveTo>
                    <a:lnTo>
                      <a:pt x="1" y="45968"/>
                    </a:lnTo>
                    <a:lnTo>
                      <a:pt x="73583" y="45968"/>
                    </a:lnTo>
                    <a:lnTo>
                      <a:pt x="73583" y="45592"/>
                    </a:lnTo>
                    <a:close/>
                    <a:moveTo>
                      <a:pt x="1" y="47677"/>
                    </a:moveTo>
                    <a:lnTo>
                      <a:pt x="1" y="48053"/>
                    </a:lnTo>
                    <a:lnTo>
                      <a:pt x="73583" y="48053"/>
                    </a:lnTo>
                    <a:lnTo>
                      <a:pt x="73583" y="47677"/>
                    </a:lnTo>
                    <a:close/>
                    <a:moveTo>
                      <a:pt x="1" y="49727"/>
                    </a:moveTo>
                    <a:lnTo>
                      <a:pt x="1" y="50103"/>
                    </a:lnTo>
                    <a:lnTo>
                      <a:pt x="73583" y="50103"/>
                    </a:lnTo>
                    <a:lnTo>
                      <a:pt x="73583" y="49727"/>
                    </a:lnTo>
                    <a:close/>
                    <a:moveTo>
                      <a:pt x="1" y="51812"/>
                    </a:moveTo>
                    <a:lnTo>
                      <a:pt x="1" y="52222"/>
                    </a:lnTo>
                    <a:lnTo>
                      <a:pt x="73583" y="52222"/>
                    </a:lnTo>
                    <a:lnTo>
                      <a:pt x="73583" y="51812"/>
                    </a:lnTo>
                    <a:close/>
                    <a:moveTo>
                      <a:pt x="1" y="53863"/>
                    </a:moveTo>
                    <a:lnTo>
                      <a:pt x="1" y="54273"/>
                    </a:lnTo>
                    <a:lnTo>
                      <a:pt x="73583" y="54273"/>
                    </a:lnTo>
                    <a:lnTo>
                      <a:pt x="73583" y="53863"/>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93" name="Google Shape;1793;p50"/>
              <p:cNvSpPr/>
              <p:nvPr/>
            </p:nvSpPr>
            <p:spPr>
              <a:xfrm>
                <a:off x="7361758" y="4525822"/>
                <a:ext cx="1577431" cy="45799"/>
              </a:xfrm>
              <a:custGeom>
                <a:avLst/>
                <a:gdLst/>
                <a:ahLst/>
                <a:cxnLst/>
                <a:rect l="l" t="t" r="r" b="b"/>
                <a:pathLst>
                  <a:path w="75394" h="2189" extrusionOk="0">
                    <a:moveTo>
                      <a:pt x="0" y="1"/>
                    </a:moveTo>
                    <a:lnTo>
                      <a:pt x="0" y="2188"/>
                    </a:lnTo>
                    <a:lnTo>
                      <a:pt x="75393" y="2188"/>
                    </a:lnTo>
                    <a:lnTo>
                      <a:pt x="75393"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94" name="Google Shape;1794;p50"/>
              <p:cNvSpPr/>
              <p:nvPr/>
            </p:nvSpPr>
            <p:spPr>
              <a:xfrm>
                <a:off x="7381049" y="4203345"/>
                <a:ext cx="1539540" cy="22178"/>
              </a:xfrm>
              <a:custGeom>
                <a:avLst/>
                <a:gdLst/>
                <a:ahLst/>
                <a:cxnLst/>
                <a:rect l="l" t="t" r="r" b="b"/>
                <a:pathLst>
                  <a:path w="73583" h="1060" extrusionOk="0">
                    <a:moveTo>
                      <a:pt x="1" y="0"/>
                    </a:moveTo>
                    <a:lnTo>
                      <a:pt x="1" y="1060"/>
                    </a:lnTo>
                    <a:lnTo>
                      <a:pt x="73583" y="1060"/>
                    </a:lnTo>
                    <a:lnTo>
                      <a:pt x="73583"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95" name="Google Shape;1795;p50"/>
              <p:cNvSpPr/>
              <p:nvPr/>
            </p:nvSpPr>
            <p:spPr>
              <a:xfrm>
                <a:off x="8069647" y="3635593"/>
                <a:ext cx="158049" cy="315344"/>
              </a:xfrm>
              <a:custGeom>
                <a:avLst/>
                <a:gdLst/>
                <a:ahLst/>
                <a:cxnLst/>
                <a:rect l="l" t="t" r="r" b="b"/>
                <a:pathLst>
                  <a:path w="7554" h="15072" extrusionOk="0">
                    <a:moveTo>
                      <a:pt x="1" y="0"/>
                    </a:moveTo>
                    <a:lnTo>
                      <a:pt x="1" y="15072"/>
                    </a:lnTo>
                    <a:lnTo>
                      <a:pt x="7554" y="15072"/>
                    </a:lnTo>
                    <a:lnTo>
                      <a:pt x="7554"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96" name="Google Shape;1796;p50"/>
              <p:cNvSpPr/>
              <p:nvPr/>
            </p:nvSpPr>
            <p:spPr>
              <a:xfrm>
                <a:off x="8058203" y="3624149"/>
                <a:ext cx="181649" cy="338944"/>
              </a:xfrm>
              <a:custGeom>
                <a:avLst/>
                <a:gdLst/>
                <a:ahLst/>
                <a:cxnLst/>
                <a:rect l="l" t="t" r="r" b="b"/>
                <a:pathLst>
                  <a:path w="8682" h="16200" extrusionOk="0">
                    <a:moveTo>
                      <a:pt x="2393" y="547"/>
                    </a:moveTo>
                    <a:lnTo>
                      <a:pt x="2393" y="3008"/>
                    </a:lnTo>
                    <a:lnTo>
                      <a:pt x="548" y="3008"/>
                    </a:lnTo>
                    <a:lnTo>
                      <a:pt x="548" y="547"/>
                    </a:lnTo>
                    <a:close/>
                    <a:moveTo>
                      <a:pt x="5982" y="547"/>
                    </a:moveTo>
                    <a:lnTo>
                      <a:pt x="5982" y="3008"/>
                    </a:lnTo>
                    <a:lnTo>
                      <a:pt x="3008" y="3008"/>
                    </a:lnTo>
                    <a:lnTo>
                      <a:pt x="3008" y="547"/>
                    </a:lnTo>
                    <a:close/>
                    <a:moveTo>
                      <a:pt x="8135" y="547"/>
                    </a:moveTo>
                    <a:lnTo>
                      <a:pt x="8135" y="3008"/>
                    </a:lnTo>
                    <a:lnTo>
                      <a:pt x="6597" y="3008"/>
                    </a:lnTo>
                    <a:lnTo>
                      <a:pt x="6597" y="547"/>
                    </a:lnTo>
                    <a:close/>
                    <a:moveTo>
                      <a:pt x="2393" y="3555"/>
                    </a:moveTo>
                    <a:lnTo>
                      <a:pt x="2393" y="8442"/>
                    </a:lnTo>
                    <a:lnTo>
                      <a:pt x="548" y="8442"/>
                    </a:lnTo>
                    <a:lnTo>
                      <a:pt x="548" y="3555"/>
                    </a:lnTo>
                    <a:close/>
                    <a:moveTo>
                      <a:pt x="8169" y="3555"/>
                    </a:moveTo>
                    <a:lnTo>
                      <a:pt x="8169" y="8442"/>
                    </a:lnTo>
                    <a:lnTo>
                      <a:pt x="6631" y="8442"/>
                    </a:lnTo>
                    <a:lnTo>
                      <a:pt x="6631" y="3555"/>
                    </a:lnTo>
                    <a:close/>
                    <a:moveTo>
                      <a:pt x="6016" y="3589"/>
                    </a:moveTo>
                    <a:lnTo>
                      <a:pt x="6016" y="8510"/>
                    </a:lnTo>
                    <a:lnTo>
                      <a:pt x="3043" y="8510"/>
                    </a:lnTo>
                    <a:lnTo>
                      <a:pt x="3043" y="3589"/>
                    </a:lnTo>
                    <a:close/>
                    <a:moveTo>
                      <a:pt x="2393" y="9057"/>
                    </a:moveTo>
                    <a:lnTo>
                      <a:pt x="2393" y="13158"/>
                    </a:lnTo>
                    <a:lnTo>
                      <a:pt x="548" y="13158"/>
                    </a:lnTo>
                    <a:lnTo>
                      <a:pt x="548" y="9057"/>
                    </a:lnTo>
                    <a:close/>
                    <a:moveTo>
                      <a:pt x="8169" y="9057"/>
                    </a:moveTo>
                    <a:lnTo>
                      <a:pt x="8169" y="13158"/>
                    </a:lnTo>
                    <a:lnTo>
                      <a:pt x="6631" y="13158"/>
                    </a:lnTo>
                    <a:lnTo>
                      <a:pt x="6631" y="9057"/>
                    </a:lnTo>
                    <a:close/>
                    <a:moveTo>
                      <a:pt x="5982" y="9091"/>
                    </a:moveTo>
                    <a:lnTo>
                      <a:pt x="5982" y="13192"/>
                    </a:lnTo>
                    <a:lnTo>
                      <a:pt x="3008" y="13192"/>
                    </a:lnTo>
                    <a:lnTo>
                      <a:pt x="3008" y="9091"/>
                    </a:lnTo>
                    <a:close/>
                    <a:moveTo>
                      <a:pt x="8169" y="13773"/>
                    </a:moveTo>
                    <a:lnTo>
                      <a:pt x="8169" y="15585"/>
                    </a:lnTo>
                    <a:lnTo>
                      <a:pt x="6631" y="15585"/>
                    </a:lnTo>
                    <a:lnTo>
                      <a:pt x="6631" y="13773"/>
                    </a:lnTo>
                    <a:close/>
                    <a:moveTo>
                      <a:pt x="2393" y="13808"/>
                    </a:moveTo>
                    <a:lnTo>
                      <a:pt x="2393" y="15653"/>
                    </a:lnTo>
                    <a:lnTo>
                      <a:pt x="548" y="15653"/>
                    </a:lnTo>
                    <a:lnTo>
                      <a:pt x="548" y="13808"/>
                    </a:lnTo>
                    <a:close/>
                    <a:moveTo>
                      <a:pt x="6016" y="13808"/>
                    </a:moveTo>
                    <a:lnTo>
                      <a:pt x="6016" y="15653"/>
                    </a:lnTo>
                    <a:lnTo>
                      <a:pt x="3043" y="15653"/>
                    </a:lnTo>
                    <a:lnTo>
                      <a:pt x="3043" y="13808"/>
                    </a:lnTo>
                    <a:close/>
                    <a:moveTo>
                      <a:pt x="1" y="0"/>
                    </a:moveTo>
                    <a:lnTo>
                      <a:pt x="1" y="547"/>
                    </a:lnTo>
                    <a:lnTo>
                      <a:pt x="1" y="15653"/>
                    </a:lnTo>
                    <a:lnTo>
                      <a:pt x="1" y="16200"/>
                    </a:lnTo>
                    <a:lnTo>
                      <a:pt x="8682" y="16200"/>
                    </a:lnTo>
                    <a:lnTo>
                      <a:pt x="8682" y="15653"/>
                    </a:lnTo>
                    <a:lnTo>
                      <a:pt x="8682" y="547"/>
                    </a:lnTo>
                    <a:lnTo>
                      <a:pt x="8682"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97" name="Google Shape;1797;p50"/>
              <p:cNvSpPr/>
              <p:nvPr/>
            </p:nvSpPr>
            <p:spPr>
              <a:xfrm>
                <a:off x="8026045" y="4279126"/>
                <a:ext cx="249564" cy="292497"/>
              </a:xfrm>
              <a:custGeom>
                <a:avLst/>
                <a:gdLst/>
                <a:ahLst/>
                <a:cxnLst/>
                <a:rect l="l" t="t" r="r" b="b"/>
                <a:pathLst>
                  <a:path w="11928" h="13980" extrusionOk="0">
                    <a:moveTo>
                      <a:pt x="0" y="1"/>
                    </a:moveTo>
                    <a:lnTo>
                      <a:pt x="0" y="13979"/>
                    </a:lnTo>
                    <a:lnTo>
                      <a:pt x="11928" y="13979"/>
                    </a:lnTo>
                    <a:lnTo>
                      <a:pt x="1192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98" name="Google Shape;1798;p50"/>
              <p:cNvSpPr/>
              <p:nvPr/>
            </p:nvSpPr>
            <p:spPr>
              <a:xfrm>
                <a:off x="8208384" y="4409995"/>
                <a:ext cx="37912" cy="37200"/>
              </a:xfrm>
              <a:custGeom>
                <a:avLst/>
                <a:gdLst/>
                <a:ahLst/>
                <a:cxnLst/>
                <a:rect l="l" t="t" r="r" b="b"/>
                <a:pathLst>
                  <a:path w="1812" h="1778" extrusionOk="0">
                    <a:moveTo>
                      <a:pt x="889" y="0"/>
                    </a:moveTo>
                    <a:cubicBezTo>
                      <a:pt x="410" y="0"/>
                      <a:pt x="0" y="376"/>
                      <a:pt x="0" y="889"/>
                    </a:cubicBezTo>
                    <a:cubicBezTo>
                      <a:pt x="0" y="1367"/>
                      <a:pt x="376" y="1777"/>
                      <a:pt x="889" y="1777"/>
                    </a:cubicBezTo>
                    <a:cubicBezTo>
                      <a:pt x="1367" y="1777"/>
                      <a:pt x="1811" y="1402"/>
                      <a:pt x="1811" y="889"/>
                    </a:cubicBezTo>
                    <a:cubicBezTo>
                      <a:pt x="1811" y="376"/>
                      <a:pt x="1367" y="0"/>
                      <a:pt x="889" y="0"/>
                    </a:cubicBezTo>
                    <a:close/>
                  </a:path>
                </a:pathLst>
              </a:custGeom>
              <a:solidFill>
                <a:srgbClr val="EADCC8"/>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99" name="Google Shape;1799;p50"/>
              <p:cNvSpPr/>
              <p:nvPr/>
            </p:nvSpPr>
            <p:spPr>
              <a:xfrm>
                <a:off x="7640612" y="4270547"/>
                <a:ext cx="160204" cy="202383"/>
              </a:xfrm>
              <a:custGeom>
                <a:avLst/>
                <a:gdLst/>
                <a:ahLst/>
                <a:cxnLst/>
                <a:rect l="l" t="t" r="r" b="b"/>
                <a:pathLst>
                  <a:path w="7657" h="9673" extrusionOk="0">
                    <a:moveTo>
                      <a:pt x="1" y="1"/>
                    </a:moveTo>
                    <a:lnTo>
                      <a:pt x="1" y="9673"/>
                    </a:lnTo>
                    <a:lnTo>
                      <a:pt x="7656" y="9673"/>
                    </a:lnTo>
                    <a:lnTo>
                      <a:pt x="7656"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00" name="Google Shape;1800;p50"/>
              <p:cNvSpPr/>
              <p:nvPr/>
            </p:nvSpPr>
            <p:spPr>
              <a:xfrm>
                <a:off x="7627034" y="4257680"/>
                <a:ext cx="185227" cy="228118"/>
              </a:xfrm>
              <a:custGeom>
                <a:avLst/>
                <a:gdLst/>
                <a:ahLst/>
                <a:cxnLst/>
                <a:rect l="l" t="t" r="r" b="b"/>
                <a:pathLst>
                  <a:path w="8853" h="10903" extrusionOk="0">
                    <a:moveTo>
                      <a:pt x="2871" y="616"/>
                    </a:moveTo>
                    <a:lnTo>
                      <a:pt x="2871" y="2906"/>
                    </a:lnTo>
                    <a:lnTo>
                      <a:pt x="650" y="2906"/>
                    </a:lnTo>
                    <a:lnTo>
                      <a:pt x="650" y="616"/>
                    </a:lnTo>
                    <a:close/>
                    <a:moveTo>
                      <a:pt x="5674" y="616"/>
                    </a:moveTo>
                    <a:lnTo>
                      <a:pt x="5674" y="2906"/>
                    </a:lnTo>
                    <a:lnTo>
                      <a:pt x="3487" y="2906"/>
                    </a:lnTo>
                    <a:lnTo>
                      <a:pt x="3487" y="616"/>
                    </a:lnTo>
                    <a:close/>
                    <a:moveTo>
                      <a:pt x="8271" y="616"/>
                    </a:moveTo>
                    <a:lnTo>
                      <a:pt x="8271" y="2906"/>
                    </a:lnTo>
                    <a:lnTo>
                      <a:pt x="6255" y="2906"/>
                    </a:lnTo>
                    <a:lnTo>
                      <a:pt x="6255" y="616"/>
                    </a:lnTo>
                    <a:close/>
                    <a:moveTo>
                      <a:pt x="8271" y="3521"/>
                    </a:moveTo>
                    <a:lnTo>
                      <a:pt x="8271" y="7417"/>
                    </a:lnTo>
                    <a:lnTo>
                      <a:pt x="6255" y="7417"/>
                    </a:lnTo>
                    <a:lnTo>
                      <a:pt x="6255" y="3521"/>
                    </a:lnTo>
                    <a:close/>
                    <a:moveTo>
                      <a:pt x="2871" y="3555"/>
                    </a:moveTo>
                    <a:lnTo>
                      <a:pt x="2871" y="7451"/>
                    </a:lnTo>
                    <a:lnTo>
                      <a:pt x="650" y="7451"/>
                    </a:lnTo>
                    <a:lnTo>
                      <a:pt x="650" y="3555"/>
                    </a:lnTo>
                    <a:close/>
                    <a:moveTo>
                      <a:pt x="5674" y="3555"/>
                    </a:moveTo>
                    <a:lnTo>
                      <a:pt x="5674" y="7451"/>
                    </a:lnTo>
                    <a:lnTo>
                      <a:pt x="3487" y="7451"/>
                    </a:lnTo>
                    <a:lnTo>
                      <a:pt x="3487" y="3555"/>
                    </a:lnTo>
                    <a:close/>
                    <a:moveTo>
                      <a:pt x="8271" y="7998"/>
                    </a:moveTo>
                    <a:lnTo>
                      <a:pt x="8271" y="10322"/>
                    </a:lnTo>
                    <a:lnTo>
                      <a:pt x="6255" y="10322"/>
                    </a:lnTo>
                    <a:lnTo>
                      <a:pt x="6255" y="7998"/>
                    </a:lnTo>
                    <a:close/>
                    <a:moveTo>
                      <a:pt x="2871" y="8032"/>
                    </a:moveTo>
                    <a:lnTo>
                      <a:pt x="2871" y="10356"/>
                    </a:lnTo>
                    <a:lnTo>
                      <a:pt x="650" y="10356"/>
                    </a:lnTo>
                    <a:lnTo>
                      <a:pt x="650" y="8032"/>
                    </a:lnTo>
                    <a:close/>
                    <a:moveTo>
                      <a:pt x="5674" y="8032"/>
                    </a:moveTo>
                    <a:lnTo>
                      <a:pt x="5674" y="10356"/>
                    </a:lnTo>
                    <a:lnTo>
                      <a:pt x="3487" y="10356"/>
                    </a:lnTo>
                    <a:lnTo>
                      <a:pt x="3487" y="8032"/>
                    </a:lnTo>
                    <a:close/>
                    <a:moveTo>
                      <a:pt x="1" y="1"/>
                    </a:moveTo>
                    <a:lnTo>
                      <a:pt x="1" y="616"/>
                    </a:lnTo>
                    <a:lnTo>
                      <a:pt x="1" y="10322"/>
                    </a:lnTo>
                    <a:lnTo>
                      <a:pt x="1" y="10903"/>
                    </a:lnTo>
                    <a:lnTo>
                      <a:pt x="8852" y="10903"/>
                    </a:lnTo>
                    <a:lnTo>
                      <a:pt x="8852" y="10322"/>
                    </a:lnTo>
                    <a:lnTo>
                      <a:pt x="8852" y="616"/>
                    </a:lnTo>
                    <a:lnTo>
                      <a:pt x="8852"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01" name="Google Shape;1801;p50"/>
              <p:cNvSpPr/>
              <p:nvPr/>
            </p:nvSpPr>
            <p:spPr>
              <a:xfrm>
                <a:off x="7603433" y="4480065"/>
                <a:ext cx="233139" cy="16466"/>
              </a:xfrm>
              <a:custGeom>
                <a:avLst/>
                <a:gdLst/>
                <a:ahLst/>
                <a:cxnLst/>
                <a:rect l="l" t="t" r="r" b="b"/>
                <a:pathLst>
                  <a:path w="11143" h="787" extrusionOk="0">
                    <a:moveTo>
                      <a:pt x="1" y="1"/>
                    </a:moveTo>
                    <a:lnTo>
                      <a:pt x="1" y="787"/>
                    </a:lnTo>
                    <a:lnTo>
                      <a:pt x="11142" y="787"/>
                    </a:lnTo>
                    <a:lnTo>
                      <a:pt x="11142"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02" name="Google Shape;1802;p50"/>
              <p:cNvSpPr/>
              <p:nvPr/>
            </p:nvSpPr>
            <p:spPr>
              <a:xfrm>
                <a:off x="8512282" y="4270547"/>
                <a:ext cx="160183" cy="202383"/>
              </a:xfrm>
              <a:custGeom>
                <a:avLst/>
                <a:gdLst/>
                <a:ahLst/>
                <a:cxnLst/>
                <a:rect l="l" t="t" r="r" b="b"/>
                <a:pathLst>
                  <a:path w="7656" h="9673" extrusionOk="0">
                    <a:moveTo>
                      <a:pt x="0" y="1"/>
                    </a:moveTo>
                    <a:lnTo>
                      <a:pt x="0" y="9673"/>
                    </a:lnTo>
                    <a:lnTo>
                      <a:pt x="7656" y="9673"/>
                    </a:lnTo>
                    <a:lnTo>
                      <a:pt x="7656"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03" name="Google Shape;1803;p50"/>
              <p:cNvSpPr/>
              <p:nvPr/>
            </p:nvSpPr>
            <p:spPr>
              <a:xfrm>
                <a:off x="8500126" y="4257680"/>
                <a:ext cx="184495" cy="228118"/>
              </a:xfrm>
              <a:custGeom>
                <a:avLst/>
                <a:gdLst/>
                <a:ahLst/>
                <a:cxnLst/>
                <a:rect l="l" t="t" r="r" b="b"/>
                <a:pathLst>
                  <a:path w="8818" h="10903" extrusionOk="0">
                    <a:moveTo>
                      <a:pt x="2803" y="616"/>
                    </a:moveTo>
                    <a:lnTo>
                      <a:pt x="2803" y="2906"/>
                    </a:lnTo>
                    <a:lnTo>
                      <a:pt x="581" y="2906"/>
                    </a:lnTo>
                    <a:lnTo>
                      <a:pt x="581" y="616"/>
                    </a:lnTo>
                    <a:close/>
                    <a:moveTo>
                      <a:pt x="5571" y="616"/>
                    </a:moveTo>
                    <a:lnTo>
                      <a:pt x="5571" y="2906"/>
                    </a:lnTo>
                    <a:lnTo>
                      <a:pt x="3418" y="2906"/>
                    </a:lnTo>
                    <a:lnTo>
                      <a:pt x="3418" y="616"/>
                    </a:lnTo>
                    <a:close/>
                    <a:moveTo>
                      <a:pt x="8237" y="616"/>
                    </a:moveTo>
                    <a:lnTo>
                      <a:pt x="8237" y="2906"/>
                    </a:lnTo>
                    <a:lnTo>
                      <a:pt x="6220" y="2906"/>
                    </a:lnTo>
                    <a:lnTo>
                      <a:pt x="6220" y="616"/>
                    </a:lnTo>
                    <a:close/>
                    <a:moveTo>
                      <a:pt x="8202" y="3521"/>
                    </a:moveTo>
                    <a:lnTo>
                      <a:pt x="8202" y="7417"/>
                    </a:lnTo>
                    <a:lnTo>
                      <a:pt x="6186" y="7417"/>
                    </a:lnTo>
                    <a:lnTo>
                      <a:pt x="6186" y="3521"/>
                    </a:lnTo>
                    <a:close/>
                    <a:moveTo>
                      <a:pt x="2803" y="3555"/>
                    </a:moveTo>
                    <a:lnTo>
                      <a:pt x="2803" y="7451"/>
                    </a:lnTo>
                    <a:lnTo>
                      <a:pt x="581" y="7451"/>
                    </a:lnTo>
                    <a:lnTo>
                      <a:pt x="581" y="3555"/>
                    </a:lnTo>
                    <a:close/>
                    <a:moveTo>
                      <a:pt x="5571" y="3555"/>
                    </a:moveTo>
                    <a:lnTo>
                      <a:pt x="5571" y="7451"/>
                    </a:lnTo>
                    <a:lnTo>
                      <a:pt x="3418" y="7451"/>
                    </a:lnTo>
                    <a:lnTo>
                      <a:pt x="3418" y="3555"/>
                    </a:lnTo>
                    <a:close/>
                    <a:moveTo>
                      <a:pt x="8202" y="7998"/>
                    </a:moveTo>
                    <a:lnTo>
                      <a:pt x="8202" y="10322"/>
                    </a:lnTo>
                    <a:lnTo>
                      <a:pt x="6186" y="10322"/>
                    </a:lnTo>
                    <a:lnTo>
                      <a:pt x="6186" y="7998"/>
                    </a:lnTo>
                    <a:close/>
                    <a:moveTo>
                      <a:pt x="2803" y="8032"/>
                    </a:moveTo>
                    <a:lnTo>
                      <a:pt x="2803" y="10356"/>
                    </a:lnTo>
                    <a:lnTo>
                      <a:pt x="581" y="10356"/>
                    </a:lnTo>
                    <a:lnTo>
                      <a:pt x="581" y="8032"/>
                    </a:lnTo>
                    <a:close/>
                    <a:moveTo>
                      <a:pt x="5571" y="8032"/>
                    </a:moveTo>
                    <a:lnTo>
                      <a:pt x="5571" y="10356"/>
                    </a:lnTo>
                    <a:lnTo>
                      <a:pt x="3418" y="10356"/>
                    </a:lnTo>
                    <a:lnTo>
                      <a:pt x="3418" y="8032"/>
                    </a:lnTo>
                    <a:close/>
                    <a:moveTo>
                      <a:pt x="0" y="1"/>
                    </a:moveTo>
                    <a:lnTo>
                      <a:pt x="0" y="616"/>
                    </a:lnTo>
                    <a:lnTo>
                      <a:pt x="0" y="10322"/>
                    </a:lnTo>
                    <a:lnTo>
                      <a:pt x="0" y="10903"/>
                    </a:lnTo>
                    <a:lnTo>
                      <a:pt x="8818" y="10903"/>
                    </a:lnTo>
                    <a:lnTo>
                      <a:pt x="8818" y="10322"/>
                    </a:lnTo>
                    <a:lnTo>
                      <a:pt x="8818" y="616"/>
                    </a:lnTo>
                    <a:lnTo>
                      <a:pt x="881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04" name="Google Shape;1804;p50"/>
              <p:cNvSpPr/>
              <p:nvPr/>
            </p:nvSpPr>
            <p:spPr>
              <a:xfrm>
                <a:off x="8475814" y="4480065"/>
                <a:ext cx="233118" cy="16466"/>
              </a:xfrm>
              <a:custGeom>
                <a:avLst/>
                <a:gdLst/>
                <a:ahLst/>
                <a:cxnLst/>
                <a:rect l="l" t="t" r="r" b="b"/>
                <a:pathLst>
                  <a:path w="11142" h="787" extrusionOk="0">
                    <a:moveTo>
                      <a:pt x="0" y="1"/>
                    </a:moveTo>
                    <a:lnTo>
                      <a:pt x="0" y="787"/>
                    </a:lnTo>
                    <a:lnTo>
                      <a:pt x="11142" y="787"/>
                    </a:lnTo>
                    <a:lnTo>
                      <a:pt x="11142"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05" name="Google Shape;1805;p50"/>
              <p:cNvSpPr/>
              <p:nvPr/>
            </p:nvSpPr>
            <p:spPr>
              <a:xfrm>
                <a:off x="7353159" y="3451099"/>
                <a:ext cx="1597475" cy="727245"/>
              </a:xfrm>
              <a:custGeom>
                <a:avLst/>
                <a:gdLst/>
                <a:ahLst/>
                <a:cxnLst/>
                <a:rect l="l" t="t" r="r" b="b"/>
                <a:pathLst>
                  <a:path w="76352" h="34759" extrusionOk="0">
                    <a:moveTo>
                      <a:pt x="13466" y="29324"/>
                    </a:moveTo>
                    <a:lnTo>
                      <a:pt x="13466" y="32161"/>
                    </a:lnTo>
                    <a:lnTo>
                      <a:pt x="10151" y="29324"/>
                    </a:lnTo>
                    <a:close/>
                    <a:moveTo>
                      <a:pt x="48019" y="29324"/>
                    </a:moveTo>
                    <a:lnTo>
                      <a:pt x="48019" y="32161"/>
                    </a:lnTo>
                    <a:lnTo>
                      <a:pt x="44670" y="29324"/>
                    </a:lnTo>
                    <a:close/>
                    <a:moveTo>
                      <a:pt x="70405" y="29324"/>
                    </a:moveTo>
                    <a:lnTo>
                      <a:pt x="67124" y="32161"/>
                    </a:lnTo>
                    <a:lnTo>
                      <a:pt x="67124" y="29324"/>
                    </a:lnTo>
                    <a:close/>
                    <a:moveTo>
                      <a:pt x="30828" y="29324"/>
                    </a:moveTo>
                    <a:lnTo>
                      <a:pt x="30828" y="32229"/>
                    </a:lnTo>
                    <a:lnTo>
                      <a:pt x="27410" y="29324"/>
                    </a:lnTo>
                    <a:close/>
                    <a:moveTo>
                      <a:pt x="35886" y="29392"/>
                    </a:moveTo>
                    <a:lnTo>
                      <a:pt x="32503" y="32229"/>
                    </a:lnTo>
                    <a:lnTo>
                      <a:pt x="32503" y="29392"/>
                    </a:lnTo>
                    <a:close/>
                    <a:moveTo>
                      <a:pt x="53145" y="29392"/>
                    </a:moveTo>
                    <a:lnTo>
                      <a:pt x="49694" y="32297"/>
                    </a:lnTo>
                    <a:lnTo>
                      <a:pt x="49694" y="29392"/>
                    </a:lnTo>
                    <a:close/>
                    <a:moveTo>
                      <a:pt x="65449" y="29324"/>
                    </a:moveTo>
                    <a:lnTo>
                      <a:pt x="65449" y="32297"/>
                    </a:lnTo>
                    <a:lnTo>
                      <a:pt x="61963" y="29324"/>
                    </a:lnTo>
                    <a:close/>
                    <a:moveTo>
                      <a:pt x="18593" y="29392"/>
                    </a:moveTo>
                    <a:lnTo>
                      <a:pt x="15107" y="32332"/>
                    </a:lnTo>
                    <a:lnTo>
                      <a:pt x="15107" y="29392"/>
                    </a:lnTo>
                    <a:close/>
                    <a:moveTo>
                      <a:pt x="9912" y="29392"/>
                    </a:moveTo>
                    <a:lnTo>
                      <a:pt x="5708" y="32981"/>
                    </a:lnTo>
                    <a:lnTo>
                      <a:pt x="1539" y="29392"/>
                    </a:lnTo>
                    <a:close/>
                    <a:moveTo>
                      <a:pt x="27205" y="29392"/>
                    </a:moveTo>
                    <a:lnTo>
                      <a:pt x="22968" y="32981"/>
                    </a:lnTo>
                    <a:lnTo>
                      <a:pt x="18798" y="29392"/>
                    </a:lnTo>
                    <a:close/>
                    <a:moveTo>
                      <a:pt x="44499" y="29392"/>
                    </a:moveTo>
                    <a:lnTo>
                      <a:pt x="40295" y="32981"/>
                    </a:lnTo>
                    <a:lnTo>
                      <a:pt x="36091" y="29392"/>
                    </a:lnTo>
                    <a:close/>
                    <a:moveTo>
                      <a:pt x="61758" y="29392"/>
                    </a:moveTo>
                    <a:lnTo>
                      <a:pt x="57554" y="32981"/>
                    </a:lnTo>
                    <a:lnTo>
                      <a:pt x="53350" y="29392"/>
                    </a:lnTo>
                    <a:close/>
                    <a:moveTo>
                      <a:pt x="10049" y="29597"/>
                    </a:moveTo>
                    <a:lnTo>
                      <a:pt x="13466" y="32502"/>
                    </a:lnTo>
                    <a:lnTo>
                      <a:pt x="13466" y="33049"/>
                    </a:lnTo>
                    <a:lnTo>
                      <a:pt x="5982" y="33049"/>
                    </a:lnTo>
                    <a:lnTo>
                      <a:pt x="10049" y="29597"/>
                    </a:lnTo>
                    <a:close/>
                    <a:moveTo>
                      <a:pt x="18661" y="29597"/>
                    </a:moveTo>
                    <a:lnTo>
                      <a:pt x="22728" y="33049"/>
                    </a:lnTo>
                    <a:lnTo>
                      <a:pt x="15073" y="33049"/>
                    </a:lnTo>
                    <a:lnTo>
                      <a:pt x="15073" y="32639"/>
                    </a:lnTo>
                    <a:lnTo>
                      <a:pt x="15107" y="32639"/>
                    </a:lnTo>
                    <a:lnTo>
                      <a:pt x="18661" y="29597"/>
                    </a:lnTo>
                    <a:close/>
                    <a:moveTo>
                      <a:pt x="27308" y="29597"/>
                    </a:moveTo>
                    <a:lnTo>
                      <a:pt x="30794" y="32571"/>
                    </a:lnTo>
                    <a:lnTo>
                      <a:pt x="30794" y="33049"/>
                    </a:lnTo>
                    <a:lnTo>
                      <a:pt x="23241" y="33049"/>
                    </a:lnTo>
                    <a:lnTo>
                      <a:pt x="27308" y="29597"/>
                    </a:lnTo>
                    <a:close/>
                    <a:moveTo>
                      <a:pt x="35955" y="29597"/>
                    </a:moveTo>
                    <a:lnTo>
                      <a:pt x="40022" y="33049"/>
                    </a:lnTo>
                    <a:lnTo>
                      <a:pt x="32503" y="33049"/>
                    </a:lnTo>
                    <a:lnTo>
                      <a:pt x="32503" y="32537"/>
                    </a:lnTo>
                    <a:lnTo>
                      <a:pt x="35955" y="29597"/>
                    </a:lnTo>
                    <a:close/>
                    <a:moveTo>
                      <a:pt x="44601" y="29597"/>
                    </a:moveTo>
                    <a:lnTo>
                      <a:pt x="48019" y="32502"/>
                    </a:lnTo>
                    <a:lnTo>
                      <a:pt x="48019" y="33049"/>
                    </a:lnTo>
                    <a:lnTo>
                      <a:pt x="40534" y="33049"/>
                    </a:lnTo>
                    <a:lnTo>
                      <a:pt x="44601" y="29597"/>
                    </a:lnTo>
                    <a:close/>
                    <a:moveTo>
                      <a:pt x="53214" y="29597"/>
                    </a:moveTo>
                    <a:lnTo>
                      <a:pt x="57281" y="33049"/>
                    </a:lnTo>
                    <a:lnTo>
                      <a:pt x="49694" y="33049"/>
                    </a:lnTo>
                    <a:lnTo>
                      <a:pt x="49694" y="32639"/>
                    </a:lnTo>
                    <a:lnTo>
                      <a:pt x="53214" y="29597"/>
                    </a:lnTo>
                    <a:close/>
                    <a:moveTo>
                      <a:pt x="61895" y="29597"/>
                    </a:moveTo>
                    <a:lnTo>
                      <a:pt x="65449" y="32639"/>
                    </a:lnTo>
                    <a:lnTo>
                      <a:pt x="65449" y="33049"/>
                    </a:lnTo>
                    <a:lnTo>
                      <a:pt x="57793" y="33049"/>
                    </a:lnTo>
                    <a:lnTo>
                      <a:pt x="61895" y="29597"/>
                    </a:lnTo>
                    <a:close/>
                    <a:moveTo>
                      <a:pt x="70541" y="29597"/>
                    </a:moveTo>
                    <a:lnTo>
                      <a:pt x="74574" y="33049"/>
                    </a:lnTo>
                    <a:lnTo>
                      <a:pt x="67124" y="33049"/>
                    </a:lnTo>
                    <a:lnTo>
                      <a:pt x="67124" y="32502"/>
                    </a:lnTo>
                    <a:lnTo>
                      <a:pt x="70541" y="29597"/>
                    </a:lnTo>
                    <a:close/>
                    <a:moveTo>
                      <a:pt x="30145" y="1"/>
                    </a:moveTo>
                    <a:lnTo>
                      <a:pt x="30145" y="27752"/>
                    </a:lnTo>
                    <a:lnTo>
                      <a:pt x="22968" y="27752"/>
                    </a:lnTo>
                    <a:lnTo>
                      <a:pt x="22968" y="4785"/>
                    </a:lnTo>
                    <a:lnTo>
                      <a:pt x="20575" y="4785"/>
                    </a:lnTo>
                    <a:lnTo>
                      <a:pt x="20575" y="27752"/>
                    </a:lnTo>
                    <a:lnTo>
                      <a:pt x="1" y="27752"/>
                    </a:lnTo>
                    <a:lnTo>
                      <a:pt x="1" y="29324"/>
                    </a:lnTo>
                    <a:lnTo>
                      <a:pt x="1505" y="29324"/>
                    </a:lnTo>
                    <a:lnTo>
                      <a:pt x="1368" y="29495"/>
                    </a:lnTo>
                    <a:lnTo>
                      <a:pt x="5503" y="33015"/>
                    </a:lnTo>
                    <a:lnTo>
                      <a:pt x="1" y="33015"/>
                    </a:lnTo>
                    <a:lnTo>
                      <a:pt x="1" y="34758"/>
                    </a:lnTo>
                    <a:lnTo>
                      <a:pt x="76351" y="34758"/>
                    </a:lnTo>
                    <a:lnTo>
                      <a:pt x="76351" y="33015"/>
                    </a:lnTo>
                    <a:lnTo>
                      <a:pt x="74984" y="33015"/>
                    </a:lnTo>
                    <a:lnTo>
                      <a:pt x="75018" y="32981"/>
                    </a:lnTo>
                    <a:lnTo>
                      <a:pt x="70712" y="29324"/>
                    </a:lnTo>
                    <a:lnTo>
                      <a:pt x="76351" y="29324"/>
                    </a:lnTo>
                    <a:lnTo>
                      <a:pt x="76351" y="27752"/>
                    </a:lnTo>
                    <a:lnTo>
                      <a:pt x="57212" y="27752"/>
                    </a:lnTo>
                    <a:lnTo>
                      <a:pt x="57212" y="4785"/>
                    </a:lnTo>
                    <a:lnTo>
                      <a:pt x="54820" y="4785"/>
                    </a:lnTo>
                    <a:lnTo>
                      <a:pt x="54820" y="27752"/>
                    </a:lnTo>
                    <a:lnTo>
                      <a:pt x="45797" y="27752"/>
                    </a:lnTo>
                    <a:lnTo>
                      <a:pt x="45797" y="1"/>
                    </a:lnTo>
                    <a:lnTo>
                      <a:pt x="44772" y="1"/>
                    </a:lnTo>
                    <a:lnTo>
                      <a:pt x="44772" y="27752"/>
                    </a:lnTo>
                    <a:lnTo>
                      <a:pt x="31170" y="27752"/>
                    </a:lnTo>
                    <a:lnTo>
                      <a:pt x="31170"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06" name="Google Shape;1806;p50"/>
              <p:cNvSpPr/>
              <p:nvPr/>
            </p:nvSpPr>
            <p:spPr>
              <a:xfrm>
                <a:off x="7332425" y="3288072"/>
                <a:ext cx="1653965" cy="604095"/>
              </a:xfrm>
              <a:custGeom>
                <a:avLst/>
                <a:gdLst/>
                <a:ahLst/>
                <a:cxnLst/>
                <a:rect l="l" t="t" r="r" b="b"/>
                <a:pathLst>
                  <a:path w="79052" h="28873" extrusionOk="0">
                    <a:moveTo>
                      <a:pt x="38996" y="0"/>
                    </a:moveTo>
                    <a:lnTo>
                      <a:pt x="377" y="24642"/>
                    </a:lnTo>
                    <a:cubicBezTo>
                      <a:pt x="137" y="24881"/>
                      <a:pt x="1" y="25154"/>
                      <a:pt x="1" y="25462"/>
                    </a:cubicBezTo>
                    <a:lnTo>
                      <a:pt x="1" y="27649"/>
                    </a:lnTo>
                    <a:cubicBezTo>
                      <a:pt x="1" y="28278"/>
                      <a:pt x="514" y="28701"/>
                      <a:pt x="1057" y="28701"/>
                    </a:cubicBezTo>
                    <a:cubicBezTo>
                      <a:pt x="1281" y="28701"/>
                      <a:pt x="1510" y="28629"/>
                      <a:pt x="1710" y="28469"/>
                    </a:cubicBezTo>
                    <a:lnTo>
                      <a:pt x="38313" y="5469"/>
                    </a:lnTo>
                    <a:cubicBezTo>
                      <a:pt x="38501" y="5298"/>
                      <a:pt x="38740" y="5212"/>
                      <a:pt x="38983" y="5212"/>
                    </a:cubicBezTo>
                    <a:cubicBezTo>
                      <a:pt x="39227" y="5212"/>
                      <a:pt x="39475" y="5298"/>
                      <a:pt x="39680" y="5469"/>
                    </a:cubicBezTo>
                    <a:lnTo>
                      <a:pt x="77342" y="28640"/>
                    </a:lnTo>
                    <a:cubicBezTo>
                      <a:pt x="77542" y="28800"/>
                      <a:pt x="77771" y="28872"/>
                      <a:pt x="77995" y="28872"/>
                    </a:cubicBezTo>
                    <a:cubicBezTo>
                      <a:pt x="78538" y="28872"/>
                      <a:pt x="79051" y="28449"/>
                      <a:pt x="79051" y="27820"/>
                    </a:cubicBezTo>
                    <a:lnTo>
                      <a:pt x="79051" y="25428"/>
                    </a:lnTo>
                    <a:cubicBezTo>
                      <a:pt x="79051" y="25120"/>
                      <a:pt x="78914" y="24778"/>
                      <a:pt x="78641" y="24607"/>
                    </a:cubicBezTo>
                    <a:lnTo>
                      <a:pt x="38996"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1807" name="Google Shape;1807;p50"/>
            <p:cNvGrpSpPr/>
            <p:nvPr/>
          </p:nvGrpSpPr>
          <p:grpSpPr>
            <a:xfrm>
              <a:off x="7164083" y="3927314"/>
              <a:ext cx="122036" cy="644310"/>
              <a:chOff x="6090725" y="734900"/>
              <a:chExt cx="136950" cy="723050"/>
            </a:xfrm>
          </p:grpSpPr>
          <p:sp>
            <p:nvSpPr>
              <p:cNvPr id="1808" name="Google Shape;1808;p50"/>
              <p:cNvSpPr/>
              <p:nvPr/>
            </p:nvSpPr>
            <p:spPr>
              <a:xfrm>
                <a:off x="6130600" y="1337075"/>
                <a:ext cx="57175" cy="120875"/>
              </a:xfrm>
              <a:custGeom>
                <a:avLst/>
                <a:gdLst/>
                <a:ahLst/>
                <a:cxnLst/>
                <a:rect l="l" t="t" r="r" b="b"/>
                <a:pathLst>
                  <a:path w="2287" h="4835" extrusionOk="0">
                    <a:moveTo>
                      <a:pt x="251" y="0"/>
                    </a:moveTo>
                    <a:lnTo>
                      <a:pt x="1" y="4834"/>
                    </a:lnTo>
                    <a:lnTo>
                      <a:pt x="2287" y="4834"/>
                    </a:lnTo>
                    <a:lnTo>
                      <a:pt x="2037"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09" name="Google Shape;1809;p50"/>
              <p:cNvSpPr/>
              <p:nvPr/>
            </p:nvSpPr>
            <p:spPr>
              <a:xfrm>
                <a:off x="6149075" y="902500"/>
                <a:ext cx="20250" cy="440550"/>
              </a:xfrm>
              <a:custGeom>
                <a:avLst/>
                <a:gdLst/>
                <a:ahLst/>
                <a:cxnLst/>
                <a:rect l="l" t="t" r="r" b="b"/>
                <a:pathLst>
                  <a:path w="810" h="17622" extrusionOk="0">
                    <a:moveTo>
                      <a:pt x="0" y="0"/>
                    </a:moveTo>
                    <a:lnTo>
                      <a:pt x="0" y="17621"/>
                    </a:lnTo>
                    <a:lnTo>
                      <a:pt x="810" y="17621"/>
                    </a:lnTo>
                    <a:lnTo>
                      <a:pt x="810"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10" name="Google Shape;1810;p50"/>
              <p:cNvSpPr/>
              <p:nvPr/>
            </p:nvSpPr>
            <p:spPr>
              <a:xfrm>
                <a:off x="6144300" y="1288850"/>
                <a:ext cx="29800" cy="48250"/>
              </a:xfrm>
              <a:custGeom>
                <a:avLst/>
                <a:gdLst/>
                <a:ahLst/>
                <a:cxnLst/>
                <a:rect l="l" t="t" r="r" b="b"/>
                <a:pathLst>
                  <a:path w="1192" h="1930" extrusionOk="0">
                    <a:moveTo>
                      <a:pt x="1" y="0"/>
                    </a:moveTo>
                    <a:lnTo>
                      <a:pt x="1" y="1929"/>
                    </a:lnTo>
                    <a:lnTo>
                      <a:pt x="1191" y="1929"/>
                    </a:lnTo>
                    <a:lnTo>
                      <a:pt x="1191"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11" name="Google Shape;1811;p50"/>
              <p:cNvSpPr/>
              <p:nvPr/>
            </p:nvSpPr>
            <p:spPr>
              <a:xfrm>
                <a:off x="6133575" y="872425"/>
                <a:ext cx="51225" cy="10750"/>
              </a:xfrm>
              <a:custGeom>
                <a:avLst/>
                <a:gdLst/>
                <a:ahLst/>
                <a:cxnLst/>
                <a:rect l="l" t="t" r="r" b="b"/>
                <a:pathLst>
                  <a:path w="2049" h="430" extrusionOk="0">
                    <a:moveTo>
                      <a:pt x="1" y="1"/>
                    </a:moveTo>
                    <a:lnTo>
                      <a:pt x="1" y="429"/>
                    </a:lnTo>
                    <a:lnTo>
                      <a:pt x="2049" y="429"/>
                    </a:lnTo>
                    <a:lnTo>
                      <a:pt x="2049"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12" name="Google Shape;1812;p50"/>
              <p:cNvSpPr/>
              <p:nvPr/>
            </p:nvSpPr>
            <p:spPr>
              <a:xfrm>
                <a:off x="6118400" y="789075"/>
                <a:ext cx="81600" cy="10750"/>
              </a:xfrm>
              <a:custGeom>
                <a:avLst/>
                <a:gdLst/>
                <a:ahLst/>
                <a:cxnLst/>
                <a:rect l="l" t="t" r="r" b="b"/>
                <a:pathLst>
                  <a:path w="3264" h="430" extrusionOk="0">
                    <a:moveTo>
                      <a:pt x="1" y="1"/>
                    </a:moveTo>
                    <a:lnTo>
                      <a:pt x="1" y="430"/>
                    </a:lnTo>
                    <a:lnTo>
                      <a:pt x="3263" y="430"/>
                    </a:lnTo>
                    <a:lnTo>
                      <a:pt x="3263"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13" name="Google Shape;1813;p50"/>
              <p:cNvSpPr/>
              <p:nvPr/>
            </p:nvSpPr>
            <p:spPr>
              <a:xfrm>
                <a:off x="6138650" y="883150"/>
                <a:ext cx="41100" cy="19375"/>
              </a:xfrm>
              <a:custGeom>
                <a:avLst/>
                <a:gdLst/>
                <a:ahLst/>
                <a:cxnLst/>
                <a:rect l="l" t="t" r="r" b="b"/>
                <a:pathLst>
                  <a:path w="1644" h="775" extrusionOk="0">
                    <a:moveTo>
                      <a:pt x="0" y="0"/>
                    </a:moveTo>
                    <a:lnTo>
                      <a:pt x="417" y="774"/>
                    </a:lnTo>
                    <a:lnTo>
                      <a:pt x="1227" y="774"/>
                    </a:lnTo>
                    <a:lnTo>
                      <a:pt x="1643"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14" name="Google Shape;1814;p50"/>
              <p:cNvSpPr/>
              <p:nvPr/>
            </p:nvSpPr>
            <p:spPr>
              <a:xfrm>
                <a:off x="6125550" y="764375"/>
                <a:ext cx="67000" cy="24725"/>
              </a:xfrm>
              <a:custGeom>
                <a:avLst/>
                <a:gdLst/>
                <a:ahLst/>
                <a:cxnLst/>
                <a:rect l="l" t="t" r="r" b="b"/>
                <a:pathLst>
                  <a:path w="2680" h="989" extrusionOk="0">
                    <a:moveTo>
                      <a:pt x="322" y="1"/>
                    </a:moveTo>
                    <a:lnTo>
                      <a:pt x="1" y="989"/>
                    </a:lnTo>
                    <a:lnTo>
                      <a:pt x="2679" y="989"/>
                    </a:lnTo>
                    <a:lnTo>
                      <a:pt x="2370"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15" name="Google Shape;1815;p50"/>
              <p:cNvSpPr/>
              <p:nvPr/>
            </p:nvSpPr>
            <p:spPr>
              <a:xfrm>
                <a:off x="6144000" y="758425"/>
                <a:ext cx="30400" cy="5975"/>
              </a:xfrm>
              <a:custGeom>
                <a:avLst/>
                <a:gdLst/>
                <a:ahLst/>
                <a:cxnLst/>
                <a:rect l="l" t="t" r="r" b="b"/>
                <a:pathLst>
                  <a:path w="1216" h="239" extrusionOk="0">
                    <a:moveTo>
                      <a:pt x="1" y="1"/>
                    </a:moveTo>
                    <a:lnTo>
                      <a:pt x="1" y="239"/>
                    </a:lnTo>
                    <a:lnTo>
                      <a:pt x="1215" y="239"/>
                    </a:lnTo>
                    <a:lnTo>
                      <a:pt x="1215"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16" name="Google Shape;1816;p50"/>
              <p:cNvSpPr/>
              <p:nvPr/>
            </p:nvSpPr>
            <p:spPr>
              <a:xfrm>
                <a:off x="6127625" y="799800"/>
                <a:ext cx="63125" cy="72650"/>
              </a:xfrm>
              <a:custGeom>
                <a:avLst/>
                <a:gdLst/>
                <a:ahLst/>
                <a:cxnLst/>
                <a:rect l="l" t="t" r="r" b="b"/>
                <a:pathLst>
                  <a:path w="2525" h="2906" extrusionOk="0">
                    <a:moveTo>
                      <a:pt x="1" y="1"/>
                    </a:moveTo>
                    <a:lnTo>
                      <a:pt x="239" y="2906"/>
                    </a:lnTo>
                    <a:lnTo>
                      <a:pt x="2287" y="2906"/>
                    </a:lnTo>
                    <a:lnTo>
                      <a:pt x="2525"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17" name="Google Shape;1817;p50"/>
              <p:cNvSpPr/>
              <p:nvPr/>
            </p:nvSpPr>
            <p:spPr>
              <a:xfrm>
                <a:off x="6152050" y="734900"/>
                <a:ext cx="14900" cy="29800"/>
              </a:xfrm>
              <a:custGeom>
                <a:avLst/>
                <a:gdLst/>
                <a:ahLst/>
                <a:cxnLst/>
                <a:rect l="l" t="t" r="r" b="b"/>
                <a:pathLst>
                  <a:path w="596" h="1192" extrusionOk="0">
                    <a:moveTo>
                      <a:pt x="298" y="1"/>
                    </a:moveTo>
                    <a:cubicBezTo>
                      <a:pt x="131" y="1"/>
                      <a:pt x="0" y="263"/>
                      <a:pt x="0" y="596"/>
                    </a:cubicBezTo>
                    <a:cubicBezTo>
                      <a:pt x="0" y="930"/>
                      <a:pt x="131" y="1192"/>
                      <a:pt x="298" y="1192"/>
                    </a:cubicBezTo>
                    <a:cubicBezTo>
                      <a:pt x="453" y="1192"/>
                      <a:pt x="595" y="930"/>
                      <a:pt x="595" y="596"/>
                    </a:cubicBezTo>
                    <a:cubicBezTo>
                      <a:pt x="595" y="275"/>
                      <a:pt x="453" y="1"/>
                      <a:pt x="298"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18" name="Google Shape;1818;p50"/>
              <p:cNvSpPr/>
              <p:nvPr/>
            </p:nvSpPr>
            <p:spPr>
              <a:xfrm>
                <a:off x="6109475" y="942675"/>
                <a:ext cx="99450" cy="10150"/>
              </a:xfrm>
              <a:custGeom>
                <a:avLst/>
                <a:gdLst/>
                <a:ahLst/>
                <a:cxnLst/>
                <a:rect l="l" t="t" r="r" b="b"/>
                <a:pathLst>
                  <a:path w="3978" h="406" extrusionOk="0">
                    <a:moveTo>
                      <a:pt x="1" y="1"/>
                    </a:moveTo>
                    <a:lnTo>
                      <a:pt x="1" y="405"/>
                    </a:lnTo>
                    <a:lnTo>
                      <a:pt x="3977" y="405"/>
                    </a:lnTo>
                    <a:lnTo>
                      <a:pt x="3977"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19" name="Google Shape;1819;p50"/>
              <p:cNvSpPr/>
              <p:nvPr/>
            </p:nvSpPr>
            <p:spPr>
              <a:xfrm>
                <a:off x="6201450" y="936700"/>
                <a:ext cx="26225" cy="22250"/>
              </a:xfrm>
              <a:custGeom>
                <a:avLst/>
                <a:gdLst/>
                <a:ahLst/>
                <a:cxnLst/>
                <a:rect l="l" t="t" r="r" b="b"/>
                <a:pathLst>
                  <a:path w="1049" h="890" extrusionOk="0">
                    <a:moveTo>
                      <a:pt x="617" y="1"/>
                    </a:moveTo>
                    <a:cubicBezTo>
                      <a:pt x="610" y="1"/>
                      <a:pt x="603" y="1"/>
                      <a:pt x="596" y="1"/>
                    </a:cubicBezTo>
                    <a:cubicBezTo>
                      <a:pt x="203" y="1"/>
                      <a:pt x="1" y="478"/>
                      <a:pt x="286" y="763"/>
                    </a:cubicBezTo>
                    <a:cubicBezTo>
                      <a:pt x="373" y="850"/>
                      <a:pt x="482" y="889"/>
                      <a:pt x="590" y="889"/>
                    </a:cubicBezTo>
                    <a:cubicBezTo>
                      <a:pt x="821" y="889"/>
                      <a:pt x="1048" y="710"/>
                      <a:pt x="1048" y="442"/>
                    </a:cubicBezTo>
                    <a:cubicBezTo>
                      <a:pt x="1048" y="199"/>
                      <a:pt x="857" y="1"/>
                      <a:pt x="617"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20" name="Google Shape;1820;p50"/>
              <p:cNvSpPr/>
              <p:nvPr/>
            </p:nvSpPr>
            <p:spPr>
              <a:xfrm>
                <a:off x="6090725" y="936725"/>
                <a:ext cx="25550" cy="21900"/>
              </a:xfrm>
              <a:custGeom>
                <a:avLst/>
                <a:gdLst/>
                <a:ahLst/>
                <a:cxnLst/>
                <a:rect l="l" t="t" r="r" b="b"/>
                <a:pathLst>
                  <a:path w="1022" h="876" extrusionOk="0">
                    <a:moveTo>
                      <a:pt x="455" y="0"/>
                    </a:moveTo>
                    <a:cubicBezTo>
                      <a:pt x="451" y="0"/>
                      <a:pt x="446" y="0"/>
                      <a:pt x="441" y="0"/>
                    </a:cubicBezTo>
                    <a:cubicBezTo>
                      <a:pt x="191" y="0"/>
                      <a:pt x="0" y="191"/>
                      <a:pt x="0" y="441"/>
                    </a:cubicBezTo>
                    <a:cubicBezTo>
                      <a:pt x="8" y="704"/>
                      <a:pt x="219" y="876"/>
                      <a:pt x="439" y="876"/>
                    </a:cubicBezTo>
                    <a:cubicBezTo>
                      <a:pt x="548" y="876"/>
                      <a:pt x="660" y="833"/>
                      <a:pt x="751" y="739"/>
                    </a:cubicBezTo>
                    <a:cubicBezTo>
                      <a:pt x="1021" y="468"/>
                      <a:pt x="839" y="0"/>
                      <a:pt x="455"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1821" name="Google Shape;1821;p50"/>
            <p:cNvGrpSpPr/>
            <p:nvPr/>
          </p:nvGrpSpPr>
          <p:grpSpPr>
            <a:xfrm>
              <a:off x="5452225" y="4168307"/>
              <a:ext cx="292429" cy="403308"/>
              <a:chOff x="5605250" y="1168900"/>
              <a:chExt cx="208075" cy="286950"/>
            </a:xfrm>
          </p:grpSpPr>
          <p:sp>
            <p:nvSpPr>
              <p:cNvPr id="1822" name="Google Shape;1822;p50"/>
              <p:cNvSpPr/>
              <p:nvPr/>
            </p:nvSpPr>
            <p:spPr>
              <a:xfrm>
                <a:off x="5605250" y="1168900"/>
                <a:ext cx="208075" cy="208375"/>
              </a:xfrm>
              <a:custGeom>
                <a:avLst/>
                <a:gdLst/>
                <a:ahLst/>
                <a:cxnLst/>
                <a:rect l="l" t="t" r="r" b="b"/>
                <a:pathLst>
                  <a:path w="8323" h="8335" extrusionOk="0">
                    <a:moveTo>
                      <a:pt x="4156" y="0"/>
                    </a:moveTo>
                    <a:cubicBezTo>
                      <a:pt x="1858" y="0"/>
                      <a:pt x="0" y="1870"/>
                      <a:pt x="0" y="4167"/>
                    </a:cubicBezTo>
                    <a:cubicBezTo>
                      <a:pt x="0" y="6465"/>
                      <a:pt x="1858" y="8335"/>
                      <a:pt x="4156" y="8335"/>
                    </a:cubicBezTo>
                    <a:cubicBezTo>
                      <a:pt x="6465" y="8335"/>
                      <a:pt x="8323" y="6465"/>
                      <a:pt x="8323" y="4167"/>
                    </a:cubicBezTo>
                    <a:cubicBezTo>
                      <a:pt x="8323" y="1870"/>
                      <a:pt x="6465" y="0"/>
                      <a:pt x="4156" y="0"/>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23" name="Google Shape;1823;p50"/>
              <p:cNvSpPr/>
              <p:nvPr/>
            </p:nvSpPr>
            <p:spPr>
              <a:xfrm>
                <a:off x="5709125" y="1168900"/>
                <a:ext cx="104200" cy="208375"/>
              </a:xfrm>
              <a:custGeom>
                <a:avLst/>
                <a:gdLst/>
                <a:ahLst/>
                <a:cxnLst/>
                <a:rect l="l" t="t" r="r" b="b"/>
                <a:pathLst>
                  <a:path w="4168" h="8335" extrusionOk="0">
                    <a:moveTo>
                      <a:pt x="1" y="0"/>
                    </a:moveTo>
                    <a:lnTo>
                      <a:pt x="1" y="8335"/>
                    </a:lnTo>
                    <a:cubicBezTo>
                      <a:pt x="2310" y="8335"/>
                      <a:pt x="4168" y="6465"/>
                      <a:pt x="4168" y="4167"/>
                    </a:cubicBezTo>
                    <a:cubicBezTo>
                      <a:pt x="4168" y="1870"/>
                      <a:pt x="2310" y="0"/>
                      <a:pt x="1" y="0"/>
                    </a:cubicBez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24" name="Google Shape;1824;p50"/>
              <p:cNvSpPr/>
              <p:nvPr/>
            </p:nvSpPr>
            <p:spPr>
              <a:xfrm>
                <a:off x="5699600" y="1259300"/>
                <a:ext cx="19375" cy="196550"/>
              </a:xfrm>
              <a:custGeom>
                <a:avLst/>
                <a:gdLst/>
                <a:ahLst/>
                <a:cxnLst/>
                <a:rect l="l" t="t" r="r" b="b"/>
                <a:pathLst>
                  <a:path w="775" h="7862" extrusionOk="0">
                    <a:moveTo>
                      <a:pt x="388" y="1"/>
                    </a:moveTo>
                    <a:cubicBezTo>
                      <a:pt x="194" y="1"/>
                      <a:pt x="1" y="129"/>
                      <a:pt x="1" y="385"/>
                    </a:cubicBezTo>
                    <a:lnTo>
                      <a:pt x="1" y="7469"/>
                    </a:lnTo>
                    <a:cubicBezTo>
                      <a:pt x="1" y="7695"/>
                      <a:pt x="167" y="7862"/>
                      <a:pt x="394" y="7862"/>
                    </a:cubicBezTo>
                    <a:cubicBezTo>
                      <a:pt x="608" y="7862"/>
                      <a:pt x="775" y="7695"/>
                      <a:pt x="775" y="7469"/>
                    </a:cubicBezTo>
                    <a:lnTo>
                      <a:pt x="775" y="385"/>
                    </a:lnTo>
                    <a:cubicBezTo>
                      <a:pt x="775" y="129"/>
                      <a:pt x="581" y="1"/>
                      <a:pt x="388"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25" name="Google Shape;1825;p50"/>
              <p:cNvSpPr/>
              <p:nvPr/>
            </p:nvSpPr>
            <p:spPr>
              <a:xfrm>
                <a:off x="5665375" y="1310575"/>
                <a:ext cx="43775" cy="36050"/>
              </a:xfrm>
              <a:custGeom>
                <a:avLst/>
                <a:gdLst/>
                <a:ahLst/>
                <a:cxnLst/>
                <a:rect l="l" t="t" r="r" b="b"/>
                <a:pathLst>
                  <a:path w="1751" h="1442" extrusionOk="0">
                    <a:moveTo>
                      <a:pt x="0" y="1"/>
                    </a:moveTo>
                    <a:lnTo>
                      <a:pt x="1751" y="1441"/>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26" name="Google Shape;1826;p50"/>
              <p:cNvSpPr/>
              <p:nvPr/>
            </p:nvSpPr>
            <p:spPr>
              <a:xfrm>
                <a:off x="5651075" y="1300725"/>
                <a:ext cx="69100" cy="55725"/>
              </a:xfrm>
              <a:custGeom>
                <a:avLst/>
                <a:gdLst/>
                <a:ahLst/>
                <a:cxnLst/>
                <a:rect l="l" t="t" r="r" b="b"/>
                <a:pathLst>
                  <a:path w="2764" h="2229" extrusionOk="0">
                    <a:moveTo>
                      <a:pt x="571" y="0"/>
                    </a:moveTo>
                    <a:cubicBezTo>
                      <a:pt x="251" y="0"/>
                      <a:pt x="0" y="439"/>
                      <a:pt x="322" y="704"/>
                    </a:cubicBezTo>
                    <a:lnTo>
                      <a:pt x="2085" y="2145"/>
                    </a:lnTo>
                    <a:cubicBezTo>
                      <a:pt x="2156" y="2204"/>
                      <a:pt x="2239" y="2228"/>
                      <a:pt x="2335" y="2228"/>
                    </a:cubicBezTo>
                    <a:cubicBezTo>
                      <a:pt x="2442" y="2228"/>
                      <a:pt x="2561" y="2181"/>
                      <a:pt x="2632" y="2085"/>
                    </a:cubicBezTo>
                    <a:cubicBezTo>
                      <a:pt x="2763" y="1919"/>
                      <a:pt x="2739" y="1681"/>
                      <a:pt x="2573" y="1538"/>
                    </a:cubicBezTo>
                    <a:lnTo>
                      <a:pt x="822" y="97"/>
                    </a:lnTo>
                    <a:cubicBezTo>
                      <a:pt x="740" y="29"/>
                      <a:pt x="653" y="0"/>
                      <a:pt x="571"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27" name="Google Shape;1827;p50"/>
              <p:cNvSpPr/>
              <p:nvPr/>
            </p:nvSpPr>
            <p:spPr>
              <a:xfrm>
                <a:off x="5709125" y="1289150"/>
                <a:ext cx="31275" cy="29775"/>
              </a:xfrm>
              <a:custGeom>
                <a:avLst/>
                <a:gdLst/>
                <a:ahLst/>
                <a:cxnLst/>
                <a:rect l="l" t="t" r="r" b="b"/>
                <a:pathLst>
                  <a:path w="1251" h="1191" extrusionOk="0">
                    <a:moveTo>
                      <a:pt x="1" y="1191"/>
                    </a:moveTo>
                    <a:lnTo>
                      <a:pt x="1251" y="0"/>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28" name="Google Shape;1828;p50"/>
              <p:cNvSpPr/>
              <p:nvPr/>
            </p:nvSpPr>
            <p:spPr>
              <a:xfrm>
                <a:off x="5696025" y="1279325"/>
                <a:ext cx="58350" cy="49425"/>
              </a:xfrm>
              <a:custGeom>
                <a:avLst/>
                <a:gdLst/>
                <a:ahLst/>
                <a:cxnLst/>
                <a:rect l="l" t="t" r="r" b="b"/>
                <a:pathLst>
                  <a:path w="2334" h="1977" extrusionOk="0">
                    <a:moveTo>
                      <a:pt x="1773" y="0"/>
                    </a:moveTo>
                    <a:cubicBezTo>
                      <a:pt x="1683" y="0"/>
                      <a:pt x="1588" y="35"/>
                      <a:pt x="1501" y="120"/>
                    </a:cubicBezTo>
                    <a:lnTo>
                      <a:pt x="263" y="1310"/>
                    </a:lnTo>
                    <a:cubicBezTo>
                      <a:pt x="1" y="1548"/>
                      <a:pt x="179" y="1977"/>
                      <a:pt x="537" y="1977"/>
                    </a:cubicBezTo>
                    <a:cubicBezTo>
                      <a:pt x="632" y="1977"/>
                      <a:pt x="727" y="1941"/>
                      <a:pt x="799" y="1870"/>
                    </a:cubicBezTo>
                    <a:lnTo>
                      <a:pt x="2049" y="679"/>
                    </a:lnTo>
                    <a:cubicBezTo>
                      <a:pt x="2334" y="403"/>
                      <a:pt x="2079" y="0"/>
                      <a:pt x="1773"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1829" name="Google Shape;1829;p50"/>
            <p:cNvGrpSpPr/>
            <p:nvPr/>
          </p:nvGrpSpPr>
          <p:grpSpPr>
            <a:xfrm>
              <a:off x="5773957" y="4083311"/>
              <a:ext cx="259699" cy="480695"/>
              <a:chOff x="6691700" y="1068275"/>
              <a:chExt cx="221775" cy="410500"/>
            </a:xfrm>
          </p:grpSpPr>
          <p:sp>
            <p:nvSpPr>
              <p:cNvPr id="1830" name="Google Shape;1830;p50"/>
              <p:cNvSpPr/>
              <p:nvPr/>
            </p:nvSpPr>
            <p:spPr>
              <a:xfrm>
                <a:off x="6691700" y="1068275"/>
                <a:ext cx="221775" cy="317325"/>
              </a:xfrm>
              <a:custGeom>
                <a:avLst/>
                <a:gdLst/>
                <a:ahLst/>
                <a:cxnLst/>
                <a:rect l="l" t="t" r="r" b="b"/>
                <a:pathLst>
                  <a:path w="8871" h="12693" extrusionOk="0">
                    <a:moveTo>
                      <a:pt x="4429" y="1"/>
                    </a:moveTo>
                    <a:cubicBezTo>
                      <a:pt x="3810" y="1"/>
                      <a:pt x="0" y="3430"/>
                      <a:pt x="0" y="7657"/>
                    </a:cubicBezTo>
                    <a:cubicBezTo>
                      <a:pt x="0" y="11883"/>
                      <a:pt x="3715" y="12693"/>
                      <a:pt x="4429" y="12693"/>
                    </a:cubicBezTo>
                    <a:cubicBezTo>
                      <a:pt x="5144" y="12693"/>
                      <a:pt x="8870" y="11883"/>
                      <a:pt x="8870" y="7657"/>
                    </a:cubicBezTo>
                    <a:cubicBezTo>
                      <a:pt x="8870" y="3430"/>
                      <a:pt x="5060" y="1"/>
                      <a:pt x="4429" y="1"/>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31" name="Google Shape;1831;p50"/>
              <p:cNvSpPr/>
              <p:nvPr/>
            </p:nvSpPr>
            <p:spPr>
              <a:xfrm>
                <a:off x="6802425" y="1068275"/>
                <a:ext cx="111050" cy="317325"/>
              </a:xfrm>
              <a:custGeom>
                <a:avLst/>
                <a:gdLst/>
                <a:ahLst/>
                <a:cxnLst/>
                <a:rect l="l" t="t" r="r" b="b"/>
                <a:pathLst>
                  <a:path w="4442" h="12693" extrusionOk="0">
                    <a:moveTo>
                      <a:pt x="0" y="1"/>
                    </a:moveTo>
                    <a:lnTo>
                      <a:pt x="0" y="12693"/>
                    </a:lnTo>
                    <a:cubicBezTo>
                      <a:pt x="727" y="12693"/>
                      <a:pt x="4441" y="11883"/>
                      <a:pt x="4441" y="7657"/>
                    </a:cubicBezTo>
                    <a:cubicBezTo>
                      <a:pt x="4441" y="3430"/>
                      <a:pt x="631" y="1"/>
                      <a:pt x="0" y="1"/>
                    </a:cubicBez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32" name="Google Shape;1832;p50"/>
              <p:cNvSpPr/>
              <p:nvPr/>
            </p:nvSpPr>
            <p:spPr>
              <a:xfrm>
                <a:off x="6792600" y="1285875"/>
                <a:ext cx="19675" cy="192900"/>
              </a:xfrm>
              <a:custGeom>
                <a:avLst/>
                <a:gdLst/>
                <a:ahLst/>
                <a:cxnLst/>
                <a:rect l="l" t="t" r="r" b="b"/>
                <a:pathLst>
                  <a:path w="787" h="7716" extrusionOk="0">
                    <a:moveTo>
                      <a:pt x="393" y="0"/>
                    </a:moveTo>
                    <a:cubicBezTo>
                      <a:pt x="197" y="0"/>
                      <a:pt x="0" y="131"/>
                      <a:pt x="0" y="393"/>
                    </a:cubicBezTo>
                    <a:lnTo>
                      <a:pt x="0" y="7323"/>
                    </a:lnTo>
                    <a:cubicBezTo>
                      <a:pt x="0" y="7537"/>
                      <a:pt x="179" y="7716"/>
                      <a:pt x="393" y="7716"/>
                    </a:cubicBezTo>
                    <a:cubicBezTo>
                      <a:pt x="608" y="7716"/>
                      <a:pt x="786" y="7537"/>
                      <a:pt x="786" y="7323"/>
                    </a:cubicBezTo>
                    <a:lnTo>
                      <a:pt x="786" y="393"/>
                    </a:lnTo>
                    <a:cubicBezTo>
                      <a:pt x="786" y="131"/>
                      <a:pt x="590" y="0"/>
                      <a:pt x="393"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33" name="Google Shape;1833;p50"/>
              <p:cNvSpPr/>
              <p:nvPr/>
            </p:nvSpPr>
            <p:spPr>
              <a:xfrm>
                <a:off x="6759550" y="1295700"/>
                <a:ext cx="42900" cy="48825"/>
              </a:xfrm>
              <a:custGeom>
                <a:avLst/>
                <a:gdLst/>
                <a:ahLst/>
                <a:cxnLst/>
                <a:rect l="l" t="t" r="r" b="b"/>
                <a:pathLst>
                  <a:path w="1716" h="1953" extrusionOk="0">
                    <a:moveTo>
                      <a:pt x="1" y="0"/>
                    </a:moveTo>
                    <a:lnTo>
                      <a:pt x="1715" y="1953"/>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34" name="Google Shape;1834;p50"/>
              <p:cNvSpPr/>
              <p:nvPr/>
            </p:nvSpPr>
            <p:spPr>
              <a:xfrm>
                <a:off x="6744850" y="1285400"/>
                <a:ext cx="70600" cy="69000"/>
              </a:xfrm>
              <a:custGeom>
                <a:avLst/>
                <a:gdLst/>
                <a:ahLst/>
                <a:cxnLst/>
                <a:rect l="l" t="t" r="r" b="b"/>
                <a:pathLst>
                  <a:path w="2824" h="2760" extrusionOk="0">
                    <a:moveTo>
                      <a:pt x="571" y="1"/>
                    </a:moveTo>
                    <a:cubicBezTo>
                      <a:pt x="271" y="1"/>
                      <a:pt x="0" y="383"/>
                      <a:pt x="291" y="674"/>
                    </a:cubicBezTo>
                    <a:lnTo>
                      <a:pt x="2006" y="2627"/>
                    </a:lnTo>
                    <a:cubicBezTo>
                      <a:pt x="2071" y="2703"/>
                      <a:pt x="2166" y="2759"/>
                      <a:pt x="2273" y="2759"/>
                    </a:cubicBezTo>
                    <a:cubicBezTo>
                      <a:pt x="2283" y="2759"/>
                      <a:pt x="2293" y="2759"/>
                      <a:pt x="2303" y="2758"/>
                    </a:cubicBezTo>
                    <a:cubicBezTo>
                      <a:pt x="2308" y="2758"/>
                      <a:pt x="2313" y="2758"/>
                      <a:pt x="2318" y="2758"/>
                    </a:cubicBezTo>
                    <a:cubicBezTo>
                      <a:pt x="2642" y="2758"/>
                      <a:pt x="2824" y="2361"/>
                      <a:pt x="2601" y="2115"/>
                    </a:cubicBezTo>
                    <a:lnTo>
                      <a:pt x="875" y="162"/>
                    </a:lnTo>
                    <a:cubicBezTo>
                      <a:pt x="785" y="48"/>
                      <a:pt x="676" y="1"/>
                      <a:pt x="571"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35" name="Google Shape;1835;p50"/>
              <p:cNvSpPr/>
              <p:nvPr/>
            </p:nvSpPr>
            <p:spPr>
              <a:xfrm>
                <a:off x="6802425" y="1295700"/>
                <a:ext cx="43175" cy="48825"/>
              </a:xfrm>
              <a:custGeom>
                <a:avLst/>
                <a:gdLst/>
                <a:ahLst/>
                <a:cxnLst/>
                <a:rect l="l" t="t" r="r" b="b"/>
                <a:pathLst>
                  <a:path w="1727" h="1953" extrusionOk="0">
                    <a:moveTo>
                      <a:pt x="1727" y="0"/>
                    </a:moveTo>
                    <a:lnTo>
                      <a:pt x="0" y="1953"/>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36" name="Google Shape;1836;p50"/>
              <p:cNvSpPr/>
              <p:nvPr/>
            </p:nvSpPr>
            <p:spPr>
              <a:xfrm>
                <a:off x="6789325" y="1285400"/>
                <a:ext cx="70700" cy="69000"/>
              </a:xfrm>
              <a:custGeom>
                <a:avLst/>
                <a:gdLst/>
                <a:ahLst/>
                <a:cxnLst/>
                <a:rect l="l" t="t" r="r" b="b"/>
                <a:pathLst>
                  <a:path w="2828" h="2760" extrusionOk="0">
                    <a:moveTo>
                      <a:pt x="2252" y="1"/>
                    </a:moveTo>
                    <a:cubicBezTo>
                      <a:pt x="2147" y="1"/>
                      <a:pt x="2040" y="48"/>
                      <a:pt x="1953" y="162"/>
                    </a:cubicBezTo>
                    <a:lnTo>
                      <a:pt x="227" y="2115"/>
                    </a:lnTo>
                    <a:cubicBezTo>
                      <a:pt x="0" y="2365"/>
                      <a:pt x="191" y="2758"/>
                      <a:pt x="524" y="2758"/>
                    </a:cubicBezTo>
                    <a:cubicBezTo>
                      <a:pt x="535" y="2759"/>
                      <a:pt x="545" y="2759"/>
                      <a:pt x="555" y="2759"/>
                    </a:cubicBezTo>
                    <a:cubicBezTo>
                      <a:pt x="662" y="2759"/>
                      <a:pt x="757" y="2703"/>
                      <a:pt x="822" y="2627"/>
                    </a:cubicBezTo>
                    <a:lnTo>
                      <a:pt x="2536" y="674"/>
                    </a:lnTo>
                    <a:cubicBezTo>
                      <a:pt x="2827" y="383"/>
                      <a:pt x="2550" y="1"/>
                      <a:pt x="2252"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sp>
          <p:nvSpPr>
            <p:cNvPr id="1837" name="Google Shape;1837;p50"/>
            <p:cNvSpPr/>
            <p:nvPr/>
          </p:nvSpPr>
          <p:spPr>
            <a:xfrm>
              <a:off x="5316527" y="4560374"/>
              <a:ext cx="4129200" cy="35700"/>
            </a:xfrm>
            <a:prstGeom prst="rect">
              <a:avLst/>
            </a:pr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1838" name="Google Shape;1838;p50"/>
          <p:cNvGrpSpPr/>
          <p:nvPr/>
        </p:nvGrpSpPr>
        <p:grpSpPr>
          <a:xfrm>
            <a:off x="1978298" y="4848985"/>
            <a:ext cx="233417" cy="1232367"/>
            <a:chOff x="6090725" y="734900"/>
            <a:chExt cx="136950" cy="723050"/>
          </a:xfrm>
        </p:grpSpPr>
        <p:sp>
          <p:nvSpPr>
            <p:cNvPr id="1839" name="Google Shape;1839;p50"/>
            <p:cNvSpPr/>
            <p:nvPr/>
          </p:nvSpPr>
          <p:spPr>
            <a:xfrm>
              <a:off x="6130600" y="1337075"/>
              <a:ext cx="57175" cy="120875"/>
            </a:xfrm>
            <a:custGeom>
              <a:avLst/>
              <a:gdLst/>
              <a:ahLst/>
              <a:cxnLst/>
              <a:rect l="l" t="t" r="r" b="b"/>
              <a:pathLst>
                <a:path w="2287" h="4835" extrusionOk="0">
                  <a:moveTo>
                    <a:pt x="251" y="0"/>
                  </a:moveTo>
                  <a:lnTo>
                    <a:pt x="1" y="4834"/>
                  </a:lnTo>
                  <a:lnTo>
                    <a:pt x="2287" y="4834"/>
                  </a:lnTo>
                  <a:lnTo>
                    <a:pt x="2037"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40" name="Google Shape;1840;p50"/>
            <p:cNvSpPr/>
            <p:nvPr/>
          </p:nvSpPr>
          <p:spPr>
            <a:xfrm>
              <a:off x="6149075" y="902500"/>
              <a:ext cx="20250" cy="440550"/>
            </a:xfrm>
            <a:custGeom>
              <a:avLst/>
              <a:gdLst/>
              <a:ahLst/>
              <a:cxnLst/>
              <a:rect l="l" t="t" r="r" b="b"/>
              <a:pathLst>
                <a:path w="810" h="17622" extrusionOk="0">
                  <a:moveTo>
                    <a:pt x="0" y="0"/>
                  </a:moveTo>
                  <a:lnTo>
                    <a:pt x="0" y="17621"/>
                  </a:lnTo>
                  <a:lnTo>
                    <a:pt x="810" y="17621"/>
                  </a:lnTo>
                  <a:lnTo>
                    <a:pt x="810"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41" name="Google Shape;1841;p50"/>
            <p:cNvSpPr/>
            <p:nvPr/>
          </p:nvSpPr>
          <p:spPr>
            <a:xfrm>
              <a:off x="6144300" y="1288850"/>
              <a:ext cx="29800" cy="48250"/>
            </a:xfrm>
            <a:custGeom>
              <a:avLst/>
              <a:gdLst/>
              <a:ahLst/>
              <a:cxnLst/>
              <a:rect l="l" t="t" r="r" b="b"/>
              <a:pathLst>
                <a:path w="1192" h="1930" extrusionOk="0">
                  <a:moveTo>
                    <a:pt x="1" y="0"/>
                  </a:moveTo>
                  <a:lnTo>
                    <a:pt x="1" y="1929"/>
                  </a:lnTo>
                  <a:lnTo>
                    <a:pt x="1191" y="1929"/>
                  </a:lnTo>
                  <a:lnTo>
                    <a:pt x="1191"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42" name="Google Shape;1842;p50"/>
            <p:cNvSpPr/>
            <p:nvPr/>
          </p:nvSpPr>
          <p:spPr>
            <a:xfrm>
              <a:off x="6133575" y="872425"/>
              <a:ext cx="51225" cy="10750"/>
            </a:xfrm>
            <a:custGeom>
              <a:avLst/>
              <a:gdLst/>
              <a:ahLst/>
              <a:cxnLst/>
              <a:rect l="l" t="t" r="r" b="b"/>
              <a:pathLst>
                <a:path w="2049" h="430" extrusionOk="0">
                  <a:moveTo>
                    <a:pt x="1" y="1"/>
                  </a:moveTo>
                  <a:lnTo>
                    <a:pt x="1" y="429"/>
                  </a:lnTo>
                  <a:lnTo>
                    <a:pt x="2049" y="429"/>
                  </a:lnTo>
                  <a:lnTo>
                    <a:pt x="2049"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43" name="Google Shape;1843;p50"/>
            <p:cNvSpPr/>
            <p:nvPr/>
          </p:nvSpPr>
          <p:spPr>
            <a:xfrm>
              <a:off x="6118400" y="789075"/>
              <a:ext cx="81600" cy="10750"/>
            </a:xfrm>
            <a:custGeom>
              <a:avLst/>
              <a:gdLst/>
              <a:ahLst/>
              <a:cxnLst/>
              <a:rect l="l" t="t" r="r" b="b"/>
              <a:pathLst>
                <a:path w="3264" h="430" extrusionOk="0">
                  <a:moveTo>
                    <a:pt x="1" y="1"/>
                  </a:moveTo>
                  <a:lnTo>
                    <a:pt x="1" y="430"/>
                  </a:lnTo>
                  <a:lnTo>
                    <a:pt x="3263" y="430"/>
                  </a:lnTo>
                  <a:lnTo>
                    <a:pt x="3263"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44" name="Google Shape;1844;p50"/>
            <p:cNvSpPr/>
            <p:nvPr/>
          </p:nvSpPr>
          <p:spPr>
            <a:xfrm>
              <a:off x="6138650" y="883150"/>
              <a:ext cx="41100" cy="19375"/>
            </a:xfrm>
            <a:custGeom>
              <a:avLst/>
              <a:gdLst/>
              <a:ahLst/>
              <a:cxnLst/>
              <a:rect l="l" t="t" r="r" b="b"/>
              <a:pathLst>
                <a:path w="1644" h="775" extrusionOk="0">
                  <a:moveTo>
                    <a:pt x="0" y="0"/>
                  </a:moveTo>
                  <a:lnTo>
                    <a:pt x="417" y="774"/>
                  </a:lnTo>
                  <a:lnTo>
                    <a:pt x="1227" y="774"/>
                  </a:lnTo>
                  <a:lnTo>
                    <a:pt x="1643"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45" name="Google Shape;1845;p50"/>
            <p:cNvSpPr/>
            <p:nvPr/>
          </p:nvSpPr>
          <p:spPr>
            <a:xfrm>
              <a:off x="6125550" y="764375"/>
              <a:ext cx="67000" cy="24725"/>
            </a:xfrm>
            <a:custGeom>
              <a:avLst/>
              <a:gdLst/>
              <a:ahLst/>
              <a:cxnLst/>
              <a:rect l="l" t="t" r="r" b="b"/>
              <a:pathLst>
                <a:path w="2680" h="989" extrusionOk="0">
                  <a:moveTo>
                    <a:pt x="322" y="1"/>
                  </a:moveTo>
                  <a:lnTo>
                    <a:pt x="1" y="989"/>
                  </a:lnTo>
                  <a:lnTo>
                    <a:pt x="2679" y="989"/>
                  </a:lnTo>
                  <a:lnTo>
                    <a:pt x="2370"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46" name="Google Shape;1846;p50"/>
            <p:cNvSpPr/>
            <p:nvPr/>
          </p:nvSpPr>
          <p:spPr>
            <a:xfrm>
              <a:off x="6144000" y="758425"/>
              <a:ext cx="30400" cy="5975"/>
            </a:xfrm>
            <a:custGeom>
              <a:avLst/>
              <a:gdLst/>
              <a:ahLst/>
              <a:cxnLst/>
              <a:rect l="l" t="t" r="r" b="b"/>
              <a:pathLst>
                <a:path w="1216" h="239" extrusionOk="0">
                  <a:moveTo>
                    <a:pt x="1" y="1"/>
                  </a:moveTo>
                  <a:lnTo>
                    <a:pt x="1" y="239"/>
                  </a:lnTo>
                  <a:lnTo>
                    <a:pt x="1215" y="239"/>
                  </a:lnTo>
                  <a:lnTo>
                    <a:pt x="1215"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47" name="Google Shape;1847;p50"/>
            <p:cNvSpPr/>
            <p:nvPr/>
          </p:nvSpPr>
          <p:spPr>
            <a:xfrm>
              <a:off x="6127625" y="799800"/>
              <a:ext cx="63125" cy="72650"/>
            </a:xfrm>
            <a:custGeom>
              <a:avLst/>
              <a:gdLst/>
              <a:ahLst/>
              <a:cxnLst/>
              <a:rect l="l" t="t" r="r" b="b"/>
              <a:pathLst>
                <a:path w="2525" h="2906" extrusionOk="0">
                  <a:moveTo>
                    <a:pt x="1" y="1"/>
                  </a:moveTo>
                  <a:lnTo>
                    <a:pt x="239" y="2906"/>
                  </a:lnTo>
                  <a:lnTo>
                    <a:pt x="2287" y="2906"/>
                  </a:lnTo>
                  <a:lnTo>
                    <a:pt x="2525"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48" name="Google Shape;1848;p50"/>
            <p:cNvSpPr/>
            <p:nvPr/>
          </p:nvSpPr>
          <p:spPr>
            <a:xfrm>
              <a:off x="6152050" y="734900"/>
              <a:ext cx="14900" cy="29800"/>
            </a:xfrm>
            <a:custGeom>
              <a:avLst/>
              <a:gdLst/>
              <a:ahLst/>
              <a:cxnLst/>
              <a:rect l="l" t="t" r="r" b="b"/>
              <a:pathLst>
                <a:path w="596" h="1192" extrusionOk="0">
                  <a:moveTo>
                    <a:pt x="298" y="1"/>
                  </a:moveTo>
                  <a:cubicBezTo>
                    <a:pt x="131" y="1"/>
                    <a:pt x="0" y="263"/>
                    <a:pt x="0" y="596"/>
                  </a:cubicBezTo>
                  <a:cubicBezTo>
                    <a:pt x="0" y="930"/>
                    <a:pt x="131" y="1192"/>
                    <a:pt x="298" y="1192"/>
                  </a:cubicBezTo>
                  <a:cubicBezTo>
                    <a:pt x="453" y="1192"/>
                    <a:pt x="595" y="930"/>
                    <a:pt x="595" y="596"/>
                  </a:cubicBezTo>
                  <a:cubicBezTo>
                    <a:pt x="595" y="275"/>
                    <a:pt x="453" y="1"/>
                    <a:pt x="298"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49" name="Google Shape;1849;p50"/>
            <p:cNvSpPr/>
            <p:nvPr/>
          </p:nvSpPr>
          <p:spPr>
            <a:xfrm>
              <a:off x="6109475" y="942675"/>
              <a:ext cx="99450" cy="10150"/>
            </a:xfrm>
            <a:custGeom>
              <a:avLst/>
              <a:gdLst/>
              <a:ahLst/>
              <a:cxnLst/>
              <a:rect l="l" t="t" r="r" b="b"/>
              <a:pathLst>
                <a:path w="3978" h="406" extrusionOk="0">
                  <a:moveTo>
                    <a:pt x="1" y="1"/>
                  </a:moveTo>
                  <a:lnTo>
                    <a:pt x="1" y="405"/>
                  </a:lnTo>
                  <a:lnTo>
                    <a:pt x="3977" y="405"/>
                  </a:lnTo>
                  <a:lnTo>
                    <a:pt x="3977"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50" name="Google Shape;1850;p50"/>
            <p:cNvSpPr/>
            <p:nvPr/>
          </p:nvSpPr>
          <p:spPr>
            <a:xfrm>
              <a:off x="6201450" y="936700"/>
              <a:ext cx="26225" cy="22250"/>
            </a:xfrm>
            <a:custGeom>
              <a:avLst/>
              <a:gdLst/>
              <a:ahLst/>
              <a:cxnLst/>
              <a:rect l="l" t="t" r="r" b="b"/>
              <a:pathLst>
                <a:path w="1049" h="890" extrusionOk="0">
                  <a:moveTo>
                    <a:pt x="617" y="1"/>
                  </a:moveTo>
                  <a:cubicBezTo>
                    <a:pt x="610" y="1"/>
                    <a:pt x="603" y="1"/>
                    <a:pt x="596" y="1"/>
                  </a:cubicBezTo>
                  <a:cubicBezTo>
                    <a:pt x="203" y="1"/>
                    <a:pt x="1" y="478"/>
                    <a:pt x="286" y="763"/>
                  </a:cubicBezTo>
                  <a:cubicBezTo>
                    <a:pt x="373" y="850"/>
                    <a:pt x="482" y="889"/>
                    <a:pt x="590" y="889"/>
                  </a:cubicBezTo>
                  <a:cubicBezTo>
                    <a:pt x="821" y="889"/>
                    <a:pt x="1048" y="710"/>
                    <a:pt x="1048" y="442"/>
                  </a:cubicBezTo>
                  <a:cubicBezTo>
                    <a:pt x="1048" y="199"/>
                    <a:pt x="857" y="1"/>
                    <a:pt x="617"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51" name="Google Shape;1851;p50"/>
            <p:cNvSpPr/>
            <p:nvPr/>
          </p:nvSpPr>
          <p:spPr>
            <a:xfrm>
              <a:off x="6090725" y="936725"/>
              <a:ext cx="25550" cy="21900"/>
            </a:xfrm>
            <a:custGeom>
              <a:avLst/>
              <a:gdLst/>
              <a:ahLst/>
              <a:cxnLst/>
              <a:rect l="l" t="t" r="r" b="b"/>
              <a:pathLst>
                <a:path w="1022" h="876" extrusionOk="0">
                  <a:moveTo>
                    <a:pt x="455" y="0"/>
                  </a:moveTo>
                  <a:cubicBezTo>
                    <a:pt x="451" y="0"/>
                    <a:pt x="446" y="0"/>
                    <a:pt x="441" y="0"/>
                  </a:cubicBezTo>
                  <a:cubicBezTo>
                    <a:pt x="191" y="0"/>
                    <a:pt x="0" y="191"/>
                    <a:pt x="0" y="441"/>
                  </a:cubicBezTo>
                  <a:cubicBezTo>
                    <a:pt x="8" y="704"/>
                    <a:pt x="219" y="876"/>
                    <a:pt x="439" y="876"/>
                  </a:cubicBezTo>
                  <a:cubicBezTo>
                    <a:pt x="548" y="876"/>
                    <a:pt x="660" y="833"/>
                    <a:pt x="751" y="739"/>
                  </a:cubicBezTo>
                  <a:cubicBezTo>
                    <a:pt x="1021" y="468"/>
                    <a:pt x="839" y="0"/>
                    <a:pt x="455"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sp>
        <p:nvSpPr>
          <p:cNvPr id="2" name="Rectangle 1">
            <a:extLst>
              <a:ext uri="{FF2B5EF4-FFF2-40B4-BE49-F238E27FC236}">
                <a16:creationId xmlns:a16="http://schemas.microsoft.com/office/drawing/2014/main" id="{A93E3BAF-8D51-1347-95BA-33B366B991BF}"/>
              </a:ext>
            </a:extLst>
          </p:cNvPr>
          <p:cNvSpPr/>
          <p:nvPr/>
        </p:nvSpPr>
        <p:spPr>
          <a:xfrm>
            <a:off x="2037654" y="1607830"/>
            <a:ext cx="4548118" cy="1647144"/>
          </a:xfrm>
          <a:prstGeom prst="rect">
            <a:avLst/>
          </a:prstGeom>
          <a:solidFill>
            <a:schemeClr val="bg2">
              <a:alpha val="6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852" name="Google Shape;1852;p50"/>
          <p:cNvGrpSpPr/>
          <p:nvPr/>
        </p:nvGrpSpPr>
        <p:grpSpPr>
          <a:xfrm>
            <a:off x="2273116" y="5147339"/>
            <a:ext cx="496717" cy="919411"/>
            <a:chOff x="6691700" y="1068275"/>
            <a:chExt cx="221775" cy="410500"/>
          </a:xfrm>
        </p:grpSpPr>
        <p:sp>
          <p:nvSpPr>
            <p:cNvPr id="1853" name="Google Shape;1853;p50"/>
            <p:cNvSpPr/>
            <p:nvPr/>
          </p:nvSpPr>
          <p:spPr>
            <a:xfrm>
              <a:off x="6691700" y="1068275"/>
              <a:ext cx="221775" cy="317325"/>
            </a:xfrm>
            <a:custGeom>
              <a:avLst/>
              <a:gdLst/>
              <a:ahLst/>
              <a:cxnLst/>
              <a:rect l="l" t="t" r="r" b="b"/>
              <a:pathLst>
                <a:path w="8871" h="12693" extrusionOk="0">
                  <a:moveTo>
                    <a:pt x="4429" y="1"/>
                  </a:moveTo>
                  <a:cubicBezTo>
                    <a:pt x="3810" y="1"/>
                    <a:pt x="0" y="3430"/>
                    <a:pt x="0" y="7657"/>
                  </a:cubicBezTo>
                  <a:cubicBezTo>
                    <a:pt x="0" y="11883"/>
                    <a:pt x="3715" y="12693"/>
                    <a:pt x="4429" y="12693"/>
                  </a:cubicBezTo>
                  <a:cubicBezTo>
                    <a:pt x="5144" y="12693"/>
                    <a:pt x="8870" y="11883"/>
                    <a:pt x="8870" y="7657"/>
                  </a:cubicBezTo>
                  <a:cubicBezTo>
                    <a:pt x="8870" y="3430"/>
                    <a:pt x="5060" y="1"/>
                    <a:pt x="4429" y="1"/>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54" name="Google Shape;1854;p50"/>
            <p:cNvSpPr/>
            <p:nvPr/>
          </p:nvSpPr>
          <p:spPr>
            <a:xfrm>
              <a:off x="6802425" y="1068275"/>
              <a:ext cx="111050" cy="317325"/>
            </a:xfrm>
            <a:custGeom>
              <a:avLst/>
              <a:gdLst/>
              <a:ahLst/>
              <a:cxnLst/>
              <a:rect l="l" t="t" r="r" b="b"/>
              <a:pathLst>
                <a:path w="4442" h="12693" extrusionOk="0">
                  <a:moveTo>
                    <a:pt x="0" y="1"/>
                  </a:moveTo>
                  <a:lnTo>
                    <a:pt x="0" y="12693"/>
                  </a:lnTo>
                  <a:cubicBezTo>
                    <a:pt x="727" y="12693"/>
                    <a:pt x="4441" y="11883"/>
                    <a:pt x="4441" y="7657"/>
                  </a:cubicBezTo>
                  <a:cubicBezTo>
                    <a:pt x="4441" y="3430"/>
                    <a:pt x="631" y="1"/>
                    <a:pt x="0" y="1"/>
                  </a:cubicBez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55" name="Google Shape;1855;p50"/>
            <p:cNvSpPr/>
            <p:nvPr/>
          </p:nvSpPr>
          <p:spPr>
            <a:xfrm>
              <a:off x="6792600" y="1285875"/>
              <a:ext cx="19675" cy="192900"/>
            </a:xfrm>
            <a:custGeom>
              <a:avLst/>
              <a:gdLst/>
              <a:ahLst/>
              <a:cxnLst/>
              <a:rect l="l" t="t" r="r" b="b"/>
              <a:pathLst>
                <a:path w="787" h="7716" extrusionOk="0">
                  <a:moveTo>
                    <a:pt x="393" y="0"/>
                  </a:moveTo>
                  <a:cubicBezTo>
                    <a:pt x="197" y="0"/>
                    <a:pt x="0" y="131"/>
                    <a:pt x="0" y="393"/>
                  </a:cubicBezTo>
                  <a:lnTo>
                    <a:pt x="0" y="7323"/>
                  </a:lnTo>
                  <a:cubicBezTo>
                    <a:pt x="0" y="7537"/>
                    <a:pt x="179" y="7716"/>
                    <a:pt x="393" y="7716"/>
                  </a:cubicBezTo>
                  <a:cubicBezTo>
                    <a:pt x="608" y="7716"/>
                    <a:pt x="786" y="7537"/>
                    <a:pt x="786" y="7323"/>
                  </a:cubicBezTo>
                  <a:lnTo>
                    <a:pt x="786" y="393"/>
                  </a:lnTo>
                  <a:cubicBezTo>
                    <a:pt x="786" y="131"/>
                    <a:pt x="590" y="0"/>
                    <a:pt x="393"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56" name="Google Shape;1856;p50"/>
            <p:cNvSpPr/>
            <p:nvPr/>
          </p:nvSpPr>
          <p:spPr>
            <a:xfrm>
              <a:off x="6759550" y="1295700"/>
              <a:ext cx="42900" cy="48825"/>
            </a:xfrm>
            <a:custGeom>
              <a:avLst/>
              <a:gdLst/>
              <a:ahLst/>
              <a:cxnLst/>
              <a:rect l="l" t="t" r="r" b="b"/>
              <a:pathLst>
                <a:path w="1716" h="1953" extrusionOk="0">
                  <a:moveTo>
                    <a:pt x="1" y="0"/>
                  </a:moveTo>
                  <a:lnTo>
                    <a:pt x="1715" y="1953"/>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57" name="Google Shape;1857;p50"/>
            <p:cNvSpPr/>
            <p:nvPr/>
          </p:nvSpPr>
          <p:spPr>
            <a:xfrm>
              <a:off x="6744850" y="1285400"/>
              <a:ext cx="70600" cy="69000"/>
            </a:xfrm>
            <a:custGeom>
              <a:avLst/>
              <a:gdLst/>
              <a:ahLst/>
              <a:cxnLst/>
              <a:rect l="l" t="t" r="r" b="b"/>
              <a:pathLst>
                <a:path w="2824" h="2760" extrusionOk="0">
                  <a:moveTo>
                    <a:pt x="571" y="1"/>
                  </a:moveTo>
                  <a:cubicBezTo>
                    <a:pt x="271" y="1"/>
                    <a:pt x="0" y="383"/>
                    <a:pt x="291" y="674"/>
                  </a:cubicBezTo>
                  <a:lnTo>
                    <a:pt x="2006" y="2627"/>
                  </a:lnTo>
                  <a:cubicBezTo>
                    <a:pt x="2071" y="2703"/>
                    <a:pt x="2166" y="2759"/>
                    <a:pt x="2273" y="2759"/>
                  </a:cubicBezTo>
                  <a:cubicBezTo>
                    <a:pt x="2283" y="2759"/>
                    <a:pt x="2293" y="2759"/>
                    <a:pt x="2303" y="2758"/>
                  </a:cubicBezTo>
                  <a:cubicBezTo>
                    <a:pt x="2308" y="2758"/>
                    <a:pt x="2313" y="2758"/>
                    <a:pt x="2318" y="2758"/>
                  </a:cubicBezTo>
                  <a:cubicBezTo>
                    <a:pt x="2642" y="2758"/>
                    <a:pt x="2824" y="2361"/>
                    <a:pt x="2601" y="2115"/>
                  </a:cubicBezTo>
                  <a:lnTo>
                    <a:pt x="875" y="162"/>
                  </a:lnTo>
                  <a:cubicBezTo>
                    <a:pt x="785" y="48"/>
                    <a:pt x="676" y="1"/>
                    <a:pt x="571"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58" name="Google Shape;1858;p50"/>
            <p:cNvSpPr/>
            <p:nvPr/>
          </p:nvSpPr>
          <p:spPr>
            <a:xfrm>
              <a:off x="6802425" y="1295700"/>
              <a:ext cx="43175" cy="48825"/>
            </a:xfrm>
            <a:custGeom>
              <a:avLst/>
              <a:gdLst/>
              <a:ahLst/>
              <a:cxnLst/>
              <a:rect l="l" t="t" r="r" b="b"/>
              <a:pathLst>
                <a:path w="1727" h="1953" extrusionOk="0">
                  <a:moveTo>
                    <a:pt x="1727" y="0"/>
                  </a:moveTo>
                  <a:lnTo>
                    <a:pt x="0" y="1953"/>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859" name="Google Shape;1859;p50"/>
            <p:cNvSpPr/>
            <p:nvPr/>
          </p:nvSpPr>
          <p:spPr>
            <a:xfrm>
              <a:off x="6789325" y="1285400"/>
              <a:ext cx="70700" cy="69000"/>
            </a:xfrm>
            <a:custGeom>
              <a:avLst/>
              <a:gdLst/>
              <a:ahLst/>
              <a:cxnLst/>
              <a:rect l="l" t="t" r="r" b="b"/>
              <a:pathLst>
                <a:path w="2828" h="2760" extrusionOk="0">
                  <a:moveTo>
                    <a:pt x="2252" y="1"/>
                  </a:moveTo>
                  <a:cubicBezTo>
                    <a:pt x="2147" y="1"/>
                    <a:pt x="2040" y="48"/>
                    <a:pt x="1953" y="162"/>
                  </a:cubicBezTo>
                  <a:lnTo>
                    <a:pt x="227" y="2115"/>
                  </a:lnTo>
                  <a:cubicBezTo>
                    <a:pt x="0" y="2365"/>
                    <a:pt x="191" y="2758"/>
                    <a:pt x="524" y="2758"/>
                  </a:cubicBezTo>
                  <a:cubicBezTo>
                    <a:pt x="535" y="2759"/>
                    <a:pt x="545" y="2759"/>
                    <a:pt x="555" y="2759"/>
                  </a:cubicBezTo>
                  <a:cubicBezTo>
                    <a:pt x="662" y="2759"/>
                    <a:pt x="757" y="2703"/>
                    <a:pt x="822" y="2627"/>
                  </a:cubicBezTo>
                  <a:lnTo>
                    <a:pt x="2536" y="674"/>
                  </a:lnTo>
                  <a:cubicBezTo>
                    <a:pt x="2827" y="383"/>
                    <a:pt x="2550" y="1"/>
                    <a:pt x="2252"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sp>
        <p:nvSpPr>
          <p:cNvPr id="18" name="Google Shape;472;p31">
            <a:extLst>
              <a:ext uri="{FF2B5EF4-FFF2-40B4-BE49-F238E27FC236}">
                <a16:creationId xmlns:a16="http://schemas.microsoft.com/office/drawing/2014/main" id="{33E13B30-4264-766A-2B10-FA9FA10986C8}"/>
              </a:ext>
            </a:extLst>
          </p:cNvPr>
          <p:cNvSpPr txBox="1">
            <a:spLocks noGrp="1"/>
          </p:cNvSpPr>
          <p:nvPr/>
        </p:nvSpPr>
        <p:spPr>
          <a:xfrm>
            <a:off x="2936098" y="1929202"/>
            <a:ext cx="3453200" cy="1004400"/>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1400"/>
              <a:buFont typeface="Nunito"/>
              <a:buNone/>
              <a:defRPr sz="1867" b="0" kern="1200" cap="all" spc="30" baseline="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r>
              <a:rPr lang="en" sz="1850" cap="none">
                <a:latin typeface="Univers Condensed"/>
              </a:rPr>
              <a:t>What are the significant factors influences the rent for the property?</a:t>
            </a:r>
            <a:endParaRPr lang="en-US" cap="none">
              <a:latin typeface="Univers Condensed"/>
            </a:endParaRPr>
          </a:p>
        </p:txBody>
      </p:sp>
      <p:sp>
        <p:nvSpPr>
          <p:cNvPr id="19" name="Google Shape;475;p31">
            <a:extLst>
              <a:ext uri="{FF2B5EF4-FFF2-40B4-BE49-F238E27FC236}">
                <a16:creationId xmlns:a16="http://schemas.microsoft.com/office/drawing/2014/main" id="{A5E6CD5E-806D-FCB4-5794-5969777832F4}"/>
              </a:ext>
            </a:extLst>
          </p:cNvPr>
          <p:cNvSpPr txBox="1">
            <a:spLocks noGrp="1"/>
          </p:cNvSpPr>
          <p:nvPr/>
        </p:nvSpPr>
        <p:spPr>
          <a:xfrm>
            <a:off x="7811375" y="1929202"/>
            <a:ext cx="3453200" cy="1004400"/>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1400"/>
              <a:buFont typeface="Nunito"/>
              <a:buNone/>
              <a:defRPr sz="1867" b="0" kern="1200" cap="all" spc="30" baseline="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r>
              <a:rPr lang="en" sz="1850" cap="none">
                <a:latin typeface="Univers Condensed"/>
              </a:rPr>
              <a:t>How to predict the movement of rental in future years based on previous trends?</a:t>
            </a:r>
            <a:endParaRPr lang="en-US" sz="1850" cap="none">
              <a:latin typeface="Univers Condensed"/>
            </a:endParaRPr>
          </a:p>
        </p:txBody>
      </p:sp>
      <p:sp>
        <p:nvSpPr>
          <p:cNvPr id="20" name="Google Shape;478;p31">
            <a:extLst>
              <a:ext uri="{FF2B5EF4-FFF2-40B4-BE49-F238E27FC236}">
                <a16:creationId xmlns:a16="http://schemas.microsoft.com/office/drawing/2014/main" id="{3EB385E5-3313-D4DE-28AB-1480B0B7F0F9}"/>
              </a:ext>
            </a:extLst>
          </p:cNvPr>
          <p:cNvSpPr txBox="1">
            <a:spLocks noGrp="1"/>
          </p:cNvSpPr>
          <p:nvPr/>
        </p:nvSpPr>
        <p:spPr>
          <a:xfrm>
            <a:off x="2936098" y="3688409"/>
            <a:ext cx="3453200" cy="1004400"/>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1400"/>
              <a:buFont typeface="Nunito"/>
              <a:buNone/>
              <a:defRPr sz="1867" b="0" kern="1200" cap="all" spc="30" baseline="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r>
              <a:rPr lang="en" sz="1850" cap="none">
                <a:latin typeface="Univers Condensed"/>
              </a:rPr>
              <a:t>How to find the most suitable rental area (or property name, type etc.) to be invested, or rented?</a:t>
            </a:r>
            <a:endParaRPr lang="en-US" sz="1850" cap="none">
              <a:latin typeface="Univers Condensed"/>
            </a:endParaRPr>
          </a:p>
        </p:txBody>
      </p:sp>
      <p:sp>
        <p:nvSpPr>
          <p:cNvPr id="21" name="Google Shape;481;p31">
            <a:extLst>
              <a:ext uri="{FF2B5EF4-FFF2-40B4-BE49-F238E27FC236}">
                <a16:creationId xmlns:a16="http://schemas.microsoft.com/office/drawing/2014/main" id="{12B9624C-BBB3-66DF-B465-A8E0A2075AF4}"/>
              </a:ext>
            </a:extLst>
          </p:cNvPr>
          <p:cNvSpPr txBox="1">
            <a:spLocks noGrp="1"/>
          </p:cNvSpPr>
          <p:nvPr/>
        </p:nvSpPr>
        <p:spPr>
          <a:xfrm>
            <a:off x="7811375" y="3832183"/>
            <a:ext cx="3453200" cy="1004400"/>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1400"/>
              <a:buFont typeface="Nunito"/>
              <a:buNone/>
              <a:defRPr sz="1867" b="0" kern="1200" cap="all" spc="30" baseline="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r>
              <a:rPr lang="en" sz="1850" cap="none">
                <a:latin typeface="Univers Condensed"/>
              </a:rPr>
              <a:t>For property developers, where to potentially build a new housing area?</a:t>
            </a:r>
            <a:endParaRPr lang="en-US" sz="1850" cap="none">
              <a:latin typeface="Univers Condensed"/>
            </a:endParaRPr>
          </a:p>
        </p:txBody>
      </p:sp>
      <p:sp>
        <p:nvSpPr>
          <p:cNvPr id="22" name="Google Shape;962;p41">
            <a:extLst>
              <a:ext uri="{FF2B5EF4-FFF2-40B4-BE49-F238E27FC236}">
                <a16:creationId xmlns:a16="http://schemas.microsoft.com/office/drawing/2014/main" id="{2BA77F0B-852A-38F2-51C7-8A2CF55D7E37}"/>
              </a:ext>
            </a:extLst>
          </p:cNvPr>
          <p:cNvSpPr txBox="1">
            <a:spLocks/>
          </p:cNvSpPr>
          <p:nvPr/>
        </p:nvSpPr>
        <p:spPr>
          <a:xfrm>
            <a:off x="825967" y="768444"/>
            <a:ext cx="9821200" cy="661216"/>
          </a:xfrm>
          <a:prstGeom prst="rect">
            <a:avLst/>
          </a:prstGeom>
        </p:spPr>
        <p:txBody>
          <a:bodyPr spcFirstLastPara="1" vert="horz" wrap="square" lIns="121900" tIns="121900" rIns="121900" bIns="1219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 sz="4400">
                <a:solidFill>
                  <a:schemeClr val="accent6">
                    <a:lumMod val="75000"/>
                  </a:schemeClr>
                </a:solidFill>
                <a:latin typeface="Bebas Neue"/>
              </a:rPr>
              <a:t>Section 2: </a:t>
            </a:r>
            <a:r>
              <a:rPr lang="en-GB" sz="4400">
                <a:solidFill>
                  <a:schemeClr val="accent6">
                    <a:lumMod val="75000"/>
                  </a:schemeClr>
                </a:solidFill>
                <a:latin typeface="Bebas Neue"/>
              </a:rPr>
              <a:t>Research questions</a:t>
            </a:r>
            <a:endParaRPr lang="en" sz="4400">
              <a:solidFill>
                <a:schemeClr val="accent6">
                  <a:lumMod val="75000"/>
                </a:schemeClr>
              </a:solidFill>
              <a:latin typeface="Bebas Neue"/>
            </a:endParaRPr>
          </a:p>
        </p:txBody>
      </p:sp>
      <p:sp>
        <p:nvSpPr>
          <p:cNvPr id="23" name="Title 10">
            <a:extLst>
              <a:ext uri="{FF2B5EF4-FFF2-40B4-BE49-F238E27FC236}">
                <a16:creationId xmlns:a16="http://schemas.microsoft.com/office/drawing/2014/main" id="{CAE22F8A-4640-963D-79CE-3347144B3EAD}"/>
              </a:ext>
            </a:extLst>
          </p:cNvPr>
          <p:cNvSpPr>
            <a:spLocks noGrp="1"/>
          </p:cNvSpPr>
          <p:nvPr/>
        </p:nvSpPr>
        <p:spPr>
          <a:xfrm>
            <a:off x="1847576" y="2082309"/>
            <a:ext cx="1102800" cy="708800"/>
          </a:xfrm>
          <a:prstGeom prst="rect">
            <a:avLst/>
          </a:prstGeom>
        </p:spPr>
        <p:txBody>
          <a:bodyPr spcFirstLastPara="1" vert="horz" wrap="square" lIns="91425" tIns="91425" rIns="91425" bIns="91425" rtlCol="0" anchor="ctr" anchorCtr="0">
            <a:noAutofit/>
          </a:bodyPr>
          <a:lstStyle>
            <a:lvl1pPr lvl="0" algn="r" defTabSz="914400" rtl="0" eaLnBrk="1" latinLnBrk="0" hangingPunct="1">
              <a:lnSpc>
                <a:spcPct val="100000"/>
              </a:lnSpc>
              <a:spcBef>
                <a:spcPts val="0"/>
              </a:spcBef>
              <a:spcAft>
                <a:spcPts val="0"/>
              </a:spcAft>
              <a:buSzPts val="3000"/>
              <a:buNone/>
              <a:defRPr sz="4933" b="0" kern="1200" cap="all" spc="30" baseline="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GB" sz="4900">
                <a:solidFill>
                  <a:srgbClr val="A27451"/>
                </a:solidFill>
                <a:latin typeface="Constantia"/>
              </a:rPr>
              <a:t>01</a:t>
            </a:r>
            <a:endParaRPr lang="en-GB">
              <a:solidFill>
                <a:srgbClr val="A27451"/>
              </a:solidFill>
              <a:latin typeface="Constantia"/>
            </a:endParaRPr>
          </a:p>
        </p:txBody>
      </p:sp>
      <p:sp>
        <p:nvSpPr>
          <p:cNvPr id="24" name="Title 14">
            <a:extLst>
              <a:ext uri="{FF2B5EF4-FFF2-40B4-BE49-F238E27FC236}">
                <a16:creationId xmlns:a16="http://schemas.microsoft.com/office/drawing/2014/main" id="{31953ACC-FBB6-ED97-13BB-1A0DD612A5FB}"/>
              </a:ext>
            </a:extLst>
          </p:cNvPr>
          <p:cNvSpPr>
            <a:spLocks noGrp="1"/>
          </p:cNvSpPr>
          <p:nvPr/>
        </p:nvSpPr>
        <p:spPr>
          <a:xfrm>
            <a:off x="6708475" y="2082309"/>
            <a:ext cx="1102800" cy="708800"/>
          </a:xfrm>
          <a:prstGeom prst="rect">
            <a:avLst/>
          </a:prstGeom>
        </p:spPr>
        <p:txBody>
          <a:bodyPr spcFirstLastPara="1" vert="horz" wrap="square" lIns="91425" tIns="91425" rIns="91425" bIns="91425" rtlCol="0" anchor="ctr" anchorCtr="0">
            <a:noAutofit/>
          </a:bodyPr>
          <a:lstStyle>
            <a:lvl1pPr lvl="0" algn="r" defTabSz="914400" rtl="0" eaLnBrk="1" latinLnBrk="0" hangingPunct="1">
              <a:lnSpc>
                <a:spcPct val="100000"/>
              </a:lnSpc>
              <a:spcBef>
                <a:spcPts val="0"/>
              </a:spcBef>
              <a:spcAft>
                <a:spcPts val="0"/>
              </a:spcAft>
              <a:buSzPts val="3000"/>
              <a:buNone/>
              <a:defRPr sz="4933" b="0" kern="1200" cap="all" spc="30" baseline="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GB" sz="4900">
                <a:solidFill>
                  <a:srgbClr val="A27451"/>
                </a:solidFill>
                <a:latin typeface="Constantia"/>
              </a:rPr>
              <a:t>02</a:t>
            </a:r>
            <a:endParaRPr lang="en-GB">
              <a:solidFill>
                <a:srgbClr val="A27451"/>
              </a:solidFill>
              <a:latin typeface="Constantia"/>
            </a:endParaRPr>
          </a:p>
        </p:txBody>
      </p:sp>
      <p:sp>
        <p:nvSpPr>
          <p:cNvPr id="25" name="Title 18">
            <a:extLst>
              <a:ext uri="{FF2B5EF4-FFF2-40B4-BE49-F238E27FC236}">
                <a16:creationId xmlns:a16="http://schemas.microsoft.com/office/drawing/2014/main" id="{870F20EA-5F13-690F-71CD-50CB1CA1BCBE}"/>
              </a:ext>
            </a:extLst>
          </p:cNvPr>
          <p:cNvSpPr>
            <a:spLocks noGrp="1"/>
          </p:cNvSpPr>
          <p:nvPr/>
        </p:nvSpPr>
        <p:spPr>
          <a:xfrm>
            <a:off x="1847576" y="3827139"/>
            <a:ext cx="1102800" cy="708800"/>
          </a:xfrm>
          <a:prstGeom prst="rect">
            <a:avLst/>
          </a:prstGeom>
        </p:spPr>
        <p:txBody>
          <a:bodyPr spcFirstLastPara="1" vert="horz" wrap="square" lIns="91425" tIns="91425" rIns="91425" bIns="91425" rtlCol="0" anchor="ctr" anchorCtr="0">
            <a:noAutofit/>
          </a:bodyPr>
          <a:lstStyle>
            <a:lvl1pPr lvl="0" algn="r" defTabSz="914400" rtl="0" eaLnBrk="1" latinLnBrk="0" hangingPunct="1">
              <a:lnSpc>
                <a:spcPct val="100000"/>
              </a:lnSpc>
              <a:spcBef>
                <a:spcPts val="0"/>
              </a:spcBef>
              <a:spcAft>
                <a:spcPts val="0"/>
              </a:spcAft>
              <a:buSzPts val="3000"/>
              <a:buNone/>
              <a:defRPr sz="4933" b="0" kern="1200" cap="all" spc="30" baseline="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GB" sz="4900">
                <a:solidFill>
                  <a:srgbClr val="A27451"/>
                </a:solidFill>
                <a:latin typeface="Constantia"/>
              </a:rPr>
              <a:t>03</a:t>
            </a:r>
            <a:endParaRPr lang="en-GB">
              <a:solidFill>
                <a:srgbClr val="A27451"/>
              </a:solidFill>
              <a:latin typeface="Constantia"/>
            </a:endParaRPr>
          </a:p>
        </p:txBody>
      </p:sp>
      <p:sp>
        <p:nvSpPr>
          <p:cNvPr id="26" name="Title 22">
            <a:extLst>
              <a:ext uri="{FF2B5EF4-FFF2-40B4-BE49-F238E27FC236}">
                <a16:creationId xmlns:a16="http://schemas.microsoft.com/office/drawing/2014/main" id="{7F094DB8-39C7-C9B1-138A-D5BB23540473}"/>
              </a:ext>
            </a:extLst>
          </p:cNvPr>
          <p:cNvSpPr>
            <a:spLocks noGrp="1"/>
          </p:cNvSpPr>
          <p:nvPr/>
        </p:nvSpPr>
        <p:spPr>
          <a:xfrm>
            <a:off x="6708475" y="3827139"/>
            <a:ext cx="1102800" cy="708800"/>
          </a:xfrm>
          <a:prstGeom prst="rect">
            <a:avLst/>
          </a:prstGeom>
        </p:spPr>
        <p:txBody>
          <a:bodyPr spcFirstLastPara="1" vert="horz" wrap="square" lIns="91425" tIns="91425" rIns="91425" bIns="91425" rtlCol="0" anchor="ctr" anchorCtr="0">
            <a:noAutofit/>
          </a:bodyPr>
          <a:lstStyle>
            <a:lvl1pPr lvl="0" algn="r" defTabSz="914400" rtl="0" eaLnBrk="1" latinLnBrk="0" hangingPunct="1">
              <a:lnSpc>
                <a:spcPct val="100000"/>
              </a:lnSpc>
              <a:spcBef>
                <a:spcPts val="0"/>
              </a:spcBef>
              <a:spcAft>
                <a:spcPts val="0"/>
              </a:spcAft>
              <a:buSzPts val="3000"/>
              <a:buNone/>
              <a:defRPr sz="4933" b="0" kern="1200" cap="all" spc="30" baseline="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GB" sz="4900">
                <a:solidFill>
                  <a:srgbClr val="A27451"/>
                </a:solidFill>
                <a:latin typeface="Constantia"/>
              </a:rPr>
              <a:t>04</a:t>
            </a:r>
            <a:endParaRPr lang="en-GB">
              <a:solidFill>
                <a:srgbClr val="A27451"/>
              </a:solidFill>
              <a:latin typeface="Constantia"/>
            </a:endParaRPr>
          </a:p>
        </p:txBody>
      </p:sp>
    </p:spTree>
    <p:extLst>
      <p:ext uri="{BB962C8B-B14F-4D97-AF65-F5344CB8AC3E}">
        <p14:creationId xmlns:p14="http://schemas.microsoft.com/office/powerpoint/2010/main" val="23909833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5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250"/>
                                        <p:tgtEl>
                                          <p:spTgt spid="2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25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25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25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25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3" grpId="0"/>
      <p:bldP spid="24" grpId="0"/>
      <p:bldP spid="25" grpId="0"/>
      <p:bldP spid="2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5" name="Rectangle 4">
            <a:extLst>
              <a:ext uri="{FF2B5EF4-FFF2-40B4-BE49-F238E27FC236}">
                <a16:creationId xmlns:a16="http://schemas.microsoft.com/office/drawing/2014/main" id="{A9EBFC3C-5159-7B9A-BA1F-D491DB95F382}"/>
              </a:ext>
            </a:extLst>
          </p:cNvPr>
          <p:cNvSpPr/>
          <p:nvPr/>
        </p:nvSpPr>
        <p:spPr>
          <a:xfrm>
            <a:off x="0" y="1361440"/>
            <a:ext cx="2235200" cy="528320"/>
          </a:xfrm>
          <a:prstGeom prst="rect">
            <a:avLst/>
          </a:prstGeom>
          <a:solidFill>
            <a:srgbClr val="C00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Google Shape;962;p41">
            <a:extLst>
              <a:ext uri="{FF2B5EF4-FFF2-40B4-BE49-F238E27FC236}">
                <a16:creationId xmlns:a16="http://schemas.microsoft.com/office/drawing/2014/main" id="{72F3DF1A-FA2C-2469-B4B5-1387AD92C622}"/>
              </a:ext>
            </a:extLst>
          </p:cNvPr>
          <p:cNvSpPr txBox="1">
            <a:spLocks noGrp="1"/>
          </p:cNvSpPr>
          <p:nvPr>
            <p:ph type="title"/>
          </p:nvPr>
        </p:nvSpPr>
        <p:spPr>
          <a:xfrm>
            <a:off x="792970" y="16229"/>
            <a:ext cx="11072323" cy="77623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GB" sz="5400">
                <a:solidFill>
                  <a:schemeClr val="bg2">
                    <a:lumMod val="50000"/>
                  </a:schemeClr>
                </a:solidFill>
                <a:latin typeface="Bebas Neue"/>
              </a:rPr>
              <a:t>overview</a:t>
            </a:r>
          </a:p>
        </p:txBody>
      </p:sp>
      <p:sp>
        <p:nvSpPr>
          <p:cNvPr id="261" name="Rectangle 260">
            <a:extLst>
              <a:ext uri="{FF2B5EF4-FFF2-40B4-BE49-F238E27FC236}">
                <a16:creationId xmlns:a16="http://schemas.microsoft.com/office/drawing/2014/main" id="{0FDA8375-4C15-23B6-31B8-7E874F9CAF70}"/>
              </a:ext>
            </a:extLst>
          </p:cNvPr>
          <p:cNvSpPr/>
          <p:nvPr/>
        </p:nvSpPr>
        <p:spPr>
          <a:xfrm>
            <a:off x="841248" y="2016664"/>
            <a:ext cx="2235200" cy="528320"/>
          </a:xfrm>
          <a:prstGeom prst="rect">
            <a:avLst/>
          </a:prstGeom>
          <a:solidFill>
            <a:srgbClr val="FFC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2" name="Rectangle 261">
            <a:extLst>
              <a:ext uri="{FF2B5EF4-FFF2-40B4-BE49-F238E27FC236}">
                <a16:creationId xmlns:a16="http://schemas.microsoft.com/office/drawing/2014/main" id="{7F38F1B7-6215-6A45-7937-62FADEBB94C7}"/>
              </a:ext>
            </a:extLst>
          </p:cNvPr>
          <p:cNvSpPr/>
          <p:nvPr/>
        </p:nvSpPr>
        <p:spPr>
          <a:xfrm>
            <a:off x="0" y="2682866"/>
            <a:ext cx="2235200" cy="528320"/>
          </a:xfrm>
          <a:prstGeom prst="rect">
            <a:avLst/>
          </a:prstGeom>
          <a:solidFill>
            <a:srgbClr val="FFFF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3" name="Rectangle 262">
            <a:extLst>
              <a:ext uri="{FF2B5EF4-FFF2-40B4-BE49-F238E27FC236}">
                <a16:creationId xmlns:a16="http://schemas.microsoft.com/office/drawing/2014/main" id="{BFD3E4A5-6D4F-8744-B441-C7E3AEC64359}"/>
              </a:ext>
            </a:extLst>
          </p:cNvPr>
          <p:cNvSpPr/>
          <p:nvPr/>
        </p:nvSpPr>
        <p:spPr>
          <a:xfrm>
            <a:off x="0" y="3349068"/>
            <a:ext cx="2235200" cy="528320"/>
          </a:xfrm>
          <a:prstGeom prst="rect">
            <a:avLst/>
          </a:prstGeom>
          <a:solidFill>
            <a:srgbClr val="92D05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4" name="Rectangle 263">
            <a:extLst>
              <a:ext uri="{FF2B5EF4-FFF2-40B4-BE49-F238E27FC236}">
                <a16:creationId xmlns:a16="http://schemas.microsoft.com/office/drawing/2014/main" id="{D49B5F23-211B-2F77-1191-CEB9467833F2}"/>
              </a:ext>
            </a:extLst>
          </p:cNvPr>
          <p:cNvSpPr/>
          <p:nvPr/>
        </p:nvSpPr>
        <p:spPr>
          <a:xfrm>
            <a:off x="0" y="4015270"/>
            <a:ext cx="2235200" cy="528320"/>
          </a:xfrm>
          <a:prstGeom prst="rect">
            <a:avLst/>
          </a:prstGeom>
          <a:solidFill>
            <a:srgbClr val="0070C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8" name="Rectangle 287">
            <a:extLst>
              <a:ext uri="{FF2B5EF4-FFF2-40B4-BE49-F238E27FC236}">
                <a16:creationId xmlns:a16="http://schemas.microsoft.com/office/drawing/2014/main" id="{BA7F8A5C-6517-FF51-0273-471D92DDD097}"/>
              </a:ext>
            </a:extLst>
          </p:cNvPr>
          <p:cNvSpPr/>
          <p:nvPr/>
        </p:nvSpPr>
        <p:spPr>
          <a:xfrm>
            <a:off x="-520066" y="6091398"/>
            <a:ext cx="1881505" cy="400110"/>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5" name="Rectangle 264">
            <a:extLst>
              <a:ext uri="{FF2B5EF4-FFF2-40B4-BE49-F238E27FC236}">
                <a16:creationId xmlns:a16="http://schemas.microsoft.com/office/drawing/2014/main" id="{CF63AB26-5D48-4936-2A75-453F631D6184}"/>
              </a:ext>
            </a:extLst>
          </p:cNvPr>
          <p:cNvSpPr/>
          <p:nvPr/>
        </p:nvSpPr>
        <p:spPr>
          <a:xfrm>
            <a:off x="0" y="4681472"/>
            <a:ext cx="2235200" cy="528320"/>
          </a:xfrm>
          <a:prstGeom prst="rect">
            <a:avLst/>
          </a:prstGeom>
          <a:solidFill>
            <a:srgbClr val="00206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6" name="Rectangle 265">
            <a:extLst>
              <a:ext uri="{FF2B5EF4-FFF2-40B4-BE49-F238E27FC236}">
                <a16:creationId xmlns:a16="http://schemas.microsoft.com/office/drawing/2014/main" id="{5DDD9953-028D-AEA9-6F7F-612B09FB6E1C}"/>
              </a:ext>
            </a:extLst>
          </p:cNvPr>
          <p:cNvSpPr/>
          <p:nvPr/>
        </p:nvSpPr>
        <p:spPr>
          <a:xfrm>
            <a:off x="0" y="5439584"/>
            <a:ext cx="2235200" cy="528320"/>
          </a:xfrm>
          <a:prstGeom prst="rect">
            <a:avLst/>
          </a:prstGeom>
          <a:solidFill>
            <a:srgbClr val="7030A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4" name="Rectangle: Rounded Corners 253">
            <a:extLst>
              <a:ext uri="{FF2B5EF4-FFF2-40B4-BE49-F238E27FC236}">
                <a16:creationId xmlns:a16="http://schemas.microsoft.com/office/drawing/2014/main" id="{DC1FC88D-8429-5281-1D64-F9180008EE5C}"/>
              </a:ext>
            </a:extLst>
          </p:cNvPr>
          <p:cNvSpPr/>
          <p:nvPr/>
        </p:nvSpPr>
        <p:spPr>
          <a:xfrm>
            <a:off x="-465275" y="978186"/>
            <a:ext cx="1440000" cy="5788374"/>
          </a:xfrm>
          <a:prstGeom prst="roundRect">
            <a:avLst>
              <a:gd name="adj" fmla="val 15141"/>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4" name="TextBox 273">
            <a:extLst>
              <a:ext uri="{FF2B5EF4-FFF2-40B4-BE49-F238E27FC236}">
                <a16:creationId xmlns:a16="http://schemas.microsoft.com/office/drawing/2014/main" id="{B96D11E9-8110-BAF3-E9DE-D6DACE433439}"/>
              </a:ext>
            </a:extLst>
          </p:cNvPr>
          <p:cNvSpPr txBox="1"/>
          <p:nvPr/>
        </p:nvSpPr>
        <p:spPr>
          <a:xfrm>
            <a:off x="2790698" y="1763660"/>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2</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5" name="TextBox 274">
            <a:extLst>
              <a:ext uri="{FF2B5EF4-FFF2-40B4-BE49-F238E27FC236}">
                <a16:creationId xmlns:a16="http://schemas.microsoft.com/office/drawing/2014/main" id="{87CC5273-E3FA-6BE6-8080-6FE757DE0730}"/>
              </a:ext>
            </a:extLst>
          </p:cNvPr>
          <p:cNvSpPr txBox="1"/>
          <p:nvPr/>
        </p:nvSpPr>
        <p:spPr>
          <a:xfrm>
            <a:off x="1928368" y="242977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3</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6" name="TextBox 275">
            <a:extLst>
              <a:ext uri="{FF2B5EF4-FFF2-40B4-BE49-F238E27FC236}">
                <a16:creationId xmlns:a16="http://schemas.microsoft.com/office/drawing/2014/main" id="{D2E2BE5F-C829-9B6D-64BD-2D8A74E69D93}"/>
              </a:ext>
            </a:extLst>
          </p:cNvPr>
          <p:cNvSpPr txBox="1"/>
          <p:nvPr/>
        </p:nvSpPr>
        <p:spPr>
          <a:xfrm>
            <a:off x="1928368" y="3103601"/>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4</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7" name="TextBox 276">
            <a:extLst>
              <a:ext uri="{FF2B5EF4-FFF2-40B4-BE49-F238E27FC236}">
                <a16:creationId xmlns:a16="http://schemas.microsoft.com/office/drawing/2014/main" id="{3D08F43D-BDF0-521F-D637-143709B30C70}"/>
              </a:ext>
            </a:extLst>
          </p:cNvPr>
          <p:cNvSpPr txBox="1"/>
          <p:nvPr/>
        </p:nvSpPr>
        <p:spPr>
          <a:xfrm>
            <a:off x="1928368" y="377249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5</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8" name="TextBox 277">
            <a:extLst>
              <a:ext uri="{FF2B5EF4-FFF2-40B4-BE49-F238E27FC236}">
                <a16:creationId xmlns:a16="http://schemas.microsoft.com/office/drawing/2014/main" id="{C417BB84-9C18-6B03-2B85-A70E76B42033}"/>
              </a:ext>
            </a:extLst>
          </p:cNvPr>
          <p:cNvSpPr txBox="1"/>
          <p:nvPr/>
        </p:nvSpPr>
        <p:spPr>
          <a:xfrm>
            <a:off x="1928368" y="446437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6</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9" name="TextBox 278">
            <a:extLst>
              <a:ext uri="{FF2B5EF4-FFF2-40B4-BE49-F238E27FC236}">
                <a16:creationId xmlns:a16="http://schemas.microsoft.com/office/drawing/2014/main" id="{0A7296AF-53ED-E45A-C765-02A5DB122934}"/>
              </a:ext>
            </a:extLst>
          </p:cNvPr>
          <p:cNvSpPr txBox="1"/>
          <p:nvPr/>
        </p:nvSpPr>
        <p:spPr>
          <a:xfrm>
            <a:off x="1949450" y="520923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7</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81" name="TextBox 280">
            <a:extLst>
              <a:ext uri="{FF2B5EF4-FFF2-40B4-BE49-F238E27FC236}">
                <a16:creationId xmlns:a16="http://schemas.microsoft.com/office/drawing/2014/main" id="{9C2A5057-DBEB-1A58-FF5A-1EE75BAB451A}"/>
              </a:ext>
            </a:extLst>
          </p:cNvPr>
          <p:cNvSpPr txBox="1"/>
          <p:nvPr/>
        </p:nvSpPr>
        <p:spPr>
          <a:xfrm>
            <a:off x="3519170" y="1924319"/>
            <a:ext cx="6878319" cy="646331"/>
          </a:xfrm>
          <a:prstGeom prst="rect">
            <a:avLst/>
          </a:prstGeom>
          <a:noFill/>
          <a:ln>
            <a:noFill/>
          </a:ln>
        </p:spPr>
        <p:txBody>
          <a:bodyPr wrap="square">
            <a:spAutoFit/>
          </a:bodyPr>
          <a:lstStyle/>
          <a:p>
            <a:r>
              <a:rPr lang="en-GB" sz="3600" b="1">
                <a:latin typeface="Univers Condensed"/>
              </a:rPr>
              <a:t>Research questions</a:t>
            </a:r>
            <a:endParaRPr lang="en-AU" sz="3600" b="1"/>
          </a:p>
        </p:txBody>
      </p:sp>
      <p:sp>
        <p:nvSpPr>
          <p:cNvPr id="282" name="TextBox 281">
            <a:extLst>
              <a:ext uri="{FF2B5EF4-FFF2-40B4-BE49-F238E27FC236}">
                <a16:creationId xmlns:a16="http://schemas.microsoft.com/office/drawing/2014/main" id="{2724724F-E306-8C47-A497-550147B29830}"/>
              </a:ext>
            </a:extLst>
          </p:cNvPr>
          <p:cNvSpPr txBox="1"/>
          <p:nvPr/>
        </p:nvSpPr>
        <p:spPr>
          <a:xfrm>
            <a:off x="2677921" y="2668163"/>
            <a:ext cx="6878320" cy="646331"/>
          </a:xfrm>
          <a:prstGeom prst="rect">
            <a:avLst/>
          </a:prstGeom>
          <a:noFill/>
          <a:ln>
            <a:noFill/>
          </a:ln>
        </p:spPr>
        <p:txBody>
          <a:bodyPr wrap="square">
            <a:spAutoFit/>
          </a:bodyPr>
          <a:lstStyle/>
          <a:p>
            <a:r>
              <a:rPr lang="en-GB" sz="3600" b="1">
                <a:latin typeface="Univers Condensed"/>
              </a:rPr>
              <a:t>Data pre-processing</a:t>
            </a:r>
          </a:p>
        </p:txBody>
      </p:sp>
      <p:sp>
        <p:nvSpPr>
          <p:cNvPr id="283" name="TextBox 282">
            <a:extLst>
              <a:ext uri="{FF2B5EF4-FFF2-40B4-BE49-F238E27FC236}">
                <a16:creationId xmlns:a16="http://schemas.microsoft.com/office/drawing/2014/main" id="{2EDC6EDD-704F-DE4B-7ACA-9183014412D4}"/>
              </a:ext>
            </a:extLst>
          </p:cNvPr>
          <p:cNvSpPr txBox="1"/>
          <p:nvPr/>
        </p:nvSpPr>
        <p:spPr>
          <a:xfrm>
            <a:off x="2656840" y="3338218"/>
            <a:ext cx="6878320" cy="646331"/>
          </a:xfrm>
          <a:prstGeom prst="rect">
            <a:avLst/>
          </a:prstGeom>
          <a:noFill/>
          <a:ln>
            <a:noFill/>
          </a:ln>
        </p:spPr>
        <p:txBody>
          <a:bodyPr wrap="square">
            <a:spAutoFit/>
          </a:bodyPr>
          <a:lstStyle/>
          <a:p>
            <a:r>
              <a:rPr lang="en-GB" sz="3600" b="1">
                <a:latin typeface="Univers Condensed"/>
              </a:rPr>
              <a:t>Exploratory Data Analysis</a:t>
            </a:r>
          </a:p>
        </p:txBody>
      </p:sp>
      <p:sp>
        <p:nvSpPr>
          <p:cNvPr id="284" name="TextBox 283">
            <a:extLst>
              <a:ext uri="{FF2B5EF4-FFF2-40B4-BE49-F238E27FC236}">
                <a16:creationId xmlns:a16="http://schemas.microsoft.com/office/drawing/2014/main" id="{01DD0F52-0C73-9181-AADA-746B0F4EB196}"/>
              </a:ext>
            </a:extLst>
          </p:cNvPr>
          <p:cNvSpPr txBox="1"/>
          <p:nvPr/>
        </p:nvSpPr>
        <p:spPr>
          <a:xfrm>
            <a:off x="2656840" y="4064728"/>
            <a:ext cx="6878320" cy="646331"/>
          </a:xfrm>
          <a:prstGeom prst="rect">
            <a:avLst/>
          </a:prstGeom>
          <a:noFill/>
          <a:ln>
            <a:noFill/>
          </a:ln>
        </p:spPr>
        <p:txBody>
          <a:bodyPr wrap="square">
            <a:spAutoFit/>
          </a:bodyPr>
          <a:lstStyle/>
          <a:p>
            <a:r>
              <a:rPr lang="en-GB" sz="3600" b="1">
                <a:latin typeface="Univers Condensed"/>
              </a:rPr>
              <a:t>Evaluation &amp; Modelling</a:t>
            </a:r>
          </a:p>
        </p:txBody>
      </p:sp>
      <p:sp>
        <p:nvSpPr>
          <p:cNvPr id="285" name="TextBox 284">
            <a:extLst>
              <a:ext uri="{FF2B5EF4-FFF2-40B4-BE49-F238E27FC236}">
                <a16:creationId xmlns:a16="http://schemas.microsoft.com/office/drawing/2014/main" id="{3E5235F2-7ADD-81EF-E9BA-739B20980FAF}"/>
              </a:ext>
            </a:extLst>
          </p:cNvPr>
          <p:cNvSpPr txBox="1"/>
          <p:nvPr/>
        </p:nvSpPr>
        <p:spPr>
          <a:xfrm>
            <a:off x="2677921" y="4769587"/>
            <a:ext cx="6878320" cy="646331"/>
          </a:xfrm>
          <a:prstGeom prst="rect">
            <a:avLst/>
          </a:prstGeom>
          <a:noFill/>
          <a:ln>
            <a:noFill/>
          </a:ln>
        </p:spPr>
        <p:txBody>
          <a:bodyPr wrap="square">
            <a:spAutoFit/>
          </a:bodyPr>
          <a:lstStyle/>
          <a:p>
            <a:r>
              <a:rPr lang="en-GB" sz="3600" b="1">
                <a:latin typeface="Univers Condensed"/>
              </a:rPr>
              <a:t>Discussion</a:t>
            </a:r>
          </a:p>
        </p:txBody>
      </p:sp>
      <p:sp>
        <p:nvSpPr>
          <p:cNvPr id="286" name="TextBox 285">
            <a:extLst>
              <a:ext uri="{FF2B5EF4-FFF2-40B4-BE49-F238E27FC236}">
                <a16:creationId xmlns:a16="http://schemas.microsoft.com/office/drawing/2014/main" id="{1BA364F2-C6F6-E5FF-03E2-A1BA1114CD74}"/>
              </a:ext>
            </a:extLst>
          </p:cNvPr>
          <p:cNvSpPr txBox="1"/>
          <p:nvPr/>
        </p:nvSpPr>
        <p:spPr>
          <a:xfrm>
            <a:off x="2700475" y="5445067"/>
            <a:ext cx="6878320" cy="646331"/>
          </a:xfrm>
          <a:prstGeom prst="rect">
            <a:avLst/>
          </a:prstGeom>
          <a:noFill/>
          <a:ln>
            <a:noFill/>
          </a:ln>
        </p:spPr>
        <p:txBody>
          <a:bodyPr wrap="square">
            <a:spAutoFit/>
          </a:bodyPr>
          <a:lstStyle/>
          <a:p>
            <a:r>
              <a:rPr lang="en-GB" sz="3600" b="1">
                <a:latin typeface="Univers Condensed"/>
              </a:rPr>
              <a:t>Conclusion</a:t>
            </a:r>
          </a:p>
        </p:txBody>
      </p:sp>
      <p:sp>
        <p:nvSpPr>
          <p:cNvPr id="9" name="TextBox 8">
            <a:extLst>
              <a:ext uri="{FF2B5EF4-FFF2-40B4-BE49-F238E27FC236}">
                <a16:creationId xmlns:a16="http://schemas.microsoft.com/office/drawing/2014/main" id="{F697FF5A-42E9-9413-F87B-7C1E24CFCE63}"/>
              </a:ext>
            </a:extLst>
          </p:cNvPr>
          <p:cNvSpPr txBox="1"/>
          <p:nvPr/>
        </p:nvSpPr>
        <p:spPr>
          <a:xfrm>
            <a:off x="2656840" y="1302434"/>
            <a:ext cx="6878320" cy="646331"/>
          </a:xfrm>
          <a:prstGeom prst="rect">
            <a:avLst/>
          </a:prstGeom>
          <a:noFill/>
          <a:ln>
            <a:noFill/>
          </a:ln>
        </p:spPr>
        <p:txBody>
          <a:bodyPr wrap="square">
            <a:spAutoFit/>
          </a:bodyPr>
          <a:lstStyle/>
          <a:p>
            <a:r>
              <a:rPr lang="en-GB" sz="3600" b="1">
                <a:latin typeface="Univers Condensed"/>
              </a:rPr>
              <a:t>Background</a:t>
            </a:r>
            <a:endParaRPr lang="en-AU" sz="3600" b="1"/>
          </a:p>
        </p:txBody>
      </p:sp>
      <p:cxnSp>
        <p:nvCxnSpPr>
          <p:cNvPr id="3" name="Straight Connector 2">
            <a:extLst>
              <a:ext uri="{FF2B5EF4-FFF2-40B4-BE49-F238E27FC236}">
                <a16:creationId xmlns:a16="http://schemas.microsoft.com/office/drawing/2014/main" id="{F353DF56-15D6-475A-DAC5-19E22F775426}"/>
              </a:ext>
            </a:extLst>
          </p:cNvPr>
          <p:cNvCxnSpPr>
            <a:cxnSpLocks/>
          </p:cNvCxnSpPr>
          <p:nvPr/>
        </p:nvCxnSpPr>
        <p:spPr>
          <a:xfrm>
            <a:off x="7859210" y="1302434"/>
            <a:ext cx="0" cy="4473663"/>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8050D822-D05E-0482-81E2-F1128D3A3CF0}"/>
              </a:ext>
            </a:extLst>
          </p:cNvPr>
          <p:cNvSpPr/>
          <p:nvPr/>
        </p:nvSpPr>
        <p:spPr>
          <a:xfrm>
            <a:off x="7836350" y="2046278"/>
            <a:ext cx="45719" cy="5243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Google Shape;962;p41">
            <a:extLst>
              <a:ext uri="{FF2B5EF4-FFF2-40B4-BE49-F238E27FC236}">
                <a16:creationId xmlns:a16="http://schemas.microsoft.com/office/drawing/2014/main" id="{25709C4E-C608-803A-3FA6-DD36DBDF50BD}"/>
              </a:ext>
            </a:extLst>
          </p:cNvPr>
          <p:cNvSpPr txBox="1">
            <a:spLocks noGrp="1"/>
          </p:cNvSpPr>
          <p:nvPr/>
        </p:nvSpPr>
        <p:spPr>
          <a:xfrm>
            <a:off x="8104591" y="3023890"/>
            <a:ext cx="4094660"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4000">
                <a:solidFill>
                  <a:srgbClr val="A16487"/>
                </a:solidFill>
                <a:latin typeface="Bebas Neue"/>
              </a:rPr>
              <a:t>Section 2: </a:t>
            </a:r>
          </a:p>
          <a:p>
            <a:r>
              <a:rPr lang="en-GB" sz="6000">
                <a:solidFill>
                  <a:srgbClr val="A16487"/>
                </a:solidFill>
                <a:latin typeface="Bebas Neue"/>
              </a:rPr>
              <a:t>Research Questions</a:t>
            </a:r>
            <a:endParaRPr lang="en" sz="6000">
              <a:solidFill>
                <a:srgbClr val="A16487"/>
              </a:solidFill>
              <a:latin typeface="Bebas Neue"/>
            </a:endParaRPr>
          </a:p>
        </p:txBody>
      </p:sp>
      <p:sp>
        <p:nvSpPr>
          <p:cNvPr id="6" name="TextBox 5">
            <a:extLst>
              <a:ext uri="{FF2B5EF4-FFF2-40B4-BE49-F238E27FC236}">
                <a16:creationId xmlns:a16="http://schemas.microsoft.com/office/drawing/2014/main" id="{438A107E-4195-BBCD-62DF-F72D684A1360}"/>
              </a:ext>
            </a:extLst>
          </p:cNvPr>
          <p:cNvSpPr txBox="1"/>
          <p:nvPr/>
        </p:nvSpPr>
        <p:spPr>
          <a:xfrm>
            <a:off x="1928368" y="109476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1</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3621304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281" name="TextBox 280">
            <a:extLst>
              <a:ext uri="{FF2B5EF4-FFF2-40B4-BE49-F238E27FC236}">
                <a16:creationId xmlns:a16="http://schemas.microsoft.com/office/drawing/2014/main" id="{9C2A5057-DBEB-1A58-FF5A-1EE75BAB451A}"/>
              </a:ext>
            </a:extLst>
          </p:cNvPr>
          <p:cNvSpPr txBox="1"/>
          <p:nvPr/>
        </p:nvSpPr>
        <p:spPr>
          <a:xfrm>
            <a:off x="2696210" y="1924319"/>
            <a:ext cx="6878319" cy="646331"/>
          </a:xfrm>
          <a:prstGeom prst="rect">
            <a:avLst/>
          </a:prstGeom>
          <a:noFill/>
          <a:ln>
            <a:noFill/>
          </a:ln>
        </p:spPr>
        <p:txBody>
          <a:bodyPr wrap="square">
            <a:spAutoFit/>
          </a:bodyPr>
          <a:lstStyle/>
          <a:p>
            <a:r>
              <a:rPr lang="en-GB" sz="3600" b="1">
                <a:latin typeface="Univers Condensed"/>
              </a:rPr>
              <a:t>Research questions</a:t>
            </a:r>
            <a:endParaRPr lang="en-AU" sz="3600" b="1"/>
          </a:p>
        </p:txBody>
      </p:sp>
      <p:sp>
        <p:nvSpPr>
          <p:cNvPr id="5" name="Rectangle 4">
            <a:extLst>
              <a:ext uri="{FF2B5EF4-FFF2-40B4-BE49-F238E27FC236}">
                <a16:creationId xmlns:a16="http://schemas.microsoft.com/office/drawing/2014/main" id="{A9EBFC3C-5159-7B9A-BA1F-D491DB95F382}"/>
              </a:ext>
            </a:extLst>
          </p:cNvPr>
          <p:cNvSpPr/>
          <p:nvPr/>
        </p:nvSpPr>
        <p:spPr>
          <a:xfrm>
            <a:off x="0" y="1361440"/>
            <a:ext cx="2235200" cy="528320"/>
          </a:xfrm>
          <a:prstGeom prst="rect">
            <a:avLst/>
          </a:prstGeom>
          <a:solidFill>
            <a:srgbClr val="C00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Google Shape;962;p41">
            <a:extLst>
              <a:ext uri="{FF2B5EF4-FFF2-40B4-BE49-F238E27FC236}">
                <a16:creationId xmlns:a16="http://schemas.microsoft.com/office/drawing/2014/main" id="{72F3DF1A-FA2C-2469-B4B5-1387AD92C622}"/>
              </a:ext>
            </a:extLst>
          </p:cNvPr>
          <p:cNvSpPr txBox="1">
            <a:spLocks noGrp="1"/>
          </p:cNvSpPr>
          <p:nvPr>
            <p:ph type="title"/>
          </p:nvPr>
        </p:nvSpPr>
        <p:spPr>
          <a:xfrm>
            <a:off x="792970" y="16229"/>
            <a:ext cx="11072323" cy="77623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GB" sz="5400">
                <a:solidFill>
                  <a:schemeClr val="bg2">
                    <a:lumMod val="50000"/>
                  </a:schemeClr>
                </a:solidFill>
                <a:latin typeface="Bebas Neue"/>
              </a:rPr>
              <a:t>overview</a:t>
            </a:r>
          </a:p>
        </p:txBody>
      </p:sp>
      <p:sp>
        <p:nvSpPr>
          <p:cNvPr id="261" name="Rectangle 260">
            <a:extLst>
              <a:ext uri="{FF2B5EF4-FFF2-40B4-BE49-F238E27FC236}">
                <a16:creationId xmlns:a16="http://schemas.microsoft.com/office/drawing/2014/main" id="{0FDA8375-4C15-23B6-31B8-7E874F9CAF70}"/>
              </a:ext>
            </a:extLst>
          </p:cNvPr>
          <p:cNvSpPr/>
          <p:nvPr/>
        </p:nvSpPr>
        <p:spPr>
          <a:xfrm>
            <a:off x="18288" y="2016664"/>
            <a:ext cx="2235200" cy="528320"/>
          </a:xfrm>
          <a:prstGeom prst="rect">
            <a:avLst/>
          </a:prstGeom>
          <a:solidFill>
            <a:srgbClr val="FFC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2" name="Rectangle 261">
            <a:extLst>
              <a:ext uri="{FF2B5EF4-FFF2-40B4-BE49-F238E27FC236}">
                <a16:creationId xmlns:a16="http://schemas.microsoft.com/office/drawing/2014/main" id="{7F38F1B7-6215-6A45-7937-62FADEBB94C7}"/>
              </a:ext>
            </a:extLst>
          </p:cNvPr>
          <p:cNvSpPr/>
          <p:nvPr/>
        </p:nvSpPr>
        <p:spPr>
          <a:xfrm>
            <a:off x="845820" y="2682866"/>
            <a:ext cx="2235200" cy="528320"/>
          </a:xfrm>
          <a:prstGeom prst="rect">
            <a:avLst/>
          </a:prstGeom>
          <a:solidFill>
            <a:srgbClr val="FFFF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3" name="Rectangle 262">
            <a:extLst>
              <a:ext uri="{FF2B5EF4-FFF2-40B4-BE49-F238E27FC236}">
                <a16:creationId xmlns:a16="http://schemas.microsoft.com/office/drawing/2014/main" id="{BFD3E4A5-6D4F-8744-B441-C7E3AEC64359}"/>
              </a:ext>
            </a:extLst>
          </p:cNvPr>
          <p:cNvSpPr/>
          <p:nvPr/>
        </p:nvSpPr>
        <p:spPr>
          <a:xfrm>
            <a:off x="0" y="3349068"/>
            <a:ext cx="2235200" cy="528320"/>
          </a:xfrm>
          <a:prstGeom prst="rect">
            <a:avLst/>
          </a:prstGeom>
          <a:solidFill>
            <a:srgbClr val="92D05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4" name="Rectangle 263">
            <a:extLst>
              <a:ext uri="{FF2B5EF4-FFF2-40B4-BE49-F238E27FC236}">
                <a16:creationId xmlns:a16="http://schemas.microsoft.com/office/drawing/2014/main" id="{D49B5F23-211B-2F77-1191-CEB9467833F2}"/>
              </a:ext>
            </a:extLst>
          </p:cNvPr>
          <p:cNvSpPr/>
          <p:nvPr/>
        </p:nvSpPr>
        <p:spPr>
          <a:xfrm>
            <a:off x="0" y="4015270"/>
            <a:ext cx="2235200" cy="528320"/>
          </a:xfrm>
          <a:prstGeom prst="rect">
            <a:avLst/>
          </a:prstGeom>
          <a:solidFill>
            <a:srgbClr val="0070C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8" name="Rectangle 287">
            <a:extLst>
              <a:ext uri="{FF2B5EF4-FFF2-40B4-BE49-F238E27FC236}">
                <a16:creationId xmlns:a16="http://schemas.microsoft.com/office/drawing/2014/main" id="{BA7F8A5C-6517-FF51-0273-471D92DDD097}"/>
              </a:ext>
            </a:extLst>
          </p:cNvPr>
          <p:cNvSpPr/>
          <p:nvPr/>
        </p:nvSpPr>
        <p:spPr>
          <a:xfrm>
            <a:off x="-520066" y="6091398"/>
            <a:ext cx="1881505" cy="400110"/>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5" name="Rectangle 264">
            <a:extLst>
              <a:ext uri="{FF2B5EF4-FFF2-40B4-BE49-F238E27FC236}">
                <a16:creationId xmlns:a16="http://schemas.microsoft.com/office/drawing/2014/main" id="{CF63AB26-5D48-4936-2A75-453F631D6184}"/>
              </a:ext>
            </a:extLst>
          </p:cNvPr>
          <p:cNvSpPr/>
          <p:nvPr/>
        </p:nvSpPr>
        <p:spPr>
          <a:xfrm>
            <a:off x="0" y="4681472"/>
            <a:ext cx="2235200" cy="528320"/>
          </a:xfrm>
          <a:prstGeom prst="rect">
            <a:avLst/>
          </a:prstGeom>
          <a:solidFill>
            <a:srgbClr val="00206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6" name="Rectangle 265">
            <a:extLst>
              <a:ext uri="{FF2B5EF4-FFF2-40B4-BE49-F238E27FC236}">
                <a16:creationId xmlns:a16="http://schemas.microsoft.com/office/drawing/2014/main" id="{5DDD9953-028D-AEA9-6F7F-612B09FB6E1C}"/>
              </a:ext>
            </a:extLst>
          </p:cNvPr>
          <p:cNvSpPr/>
          <p:nvPr/>
        </p:nvSpPr>
        <p:spPr>
          <a:xfrm>
            <a:off x="0" y="5439584"/>
            <a:ext cx="2235200" cy="528320"/>
          </a:xfrm>
          <a:prstGeom prst="rect">
            <a:avLst/>
          </a:prstGeom>
          <a:solidFill>
            <a:srgbClr val="7030A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4" name="Rectangle: Rounded Corners 253">
            <a:extLst>
              <a:ext uri="{FF2B5EF4-FFF2-40B4-BE49-F238E27FC236}">
                <a16:creationId xmlns:a16="http://schemas.microsoft.com/office/drawing/2014/main" id="{DC1FC88D-8429-5281-1D64-F9180008EE5C}"/>
              </a:ext>
            </a:extLst>
          </p:cNvPr>
          <p:cNvSpPr/>
          <p:nvPr/>
        </p:nvSpPr>
        <p:spPr>
          <a:xfrm>
            <a:off x="-465275" y="978186"/>
            <a:ext cx="1440000" cy="5788374"/>
          </a:xfrm>
          <a:prstGeom prst="roundRect">
            <a:avLst>
              <a:gd name="adj" fmla="val 15141"/>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4" name="TextBox 273">
            <a:extLst>
              <a:ext uri="{FF2B5EF4-FFF2-40B4-BE49-F238E27FC236}">
                <a16:creationId xmlns:a16="http://schemas.microsoft.com/office/drawing/2014/main" id="{B96D11E9-8110-BAF3-E9DE-D6DACE433439}"/>
              </a:ext>
            </a:extLst>
          </p:cNvPr>
          <p:cNvSpPr txBox="1"/>
          <p:nvPr/>
        </p:nvSpPr>
        <p:spPr>
          <a:xfrm>
            <a:off x="1967738" y="1763660"/>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2</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5" name="TextBox 274">
            <a:extLst>
              <a:ext uri="{FF2B5EF4-FFF2-40B4-BE49-F238E27FC236}">
                <a16:creationId xmlns:a16="http://schemas.microsoft.com/office/drawing/2014/main" id="{87CC5273-E3FA-6BE6-8080-6FE757DE0730}"/>
              </a:ext>
            </a:extLst>
          </p:cNvPr>
          <p:cNvSpPr txBox="1"/>
          <p:nvPr/>
        </p:nvSpPr>
        <p:spPr>
          <a:xfrm>
            <a:off x="2774188" y="242977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3</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6" name="TextBox 275">
            <a:extLst>
              <a:ext uri="{FF2B5EF4-FFF2-40B4-BE49-F238E27FC236}">
                <a16:creationId xmlns:a16="http://schemas.microsoft.com/office/drawing/2014/main" id="{D2E2BE5F-C829-9B6D-64BD-2D8A74E69D93}"/>
              </a:ext>
            </a:extLst>
          </p:cNvPr>
          <p:cNvSpPr txBox="1"/>
          <p:nvPr/>
        </p:nvSpPr>
        <p:spPr>
          <a:xfrm>
            <a:off x="1928368" y="3103601"/>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4</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7" name="TextBox 276">
            <a:extLst>
              <a:ext uri="{FF2B5EF4-FFF2-40B4-BE49-F238E27FC236}">
                <a16:creationId xmlns:a16="http://schemas.microsoft.com/office/drawing/2014/main" id="{3D08F43D-BDF0-521F-D637-143709B30C70}"/>
              </a:ext>
            </a:extLst>
          </p:cNvPr>
          <p:cNvSpPr txBox="1"/>
          <p:nvPr/>
        </p:nvSpPr>
        <p:spPr>
          <a:xfrm>
            <a:off x="1928368" y="377249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5</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8" name="TextBox 277">
            <a:extLst>
              <a:ext uri="{FF2B5EF4-FFF2-40B4-BE49-F238E27FC236}">
                <a16:creationId xmlns:a16="http://schemas.microsoft.com/office/drawing/2014/main" id="{C417BB84-9C18-6B03-2B85-A70E76B42033}"/>
              </a:ext>
            </a:extLst>
          </p:cNvPr>
          <p:cNvSpPr txBox="1"/>
          <p:nvPr/>
        </p:nvSpPr>
        <p:spPr>
          <a:xfrm>
            <a:off x="1928368" y="446437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6</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9" name="TextBox 278">
            <a:extLst>
              <a:ext uri="{FF2B5EF4-FFF2-40B4-BE49-F238E27FC236}">
                <a16:creationId xmlns:a16="http://schemas.microsoft.com/office/drawing/2014/main" id="{0A7296AF-53ED-E45A-C765-02A5DB122934}"/>
              </a:ext>
            </a:extLst>
          </p:cNvPr>
          <p:cNvSpPr txBox="1"/>
          <p:nvPr/>
        </p:nvSpPr>
        <p:spPr>
          <a:xfrm>
            <a:off x="1949450" y="520923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7</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82" name="TextBox 281">
            <a:extLst>
              <a:ext uri="{FF2B5EF4-FFF2-40B4-BE49-F238E27FC236}">
                <a16:creationId xmlns:a16="http://schemas.microsoft.com/office/drawing/2014/main" id="{2724724F-E306-8C47-A497-550147B29830}"/>
              </a:ext>
            </a:extLst>
          </p:cNvPr>
          <p:cNvSpPr txBox="1"/>
          <p:nvPr/>
        </p:nvSpPr>
        <p:spPr>
          <a:xfrm>
            <a:off x="3523741" y="2668163"/>
            <a:ext cx="6878320" cy="646331"/>
          </a:xfrm>
          <a:prstGeom prst="rect">
            <a:avLst/>
          </a:prstGeom>
          <a:noFill/>
          <a:ln>
            <a:noFill/>
          </a:ln>
        </p:spPr>
        <p:txBody>
          <a:bodyPr wrap="square">
            <a:spAutoFit/>
          </a:bodyPr>
          <a:lstStyle/>
          <a:p>
            <a:r>
              <a:rPr lang="en-GB" sz="3600" b="1">
                <a:latin typeface="Univers Condensed"/>
              </a:rPr>
              <a:t>Data pre-processing</a:t>
            </a:r>
          </a:p>
        </p:txBody>
      </p:sp>
      <p:sp>
        <p:nvSpPr>
          <p:cNvPr id="283" name="TextBox 282">
            <a:extLst>
              <a:ext uri="{FF2B5EF4-FFF2-40B4-BE49-F238E27FC236}">
                <a16:creationId xmlns:a16="http://schemas.microsoft.com/office/drawing/2014/main" id="{2EDC6EDD-704F-DE4B-7ACA-9183014412D4}"/>
              </a:ext>
            </a:extLst>
          </p:cNvPr>
          <p:cNvSpPr txBox="1"/>
          <p:nvPr/>
        </p:nvSpPr>
        <p:spPr>
          <a:xfrm>
            <a:off x="2656840" y="3338218"/>
            <a:ext cx="6878320" cy="646331"/>
          </a:xfrm>
          <a:prstGeom prst="rect">
            <a:avLst/>
          </a:prstGeom>
          <a:noFill/>
          <a:ln>
            <a:noFill/>
          </a:ln>
        </p:spPr>
        <p:txBody>
          <a:bodyPr wrap="square">
            <a:spAutoFit/>
          </a:bodyPr>
          <a:lstStyle/>
          <a:p>
            <a:r>
              <a:rPr lang="en-GB" sz="3600" b="1">
                <a:latin typeface="Univers Condensed"/>
              </a:rPr>
              <a:t>Exploratory Data Analysis</a:t>
            </a:r>
          </a:p>
        </p:txBody>
      </p:sp>
      <p:sp>
        <p:nvSpPr>
          <p:cNvPr id="284" name="TextBox 283">
            <a:extLst>
              <a:ext uri="{FF2B5EF4-FFF2-40B4-BE49-F238E27FC236}">
                <a16:creationId xmlns:a16="http://schemas.microsoft.com/office/drawing/2014/main" id="{01DD0F52-0C73-9181-AADA-746B0F4EB196}"/>
              </a:ext>
            </a:extLst>
          </p:cNvPr>
          <p:cNvSpPr txBox="1"/>
          <p:nvPr/>
        </p:nvSpPr>
        <p:spPr>
          <a:xfrm>
            <a:off x="2656840" y="4064728"/>
            <a:ext cx="6878320" cy="646331"/>
          </a:xfrm>
          <a:prstGeom prst="rect">
            <a:avLst/>
          </a:prstGeom>
          <a:noFill/>
          <a:ln>
            <a:noFill/>
          </a:ln>
        </p:spPr>
        <p:txBody>
          <a:bodyPr wrap="square">
            <a:spAutoFit/>
          </a:bodyPr>
          <a:lstStyle/>
          <a:p>
            <a:r>
              <a:rPr lang="en-GB" sz="3600" b="1">
                <a:latin typeface="Univers Condensed"/>
              </a:rPr>
              <a:t>Evaluation &amp; Modelling</a:t>
            </a:r>
          </a:p>
        </p:txBody>
      </p:sp>
      <p:sp>
        <p:nvSpPr>
          <p:cNvPr id="285" name="TextBox 284">
            <a:extLst>
              <a:ext uri="{FF2B5EF4-FFF2-40B4-BE49-F238E27FC236}">
                <a16:creationId xmlns:a16="http://schemas.microsoft.com/office/drawing/2014/main" id="{3E5235F2-7ADD-81EF-E9BA-739B20980FAF}"/>
              </a:ext>
            </a:extLst>
          </p:cNvPr>
          <p:cNvSpPr txBox="1"/>
          <p:nvPr/>
        </p:nvSpPr>
        <p:spPr>
          <a:xfrm>
            <a:off x="2677921" y="4769587"/>
            <a:ext cx="6878320" cy="646331"/>
          </a:xfrm>
          <a:prstGeom prst="rect">
            <a:avLst/>
          </a:prstGeom>
          <a:noFill/>
          <a:ln>
            <a:noFill/>
          </a:ln>
        </p:spPr>
        <p:txBody>
          <a:bodyPr wrap="square">
            <a:spAutoFit/>
          </a:bodyPr>
          <a:lstStyle/>
          <a:p>
            <a:r>
              <a:rPr lang="en-GB" sz="3600" b="1">
                <a:latin typeface="Univers Condensed"/>
              </a:rPr>
              <a:t>Discussion</a:t>
            </a:r>
          </a:p>
        </p:txBody>
      </p:sp>
      <p:sp>
        <p:nvSpPr>
          <p:cNvPr id="286" name="TextBox 285">
            <a:extLst>
              <a:ext uri="{FF2B5EF4-FFF2-40B4-BE49-F238E27FC236}">
                <a16:creationId xmlns:a16="http://schemas.microsoft.com/office/drawing/2014/main" id="{1BA364F2-C6F6-E5FF-03E2-A1BA1114CD74}"/>
              </a:ext>
            </a:extLst>
          </p:cNvPr>
          <p:cNvSpPr txBox="1"/>
          <p:nvPr/>
        </p:nvSpPr>
        <p:spPr>
          <a:xfrm>
            <a:off x="2700475" y="5445067"/>
            <a:ext cx="6878320" cy="646331"/>
          </a:xfrm>
          <a:prstGeom prst="rect">
            <a:avLst/>
          </a:prstGeom>
          <a:noFill/>
          <a:ln>
            <a:noFill/>
          </a:ln>
        </p:spPr>
        <p:txBody>
          <a:bodyPr wrap="square">
            <a:spAutoFit/>
          </a:bodyPr>
          <a:lstStyle/>
          <a:p>
            <a:r>
              <a:rPr lang="en-GB" sz="3600" b="1">
                <a:latin typeface="Univers Condensed"/>
              </a:rPr>
              <a:t>Conclusion</a:t>
            </a:r>
          </a:p>
        </p:txBody>
      </p:sp>
      <p:sp>
        <p:nvSpPr>
          <p:cNvPr id="9" name="TextBox 8">
            <a:extLst>
              <a:ext uri="{FF2B5EF4-FFF2-40B4-BE49-F238E27FC236}">
                <a16:creationId xmlns:a16="http://schemas.microsoft.com/office/drawing/2014/main" id="{F697FF5A-42E9-9413-F87B-7C1E24CFCE63}"/>
              </a:ext>
            </a:extLst>
          </p:cNvPr>
          <p:cNvSpPr txBox="1"/>
          <p:nvPr/>
        </p:nvSpPr>
        <p:spPr>
          <a:xfrm>
            <a:off x="2656840" y="1302434"/>
            <a:ext cx="6878320" cy="646331"/>
          </a:xfrm>
          <a:prstGeom prst="rect">
            <a:avLst/>
          </a:prstGeom>
          <a:noFill/>
          <a:ln>
            <a:noFill/>
          </a:ln>
        </p:spPr>
        <p:txBody>
          <a:bodyPr wrap="square">
            <a:spAutoFit/>
          </a:bodyPr>
          <a:lstStyle/>
          <a:p>
            <a:r>
              <a:rPr lang="en-GB" sz="3600" b="1">
                <a:latin typeface="Univers Condensed"/>
              </a:rPr>
              <a:t>Background</a:t>
            </a:r>
            <a:endParaRPr lang="en-AU" sz="3600" b="1"/>
          </a:p>
        </p:txBody>
      </p:sp>
      <p:cxnSp>
        <p:nvCxnSpPr>
          <p:cNvPr id="3" name="Straight Connector 2">
            <a:extLst>
              <a:ext uri="{FF2B5EF4-FFF2-40B4-BE49-F238E27FC236}">
                <a16:creationId xmlns:a16="http://schemas.microsoft.com/office/drawing/2014/main" id="{F353DF56-15D6-475A-DAC5-19E22F775426}"/>
              </a:ext>
            </a:extLst>
          </p:cNvPr>
          <p:cNvCxnSpPr>
            <a:cxnSpLocks/>
          </p:cNvCxnSpPr>
          <p:nvPr/>
        </p:nvCxnSpPr>
        <p:spPr>
          <a:xfrm>
            <a:off x="7859210" y="1302434"/>
            <a:ext cx="0" cy="4473663"/>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8050D822-D05E-0482-81E2-F1128D3A3CF0}"/>
              </a:ext>
            </a:extLst>
          </p:cNvPr>
          <p:cNvSpPr/>
          <p:nvPr/>
        </p:nvSpPr>
        <p:spPr>
          <a:xfrm>
            <a:off x="7836350" y="2818438"/>
            <a:ext cx="45719" cy="5243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438A107E-4195-BBCD-62DF-F72D684A1360}"/>
              </a:ext>
            </a:extLst>
          </p:cNvPr>
          <p:cNvSpPr txBox="1"/>
          <p:nvPr/>
        </p:nvSpPr>
        <p:spPr>
          <a:xfrm>
            <a:off x="1928368" y="109476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1</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7" name="Google Shape;962;p41">
            <a:extLst>
              <a:ext uri="{FF2B5EF4-FFF2-40B4-BE49-F238E27FC236}">
                <a16:creationId xmlns:a16="http://schemas.microsoft.com/office/drawing/2014/main" id="{D1C31F32-15A3-EC32-997E-564EC058C2D1}"/>
              </a:ext>
            </a:extLst>
          </p:cNvPr>
          <p:cNvSpPr txBox="1">
            <a:spLocks noGrp="1"/>
          </p:cNvSpPr>
          <p:nvPr/>
        </p:nvSpPr>
        <p:spPr>
          <a:xfrm>
            <a:off x="8051595" y="2991328"/>
            <a:ext cx="4059123"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4000">
                <a:solidFill>
                  <a:srgbClr val="C55C4B"/>
                </a:solidFill>
                <a:latin typeface="Bebas Neue"/>
              </a:rPr>
              <a:t>Section 3: </a:t>
            </a:r>
          </a:p>
          <a:p>
            <a:r>
              <a:rPr lang="en-GB" sz="6000">
                <a:solidFill>
                  <a:srgbClr val="C55C4B"/>
                </a:solidFill>
                <a:latin typeface="Bebas Neue"/>
              </a:rPr>
              <a:t>Data Preprocessing</a:t>
            </a:r>
            <a:endParaRPr lang="en" sz="6000">
              <a:solidFill>
                <a:srgbClr val="C55C4B"/>
              </a:solidFill>
              <a:latin typeface="Bebas Neue"/>
            </a:endParaRPr>
          </a:p>
        </p:txBody>
      </p:sp>
    </p:spTree>
    <p:extLst>
      <p:ext uri="{BB962C8B-B14F-4D97-AF65-F5344CB8AC3E}">
        <p14:creationId xmlns:p14="http://schemas.microsoft.com/office/powerpoint/2010/main" val="37716179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9"/>
        <p:cNvGrpSpPr/>
        <p:nvPr/>
      </p:nvGrpSpPr>
      <p:grpSpPr>
        <a:xfrm>
          <a:off x="0" y="0"/>
          <a:ext cx="0" cy="0"/>
          <a:chOff x="0" y="0"/>
          <a:chExt cx="0" cy="0"/>
        </a:xfrm>
      </p:grpSpPr>
      <p:grpSp>
        <p:nvGrpSpPr>
          <p:cNvPr id="1196" name="Google Shape;1196;p42"/>
          <p:cNvGrpSpPr/>
          <p:nvPr/>
        </p:nvGrpSpPr>
        <p:grpSpPr>
          <a:xfrm>
            <a:off x="-4821867" y="3355973"/>
            <a:ext cx="9686707" cy="3119564"/>
            <a:chOff x="-3616400" y="2212179"/>
            <a:chExt cx="7265030" cy="2339673"/>
          </a:xfrm>
        </p:grpSpPr>
        <p:grpSp>
          <p:nvGrpSpPr>
            <p:cNvPr id="1197" name="Google Shape;1197;p42"/>
            <p:cNvGrpSpPr/>
            <p:nvPr/>
          </p:nvGrpSpPr>
          <p:grpSpPr>
            <a:xfrm>
              <a:off x="-3616400" y="2212179"/>
              <a:ext cx="7265030" cy="2339673"/>
              <a:chOff x="5227475" y="2212179"/>
              <a:chExt cx="7265030" cy="2339673"/>
            </a:xfrm>
          </p:grpSpPr>
          <p:sp>
            <p:nvSpPr>
              <p:cNvPr id="1198" name="Google Shape;1198;p42"/>
              <p:cNvSpPr/>
              <p:nvPr/>
            </p:nvSpPr>
            <p:spPr>
              <a:xfrm>
                <a:off x="8160481" y="3468190"/>
                <a:ext cx="881727" cy="1006624"/>
              </a:xfrm>
              <a:custGeom>
                <a:avLst/>
                <a:gdLst/>
                <a:ahLst/>
                <a:cxnLst/>
                <a:rect l="l" t="t" r="r" b="b"/>
                <a:pathLst>
                  <a:path w="28076" h="32053" extrusionOk="0">
                    <a:moveTo>
                      <a:pt x="14038" y="1"/>
                    </a:moveTo>
                    <a:lnTo>
                      <a:pt x="0" y="18503"/>
                    </a:lnTo>
                    <a:lnTo>
                      <a:pt x="0" y="32052"/>
                    </a:lnTo>
                    <a:lnTo>
                      <a:pt x="28075" y="32052"/>
                    </a:lnTo>
                    <a:lnTo>
                      <a:pt x="28075" y="18503"/>
                    </a:lnTo>
                    <a:lnTo>
                      <a:pt x="14038"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99" name="Google Shape;1199;p42"/>
              <p:cNvSpPr/>
              <p:nvPr/>
            </p:nvSpPr>
            <p:spPr>
              <a:xfrm>
                <a:off x="5503429" y="3142520"/>
                <a:ext cx="1121033" cy="1333425"/>
              </a:xfrm>
              <a:custGeom>
                <a:avLst/>
                <a:gdLst/>
                <a:ahLst/>
                <a:cxnLst/>
                <a:rect l="l" t="t" r="r" b="b"/>
                <a:pathLst>
                  <a:path w="35696" h="42459" extrusionOk="0">
                    <a:moveTo>
                      <a:pt x="17848" y="0"/>
                    </a:moveTo>
                    <a:lnTo>
                      <a:pt x="1" y="10585"/>
                    </a:lnTo>
                    <a:lnTo>
                      <a:pt x="1" y="42458"/>
                    </a:lnTo>
                    <a:lnTo>
                      <a:pt x="35696" y="42458"/>
                    </a:lnTo>
                    <a:lnTo>
                      <a:pt x="35696" y="10585"/>
                    </a:lnTo>
                    <a:lnTo>
                      <a:pt x="17848"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0" name="Google Shape;1200;p42"/>
              <p:cNvSpPr/>
              <p:nvPr/>
            </p:nvSpPr>
            <p:spPr>
              <a:xfrm>
                <a:off x="8242325" y="3469325"/>
                <a:ext cx="709028" cy="990891"/>
              </a:xfrm>
              <a:custGeom>
                <a:avLst/>
                <a:gdLst/>
                <a:ahLst/>
                <a:cxnLst/>
                <a:rect l="l" t="t" r="r" b="b"/>
                <a:pathLst>
                  <a:path w="20694" h="31552" extrusionOk="0">
                    <a:moveTo>
                      <a:pt x="10716" y="7537"/>
                    </a:moveTo>
                    <a:lnTo>
                      <a:pt x="10776" y="7597"/>
                    </a:lnTo>
                    <a:lnTo>
                      <a:pt x="10716" y="7597"/>
                    </a:lnTo>
                    <a:lnTo>
                      <a:pt x="10716" y="7537"/>
                    </a:lnTo>
                    <a:close/>
                    <a:moveTo>
                      <a:pt x="10276" y="8037"/>
                    </a:moveTo>
                    <a:lnTo>
                      <a:pt x="10276" y="13847"/>
                    </a:lnTo>
                    <a:lnTo>
                      <a:pt x="6251" y="13847"/>
                    </a:lnTo>
                    <a:lnTo>
                      <a:pt x="6251" y="8037"/>
                    </a:lnTo>
                    <a:close/>
                    <a:moveTo>
                      <a:pt x="14740" y="8037"/>
                    </a:moveTo>
                    <a:lnTo>
                      <a:pt x="14740" y="13681"/>
                    </a:lnTo>
                    <a:lnTo>
                      <a:pt x="14574" y="13847"/>
                    </a:lnTo>
                    <a:lnTo>
                      <a:pt x="10716" y="13847"/>
                    </a:lnTo>
                    <a:lnTo>
                      <a:pt x="10716" y="8037"/>
                    </a:lnTo>
                    <a:close/>
                    <a:moveTo>
                      <a:pt x="10276" y="0"/>
                    </a:moveTo>
                    <a:lnTo>
                      <a:pt x="10276" y="6870"/>
                    </a:lnTo>
                    <a:lnTo>
                      <a:pt x="7251" y="3858"/>
                    </a:lnTo>
                    <a:lnTo>
                      <a:pt x="6942" y="4180"/>
                    </a:lnTo>
                    <a:lnTo>
                      <a:pt x="10276" y="7501"/>
                    </a:lnTo>
                    <a:lnTo>
                      <a:pt x="10276" y="7597"/>
                    </a:lnTo>
                    <a:lnTo>
                      <a:pt x="4918" y="7597"/>
                    </a:lnTo>
                    <a:lnTo>
                      <a:pt x="4918" y="8037"/>
                    </a:lnTo>
                    <a:lnTo>
                      <a:pt x="5811" y="8037"/>
                    </a:lnTo>
                    <a:lnTo>
                      <a:pt x="5811" y="13419"/>
                    </a:lnTo>
                    <a:lnTo>
                      <a:pt x="2787" y="10407"/>
                    </a:lnTo>
                    <a:lnTo>
                      <a:pt x="2477" y="10728"/>
                    </a:lnTo>
                    <a:lnTo>
                      <a:pt x="5596" y="13847"/>
                    </a:lnTo>
                    <a:lnTo>
                      <a:pt x="0" y="13847"/>
                    </a:lnTo>
                    <a:lnTo>
                      <a:pt x="0" y="14288"/>
                    </a:lnTo>
                    <a:lnTo>
                      <a:pt x="5811" y="14288"/>
                    </a:lnTo>
                    <a:lnTo>
                      <a:pt x="5811" y="31552"/>
                    </a:lnTo>
                    <a:lnTo>
                      <a:pt x="6251" y="31552"/>
                    </a:lnTo>
                    <a:lnTo>
                      <a:pt x="6251" y="14288"/>
                    </a:lnTo>
                    <a:lnTo>
                      <a:pt x="10276" y="14288"/>
                    </a:lnTo>
                    <a:lnTo>
                      <a:pt x="10276" y="31552"/>
                    </a:lnTo>
                    <a:lnTo>
                      <a:pt x="10716" y="31552"/>
                    </a:lnTo>
                    <a:lnTo>
                      <a:pt x="10716" y="14288"/>
                    </a:lnTo>
                    <a:lnTo>
                      <a:pt x="14740" y="14288"/>
                    </a:lnTo>
                    <a:lnTo>
                      <a:pt x="14740" y="31552"/>
                    </a:lnTo>
                    <a:lnTo>
                      <a:pt x="15181" y="31552"/>
                    </a:lnTo>
                    <a:lnTo>
                      <a:pt x="15181" y="14288"/>
                    </a:lnTo>
                    <a:lnTo>
                      <a:pt x="20694" y="14288"/>
                    </a:lnTo>
                    <a:lnTo>
                      <a:pt x="20694" y="13847"/>
                    </a:lnTo>
                    <a:lnTo>
                      <a:pt x="15205" y="13847"/>
                    </a:lnTo>
                    <a:lnTo>
                      <a:pt x="18312" y="10728"/>
                    </a:lnTo>
                    <a:lnTo>
                      <a:pt x="18003" y="10407"/>
                    </a:lnTo>
                    <a:lnTo>
                      <a:pt x="15181" y="13228"/>
                    </a:lnTo>
                    <a:lnTo>
                      <a:pt x="15181" y="8037"/>
                    </a:lnTo>
                    <a:lnTo>
                      <a:pt x="15776" y="8037"/>
                    </a:lnTo>
                    <a:lnTo>
                      <a:pt x="15776" y="7597"/>
                    </a:lnTo>
                    <a:lnTo>
                      <a:pt x="10883" y="7597"/>
                    </a:lnTo>
                    <a:lnTo>
                      <a:pt x="14300" y="4180"/>
                    </a:lnTo>
                    <a:lnTo>
                      <a:pt x="13978" y="3858"/>
                    </a:lnTo>
                    <a:lnTo>
                      <a:pt x="10716" y="7132"/>
                    </a:lnTo>
                    <a:lnTo>
                      <a:pt x="10716"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1" name="Google Shape;1201;p42"/>
              <p:cNvSpPr/>
              <p:nvPr/>
            </p:nvSpPr>
            <p:spPr>
              <a:xfrm>
                <a:off x="5444350" y="3157875"/>
                <a:ext cx="1190564" cy="1321112"/>
              </a:xfrm>
              <a:custGeom>
                <a:avLst/>
                <a:gdLst/>
                <a:ahLst/>
                <a:cxnLst/>
                <a:rect l="l" t="t" r="r" b="b"/>
                <a:pathLst>
                  <a:path w="37910" h="41185" extrusionOk="0">
                    <a:moveTo>
                      <a:pt x="19289" y="7132"/>
                    </a:moveTo>
                    <a:lnTo>
                      <a:pt x="19289" y="13443"/>
                    </a:lnTo>
                    <a:lnTo>
                      <a:pt x="11895" y="13443"/>
                    </a:lnTo>
                    <a:lnTo>
                      <a:pt x="11895" y="7132"/>
                    </a:lnTo>
                    <a:close/>
                    <a:moveTo>
                      <a:pt x="27694" y="7132"/>
                    </a:moveTo>
                    <a:lnTo>
                      <a:pt x="27694" y="13443"/>
                    </a:lnTo>
                    <a:lnTo>
                      <a:pt x="20289" y="13443"/>
                    </a:lnTo>
                    <a:lnTo>
                      <a:pt x="20289" y="7132"/>
                    </a:lnTo>
                    <a:close/>
                    <a:moveTo>
                      <a:pt x="19289" y="14491"/>
                    </a:moveTo>
                    <a:lnTo>
                      <a:pt x="19289" y="24670"/>
                    </a:lnTo>
                    <a:lnTo>
                      <a:pt x="11895" y="24670"/>
                    </a:lnTo>
                    <a:lnTo>
                      <a:pt x="11883" y="14491"/>
                    </a:lnTo>
                    <a:close/>
                    <a:moveTo>
                      <a:pt x="27694" y="14491"/>
                    </a:moveTo>
                    <a:lnTo>
                      <a:pt x="27694" y="24670"/>
                    </a:lnTo>
                    <a:lnTo>
                      <a:pt x="20289" y="24670"/>
                    </a:lnTo>
                    <a:lnTo>
                      <a:pt x="20289" y="14491"/>
                    </a:lnTo>
                    <a:close/>
                    <a:moveTo>
                      <a:pt x="14609" y="25706"/>
                    </a:moveTo>
                    <a:lnTo>
                      <a:pt x="14431" y="25861"/>
                    </a:lnTo>
                    <a:lnTo>
                      <a:pt x="11883" y="27956"/>
                    </a:lnTo>
                    <a:lnTo>
                      <a:pt x="11883" y="25706"/>
                    </a:lnTo>
                    <a:close/>
                    <a:moveTo>
                      <a:pt x="27694" y="25706"/>
                    </a:moveTo>
                    <a:lnTo>
                      <a:pt x="27694" y="27956"/>
                    </a:lnTo>
                    <a:lnTo>
                      <a:pt x="25146" y="25861"/>
                    </a:lnTo>
                    <a:lnTo>
                      <a:pt x="24968" y="25706"/>
                    </a:lnTo>
                    <a:close/>
                    <a:moveTo>
                      <a:pt x="19300" y="25706"/>
                    </a:moveTo>
                    <a:lnTo>
                      <a:pt x="19289" y="28540"/>
                    </a:lnTo>
                    <a:lnTo>
                      <a:pt x="16050" y="25861"/>
                    </a:lnTo>
                    <a:lnTo>
                      <a:pt x="15871" y="25706"/>
                    </a:lnTo>
                    <a:close/>
                    <a:moveTo>
                      <a:pt x="23706" y="25706"/>
                    </a:moveTo>
                    <a:lnTo>
                      <a:pt x="23527" y="25861"/>
                    </a:lnTo>
                    <a:lnTo>
                      <a:pt x="20289" y="28540"/>
                    </a:lnTo>
                    <a:lnTo>
                      <a:pt x="20289" y="25706"/>
                    </a:lnTo>
                    <a:close/>
                    <a:moveTo>
                      <a:pt x="32171" y="25706"/>
                    </a:moveTo>
                    <a:lnTo>
                      <a:pt x="28683" y="28576"/>
                    </a:lnTo>
                    <a:lnTo>
                      <a:pt x="28683" y="25706"/>
                    </a:lnTo>
                    <a:close/>
                    <a:moveTo>
                      <a:pt x="10895" y="25706"/>
                    </a:moveTo>
                    <a:lnTo>
                      <a:pt x="10895" y="28588"/>
                    </a:lnTo>
                    <a:lnTo>
                      <a:pt x="7406" y="25706"/>
                    </a:lnTo>
                    <a:close/>
                    <a:moveTo>
                      <a:pt x="6775" y="26528"/>
                    </a:moveTo>
                    <a:lnTo>
                      <a:pt x="9823" y="29016"/>
                    </a:lnTo>
                    <a:lnTo>
                      <a:pt x="3739" y="29016"/>
                    </a:lnTo>
                    <a:lnTo>
                      <a:pt x="6775" y="26528"/>
                    </a:lnTo>
                    <a:close/>
                    <a:moveTo>
                      <a:pt x="32802" y="26516"/>
                    </a:moveTo>
                    <a:lnTo>
                      <a:pt x="35838" y="29016"/>
                    </a:lnTo>
                    <a:lnTo>
                      <a:pt x="29766" y="29016"/>
                    </a:lnTo>
                    <a:lnTo>
                      <a:pt x="32802" y="26516"/>
                    </a:lnTo>
                    <a:close/>
                    <a:moveTo>
                      <a:pt x="15240" y="26528"/>
                    </a:moveTo>
                    <a:lnTo>
                      <a:pt x="18277" y="29028"/>
                    </a:lnTo>
                    <a:lnTo>
                      <a:pt x="12204" y="29028"/>
                    </a:lnTo>
                    <a:lnTo>
                      <a:pt x="15240" y="26528"/>
                    </a:lnTo>
                    <a:close/>
                    <a:moveTo>
                      <a:pt x="24337" y="26528"/>
                    </a:moveTo>
                    <a:lnTo>
                      <a:pt x="27385" y="29028"/>
                    </a:lnTo>
                    <a:lnTo>
                      <a:pt x="21301" y="29028"/>
                    </a:lnTo>
                    <a:lnTo>
                      <a:pt x="24337" y="26528"/>
                    </a:lnTo>
                    <a:close/>
                    <a:moveTo>
                      <a:pt x="19289" y="30064"/>
                    </a:moveTo>
                    <a:lnTo>
                      <a:pt x="19289" y="40148"/>
                    </a:lnTo>
                    <a:lnTo>
                      <a:pt x="11895" y="40148"/>
                    </a:lnTo>
                    <a:lnTo>
                      <a:pt x="11895" y="30064"/>
                    </a:lnTo>
                    <a:close/>
                    <a:moveTo>
                      <a:pt x="27694" y="30064"/>
                    </a:moveTo>
                    <a:lnTo>
                      <a:pt x="27694" y="40148"/>
                    </a:lnTo>
                    <a:lnTo>
                      <a:pt x="20289" y="40148"/>
                    </a:lnTo>
                    <a:lnTo>
                      <a:pt x="20289" y="30064"/>
                    </a:lnTo>
                    <a:close/>
                    <a:moveTo>
                      <a:pt x="19289" y="1"/>
                    </a:moveTo>
                    <a:lnTo>
                      <a:pt x="19289" y="5585"/>
                    </a:lnTo>
                    <a:lnTo>
                      <a:pt x="14705" y="1810"/>
                    </a:lnTo>
                    <a:lnTo>
                      <a:pt x="13907" y="2465"/>
                    </a:lnTo>
                    <a:lnTo>
                      <a:pt x="18300" y="6085"/>
                    </a:lnTo>
                    <a:lnTo>
                      <a:pt x="10716" y="6085"/>
                    </a:lnTo>
                    <a:lnTo>
                      <a:pt x="10716" y="7132"/>
                    </a:lnTo>
                    <a:lnTo>
                      <a:pt x="10883" y="7132"/>
                    </a:lnTo>
                    <a:lnTo>
                      <a:pt x="10883" y="12788"/>
                    </a:lnTo>
                    <a:lnTo>
                      <a:pt x="5251" y="8514"/>
                    </a:lnTo>
                    <a:lnTo>
                      <a:pt x="4370" y="9299"/>
                    </a:lnTo>
                    <a:lnTo>
                      <a:pt x="9847" y="13443"/>
                    </a:lnTo>
                    <a:lnTo>
                      <a:pt x="1667" y="13443"/>
                    </a:lnTo>
                    <a:lnTo>
                      <a:pt x="0" y="14491"/>
                    </a:lnTo>
                    <a:lnTo>
                      <a:pt x="10895" y="14491"/>
                    </a:lnTo>
                    <a:lnTo>
                      <a:pt x="10895" y="24670"/>
                    </a:lnTo>
                    <a:lnTo>
                      <a:pt x="1667" y="24670"/>
                    </a:lnTo>
                    <a:lnTo>
                      <a:pt x="1667" y="25706"/>
                    </a:lnTo>
                    <a:lnTo>
                      <a:pt x="6144" y="25706"/>
                    </a:lnTo>
                    <a:lnTo>
                      <a:pt x="5965" y="25861"/>
                    </a:lnTo>
                    <a:lnTo>
                      <a:pt x="2120" y="29016"/>
                    </a:lnTo>
                    <a:lnTo>
                      <a:pt x="1667" y="29016"/>
                    </a:lnTo>
                    <a:lnTo>
                      <a:pt x="1667" y="30064"/>
                    </a:lnTo>
                    <a:lnTo>
                      <a:pt x="10895" y="30064"/>
                    </a:lnTo>
                    <a:lnTo>
                      <a:pt x="10895" y="40148"/>
                    </a:lnTo>
                    <a:lnTo>
                      <a:pt x="1667" y="40148"/>
                    </a:lnTo>
                    <a:lnTo>
                      <a:pt x="1667" y="41184"/>
                    </a:lnTo>
                    <a:lnTo>
                      <a:pt x="37910" y="41184"/>
                    </a:lnTo>
                    <a:lnTo>
                      <a:pt x="37910" y="40148"/>
                    </a:lnTo>
                    <a:lnTo>
                      <a:pt x="28683" y="40148"/>
                    </a:lnTo>
                    <a:lnTo>
                      <a:pt x="28683" y="30064"/>
                    </a:lnTo>
                    <a:lnTo>
                      <a:pt x="37910" y="30064"/>
                    </a:lnTo>
                    <a:lnTo>
                      <a:pt x="37910" y="29016"/>
                    </a:lnTo>
                    <a:lnTo>
                      <a:pt x="37457" y="29016"/>
                    </a:lnTo>
                    <a:lnTo>
                      <a:pt x="33612" y="25861"/>
                    </a:lnTo>
                    <a:lnTo>
                      <a:pt x="33433" y="25706"/>
                    </a:lnTo>
                    <a:lnTo>
                      <a:pt x="37910" y="25706"/>
                    </a:lnTo>
                    <a:lnTo>
                      <a:pt x="37910" y="24670"/>
                    </a:lnTo>
                    <a:lnTo>
                      <a:pt x="28683" y="24670"/>
                    </a:lnTo>
                    <a:lnTo>
                      <a:pt x="28683" y="14491"/>
                    </a:lnTo>
                    <a:lnTo>
                      <a:pt x="37910" y="14491"/>
                    </a:lnTo>
                    <a:lnTo>
                      <a:pt x="37910" y="13443"/>
                    </a:lnTo>
                    <a:lnTo>
                      <a:pt x="29730" y="13443"/>
                    </a:lnTo>
                    <a:lnTo>
                      <a:pt x="35207" y="9299"/>
                    </a:lnTo>
                    <a:lnTo>
                      <a:pt x="34326" y="8514"/>
                    </a:lnTo>
                    <a:lnTo>
                      <a:pt x="28683" y="12788"/>
                    </a:lnTo>
                    <a:lnTo>
                      <a:pt x="28683" y="7132"/>
                    </a:lnTo>
                    <a:lnTo>
                      <a:pt x="28873" y="7132"/>
                    </a:lnTo>
                    <a:lnTo>
                      <a:pt x="28873" y="6097"/>
                    </a:lnTo>
                    <a:lnTo>
                      <a:pt x="21277" y="6097"/>
                    </a:lnTo>
                    <a:lnTo>
                      <a:pt x="25670" y="2465"/>
                    </a:lnTo>
                    <a:lnTo>
                      <a:pt x="24873" y="1810"/>
                    </a:lnTo>
                    <a:lnTo>
                      <a:pt x="20289" y="5585"/>
                    </a:lnTo>
                    <a:lnTo>
                      <a:pt x="20289"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2" name="Google Shape;1202;p42"/>
              <p:cNvSpPr/>
              <p:nvPr/>
            </p:nvSpPr>
            <p:spPr>
              <a:xfrm>
                <a:off x="8164595" y="4018594"/>
                <a:ext cx="864517" cy="31"/>
              </a:xfrm>
              <a:custGeom>
                <a:avLst/>
                <a:gdLst/>
                <a:ahLst/>
                <a:cxnLst/>
                <a:rect l="l" t="t" r="r" b="b"/>
                <a:pathLst>
                  <a:path w="27528" h="1" fill="none" extrusionOk="0">
                    <a:moveTo>
                      <a:pt x="27528" y="1"/>
                    </a:moveTo>
                    <a:lnTo>
                      <a:pt x="0" y="1"/>
                    </a:lnTo>
                  </a:path>
                </a:pathLst>
              </a:custGeom>
              <a:noFill/>
              <a:ln w="22325" cap="flat" cmpd="sng">
                <a:solidFill>
                  <a:schemeClr val="accent3"/>
                </a:solidFill>
                <a:prstDash val="solid"/>
                <a:miter lim="11906"/>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3" name="Google Shape;1203;p42"/>
              <p:cNvSpPr/>
              <p:nvPr/>
            </p:nvSpPr>
            <p:spPr>
              <a:xfrm>
                <a:off x="6634889" y="3607660"/>
                <a:ext cx="52760" cy="32944"/>
              </a:xfrm>
              <a:custGeom>
                <a:avLst/>
                <a:gdLst/>
                <a:ahLst/>
                <a:cxnLst/>
                <a:rect l="l" t="t" r="r" b="b"/>
                <a:pathLst>
                  <a:path w="1680" h="1049" extrusionOk="0">
                    <a:moveTo>
                      <a:pt x="1" y="1"/>
                    </a:moveTo>
                    <a:lnTo>
                      <a:pt x="1" y="1049"/>
                    </a:lnTo>
                    <a:lnTo>
                      <a:pt x="1680" y="1049"/>
                    </a:lnTo>
                    <a:lnTo>
                      <a:pt x="1" y="1"/>
                    </a:lnTo>
                    <a:close/>
                  </a:path>
                </a:pathLst>
              </a:custGeom>
              <a:solidFill>
                <a:srgbClr val="47312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4" name="Google Shape;1204;p42"/>
              <p:cNvSpPr/>
              <p:nvPr/>
            </p:nvSpPr>
            <p:spPr>
              <a:xfrm>
                <a:off x="6948279" y="2317637"/>
                <a:ext cx="572827" cy="373217"/>
              </a:xfrm>
              <a:custGeom>
                <a:avLst/>
                <a:gdLst/>
                <a:ahLst/>
                <a:cxnLst/>
                <a:rect l="l" t="t" r="r" b="b"/>
                <a:pathLst>
                  <a:path w="18240" h="11884" extrusionOk="0">
                    <a:moveTo>
                      <a:pt x="10993" y="1"/>
                    </a:moveTo>
                    <a:cubicBezTo>
                      <a:pt x="9364" y="1"/>
                      <a:pt x="7892" y="1054"/>
                      <a:pt x="7393" y="2656"/>
                    </a:cubicBezTo>
                    <a:cubicBezTo>
                      <a:pt x="6735" y="2355"/>
                      <a:pt x="6052" y="2215"/>
                      <a:pt x="5383" y="2215"/>
                    </a:cubicBezTo>
                    <a:cubicBezTo>
                      <a:pt x="3194" y="2215"/>
                      <a:pt x="1156" y="3719"/>
                      <a:pt x="654" y="6026"/>
                    </a:cubicBezTo>
                    <a:cubicBezTo>
                      <a:pt x="1" y="9032"/>
                      <a:pt x="2288" y="11884"/>
                      <a:pt x="5374" y="11884"/>
                    </a:cubicBezTo>
                    <a:cubicBezTo>
                      <a:pt x="5380" y="11884"/>
                      <a:pt x="5386" y="11884"/>
                      <a:pt x="5393" y="11884"/>
                    </a:cubicBezTo>
                    <a:lnTo>
                      <a:pt x="14930" y="11884"/>
                    </a:lnTo>
                    <a:cubicBezTo>
                      <a:pt x="14930" y="11884"/>
                      <a:pt x="17513" y="11872"/>
                      <a:pt x="18109" y="9336"/>
                    </a:cubicBezTo>
                    <a:cubicBezTo>
                      <a:pt x="18192" y="9062"/>
                      <a:pt x="18228" y="8788"/>
                      <a:pt x="18240" y="8514"/>
                    </a:cubicBezTo>
                    <a:cubicBezTo>
                      <a:pt x="18240" y="8467"/>
                      <a:pt x="18240" y="8431"/>
                      <a:pt x="18240" y="8383"/>
                    </a:cubicBezTo>
                    <a:lnTo>
                      <a:pt x="18240" y="8193"/>
                    </a:lnTo>
                    <a:lnTo>
                      <a:pt x="18216" y="8193"/>
                    </a:lnTo>
                    <a:cubicBezTo>
                      <a:pt x="18065" y="6599"/>
                      <a:pt x="16725" y="5458"/>
                      <a:pt x="15212" y="5458"/>
                    </a:cubicBezTo>
                    <a:cubicBezTo>
                      <a:pt x="14939" y="5458"/>
                      <a:pt x="14660" y="5495"/>
                      <a:pt x="14382" y="5573"/>
                    </a:cubicBezTo>
                    <a:cubicBezTo>
                      <a:pt x="14668" y="5026"/>
                      <a:pt x="14823" y="4419"/>
                      <a:pt x="14823" y="3799"/>
                    </a:cubicBezTo>
                    <a:cubicBezTo>
                      <a:pt x="14823" y="1930"/>
                      <a:pt x="13453" y="335"/>
                      <a:pt x="11596" y="49"/>
                    </a:cubicBezTo>
                    <a:cubicBezTo>
                      <a:pt x="11394" y="17"/>
                      <a:pt x="11192" y="1"/>
                      <a:pt x="10993" y="1"/>
                    </a:cubicBezTo>
                    <a:close/>
                  </a:path>
                </a:pathLst>
              </a:custGeom>
              <a:solidFill>
                <a:srgbClr val="FFFFFF"/>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5" name="Google Shape;1205;p42"/>
              <p:cNvSpPr/>
              <p:nvPr/>
            </p:nvSpPr>
            <p:spPr>
              <a:xfrm>
                <a:off x="11405153" y="2668313"/>
                <a:ext cx="747817" cy="501072"/>
              </a:xfrm>
              <a:custGeom>
                <a:avLst/>
                <a:gdLst/>
                <a:ahLst/>
                <a:cxnLst/>
                <a:rect l="l" t="t" r="r" b="b"/>
                <a:pathLst>
                  <a:path w="18539" h="12422" extrusionOk="0">
                    <a:moveTo>
                      <a:pt x="7542" y="1"/>
                    </a:moveTo>
                    <a:cubicBezTo>
                      <a:pt x="7033" y="1"/>
                      <a:pt x="6514" y="101"/>
                      <a:pt x="6013" y="312"/>
                    </a:cubicBezTo>
                    <a:cubicBezTo>
                      <a:pt x="3858" y="1205"/>
                      <a:pt x="2941" y="3753"/>
                      <a:pt x="4025" y="5813"/>
                    </a:cubicBezTo>
                    <a:cubicBezTo>
                      <a:pt x="3727" y="5729"/>
                      <a:pt x="3429" y="5694"/>
                      <a:pt x="3120" y="5694"/>
                    </a:cubicBezTo>
                    <a:cubicBezTo>
                      <a:pt x="1512" y="5718"/>
                      <a:pt x="167" y="6944"/>
                      <a:pt x="24" y="8551"/>
                    </a:cubicBezTo>
                    <a:lnTo>
                      <a:pt x="0" y="8551"/>
                    </a:lnTo>
                    <a:lnTo>
                      <a:pt x="0" y="8742"/>
                    </a:lnTo>
                    <a:cubicBezTo>
                      <a:pt x="0" y="8789"/>
                      <a:pt x="0" y="8837"/>
                      <a:pt x="12" y="8908"/>
                    </a:cubicBezTo>
                    <a:cubicBezTo>
                      <a:pt x="12" y="9194"/>
                      <a:pt x="48" y="9480"/>
                      <a:pt x="131" y="9754"/>
                    </a:cubicBezTo>
                    <a:cubicBezTo>
                      <a:pt x="762" y="12397"/>
                      <a:pt x="3453" y="12421"/>
                      <a:pt x="3453" y="12421"/>
                    </a:cubicBezTo>
                    <a:lnTo>
                      <a:pt x="13407" y="12421"/>
                    </a:lnTo>
                    <a:cubicBezTo>
                      <a:pt x="13436" y="12421"/>
                      <a:pt x="13465" y="12422"/>
                      <a:pt x="13493" y="12422"/>
                    </a:cubicBezTo>
                    <a:cubicBezTo>
                      <a:pt x="16264" y="12422"/>
                      <a:pt x="18538" y="10165"/>
                      <a:pt x="18538" y="7373"/>
                    </a:cubicBezTo>
                    <a:cubicBezTo>
                      <a:pt x="18538" y="4580"/>
                      <a:pt x="16264" y="2324"/>
                      <a:pt x="13493" y="2324"/>
                    </a:cubicBezTo>
                    <a:cubicBezTo>
                      <a:pt x="13465" y="2324"/>
                      <a:pt x="13436" y="2324"/>
                      <a:pt x="13407" y="2324"/>
                    </a:cubicBezTo>
                    <a:cubicBezTo>
                      <a:pt x="12681" y="2324"/>
                      <a:pt x="11978" y="2479"/>
                      <a:pt x="11323" y="2777"/>
                    </a:cubicBezTo>
                    <a:cubicBezTo>
                      <a:pt x="10785" y="1071"/>
                      <a:pt x="9212" y="1"/>
                      <a:pt x="7542"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6" name="Google Shape;1206;p42"/>
              <p:cNvSpPr/>
              <p:nvPr/>
            </p:nvSpPr>
            <p:spPr>
              <a:xfrm>
                <a:off x="10488588" y="2962154"/>
                <a:ext cx="572806" cy="374954"/>
              </a:xfrm>
              <a:custGeom>
                <a:avLst/>
                <a:gdLst/>
                <a:ahLst/>
                <a:cxnLst/>
                <a:rect l="l" t="t" r="r" b="b"/>
                <a:pathLst>
                  <a:path w="15539" h="10171" extrusionOk="0">
                    <a:moveTo>
                      <a:pt x="6156" y="0"/>
                    </a:moveTo>
                    <a:cubicBezTo>
                      <a:pt x="5740" y="0"/>
                      <a:pt x="5316" y="81"/>
                      <a:pt x="4906" y="253"/>
                    </a:cubicBezTo>
                    <a:cubicBezTo>
                      <a:pt x="3132" y="991"/>
                      <a:pt x="2394" y="3087"/>
                      <a:pt x="3299" y="4777"/>
                    </a:cubicBezTo>
                    <a:cubicBezTo>
                      <a:pt x="3061" y="4706"/>
                      <a:pt x="2799" y="4682"/>
                      <a:pt x="2549" y="4682"/>
                    </a:cubicBezTo>
                    <a:cubicBezTo>
                      <a:pt x="1239" y="4706"/>
                      <a:pt x="144" y="5706"/>
                      <a:pt x="25" y="7016"/>
                    </a:cubicBezTo>
                    <a:lnTo>
                      <a:pt x="13" y="7016"/>
                    </a:lnTo>
                    <a:lnTo>
                      <a:pt x="13" y="7170"/>
                    </a:lnTo>
                    <a:cubicBezTo>
                      <a:pt x="13" y="7206"/>
                      <a:pt x="1" y="7242"/>
                      <a:pt x="1" y="7301"/>
                    </a:cubicBezTo>
                    <a:cubicBezTo>
                      <a:pt x="1" y="7528"/>
                      <a:pt x="37" y="7766"/>
                      <a:pt x="108" y="7992"/>
                    </a:cubicBezTo>
                    <a:cubicBezTo>
                      <a:pt x="620" y="10159"/>
                      <a:pt x="2823" y="10171"/>
                      <a:pt x="2823" y="10171"/>
                    </a:cubicBezTo>
                    <a:lnTo>
                      <a:pt x="10955" y="10171"/>
                    </a:lnTo>
                    <a:cubicBezTo>
                      <a:pt x="13586" y="10171"/>
                      <a:pt x="15538" y="7742"/>
                      <a:pt x="14991" y="5170"/>
                    </a:cubicBezTo>
                    <a:cubicBezTo>
                      <a:pt x="14561" y="3205"/>
                      <a:pt x="12819" y="1920"/>
                      <a:pt x="10949" y="1920"/>
                    </a:cubicBezTo>
                    <a:cubicBezTo>
                      <a:pt x="10384" y="1920"/>
                      <a:pt x="9808" y="2037"/>
                      <a:pt x="9252" y="2289"/>
                    </a:cubicBezTo>
                    <a:cubicBezTo>
                      <a:pt x="8822" y="882"/>
                      <a:pt x="7530" y="0"/>
                      <a:pt x="6156" y="0"/>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7" name="Google Shape;1207;p42"/>
              <p:cNvSpPr/>
              <p:nvPr/>
            </p:nvSpPr>
            <p:spPr>
              <a:xfrm>
                <a:off x="6510022" y="2212179"/>
                <a:ext cx="438257" cy="255480"/>
              </a:xfrm>
              <a:custGeom>
                <a:avLst/>
                <a:gdLst/>
                <a:ahLst/>
                <a:cxnLst/>
                <a:rect l="l" t="t" r="r" b="b"/>
                <a:pathLst>
                  <a:path w="13955" h="8135" extrusionOk="0">
                    <a:moveTo>
                      <a:pt x="9886" y="1"/>
                    </a:moveTo>
                    <a:cubicBezTo>
                      <a:pt x="9857" y="1"/>
                      <a:pt x="9828" y="1"/>
                      <a:pt x="9799" y="2"/>
                    </a:cubicBezTo>
                    <a:cubicBezTo>
                      <a:pt x="7739" y="2"/>
                      <a:pt x="6001" y="1550"/>
                      <a:pt x="5763" y="3597"/>
                    </a:cubicBezTo>
                    <a:cubicBezTo>
                      <a:pt x="5190" y="2831"/>
                      <a:pt x="4341" y="2461"/>
                      <a:pt x="3497" y="2461"/>
                    </a:cubicBezTo>
                    <a:cubicBezTo>
                      <a:pt x="2479" y="2461"/>
                      <a:pt x="1467" y="2998"/>
                      <a:pt x="953" y="4026"/>
                    </a:cubicBezTo>
                    <a:cubicBezTo>
                      <a:pt x="0" y="5919"/>
                      <a:pt x="1381" y="8134"/>
                      <a:pt x="3489" y="8134"/>
                    </a:cubicBezTo>
                    <a:lnTo>
                      <a:pt x="9799" y="8134"/>
                    </a:lnTo>
                    <a:cubicBezTo>
                      <a:pt x="9828" y="8134"/>
                      <a:pt x="9857" y="8135"/>
                      <a:pt x="9886" y="8135"/>
                    </a:cubicBezTo>
                    <a:cubicBezTo>
                      <a:pt x="12132" y="8135"/>
                      <a:pt x="13954" y="6319"/>
                      <a:pt x="13954" y="4062"/>
                    </a:cubicBezTo>
                    <a:cubicBezTo>
                      <a:pt x="13954" y="1817"/>
                      <a:pt x="12132" y="1"/>
                      <a:pt x="9886" y="1"/>
                    </a:cubicBezTo>
                    <a:close/>
                  </a:path>
                </a:pathLst>
              </a:custGeom>
              <a:solidFill>
                <a:srgbClr val="FFFFFF"/>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8" name="Google Shape;1208;p42"/>
              <p:cNvSpPr/>
              <p:nvPr/>
            </p:nvSpPr>
            <p:spPr>
              <a:xfrm>
                <a:off x="8719867" y="2987513"/>
                <a:ext cx="385905" cy="229225"/>
              </a:xfrm>
              <a:custGeom>
                <a:avLst/>
                <a:gdLst/>
                <a:ahLst/>
                <a:cxnLst/>
                <a:rect l="l" t="t" r="r" b="b"/>
                <a:pathLst>
                  <a:path w="12288" h="7299" extrusionOk="0">
                    <a:moveTo>
                      <a:pt x="8787" y="0"/>
                    </a:moveTo>
                    <a:cubicBezTo>
                      <a:pt x="6930" y="0"/>
                      <a:pt x="5382" y="1393"/>
                      <a:pt x="5167" y="3227"/>
                    </a:cubicBezTo>
                    <a:cubicBezTo>
                      <a:pt x="4650" y="2542"/>
                      <a:pt x="3891" y="2211"/>
                      <a:pt x="3135" y="2211"/>
                    </a:cubicBezTo>
                    <a:cubicBezTo>
                      <a:pt x="2222" y="2211"/>
                      <a:pt x="1315" y="2694"/>
                      <a:pt x="846" y="3620"/>
                    </a:cubicBezTo>
                    <a:cubicBezTo>
                      <a:pt x="0" y="5310"/>
                      <a:pt x="1238" y="7299"/>
                      <a:pt x="3132" y="7299"/>
                    </a:cubicBezTo>
                    <a:lnTo>
                      <a:pt x="8787" y="7299"/>
                    </a:lnTo>
                    <a:cubicBezTo>
                      <a:pt x="10740" y="7215"/>
                      <a:pt x="12287" y="5608"/>
                      <a:pt x="12287" y="3655"/>
                    </a:cubicBezTo>
                    <a:cubicBezTo>
                      <a:pt x="12287" y="1691"/>
                      <a:pt x="10740" y="84"/>
                      <a:pt x="8787" y="12"/>
                    </a:cubicBezTo>
                    <a:lnTo>
                      <a:pt x="8787"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9" name="Google Shape;1209;p42"/>
              <p:cNvSpPr/>
              <p:nvPr/>
            </p:nvSpPr>
            <p:spPr>
              <a:xfrm>
                <a:off x="7855350" y="4033920"/>
                <a:ext cx="305162" cy="441272"/>
              </a:xfrm>
              <a:custGeom>
                <a:avLst/>
                <a:gdLst/>
                <a:ahLst/>
                <a:cxnLst/>
                <a:rect l="l" t="t" r="r" b="b"/>
                <a:pathLst>
                  <a:path w="9717" h="14051" extrusionOk="0">
                    <a:moveTo>
                      <a:pt x="1" y="1"/>
                    </a:moveTo>
                    <a:lnTo>
                      <a:pt x="1" y="14050"/>
                    </a:lnTo>
                    <a:lnTo>
                      <a:pt x="9716" y="14050"/>
                    </a:lnTo>
                    <a:lnTo>
                      <a:pt x="9716"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0" name="Google Shape;1210;p42"/>
              <p:cNvSpPr/>
              <p:nvPr/>
            </p:nvSpPr>
            <p:spPr>
              <a:xfrm>
                <a:off x="7059296" y="3736295"/>
                <a:ext cx="804313" cy="738897"/>
              </a:xfrm>
              <a:custGeom>
                <a:avLst/>
                <a:gdLst/>
                <a:ahLst/>
                <a:cxnLst/>
                <a:rect l="l" t="t" r="r" b="b"/>
                <a:pathLst>
                  <a:path w="25611" h="23528" extrusionOk="0">
                    <a:moveTo>
                      <a:pt x="12526" y="1"/>
                    </a:moveTo>
                    <a:lnTo>
                      <a:pt x="1" y="8573"/>
                    </a:lnTo>
                    <a:lnTo>
                      <a:pt x="1" y="23527"/>
                    </a:lnTo>
                    <a:lnTo>
                      <a:pt x="25611" y="23527"/>
                    </a:lnTo>
                    <a:lnTo>
                      <a:pt x="25611" y="8811"/>
                    </a:lnTo>
                    <a:lnTo>
                      <a:pt x="12526"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1" name="Google Shape;1211;p42"/>
              <p:cNvSpPr/>
              <p:nvPr/>
            </p:nvSpPr>
            <p:spPr>
              <a:xfrm>
                <a:off x="7905849" y="4093024"/>
                <a:ext cx="204918" cy="382167"/>
              </a:xfrm>
              <a:custGeom>
                <a:avLst/>
                <a:gdLst/>
                <a:ahLst/>
                <a:cxnLst/>
                <a:rect l="l" t="t" r="r" b="b"/>
                <a:pathLst>
                  <a:path w="6525" h="12169" extrusionOk="0">
                    <a:moveTo>
                      <a:pt x="0" y="0"/>
                    </a:moveTo>
                    <a:lnTo>
                      <a:pt x="0" y="12168"/>
                    </a:lnTo>
                    <a:lnTo>
                      <a:pt x="6525" y="12168"/>
                    </a:lnTo>
                    <a:lnTo>
                      <a:pt x="6525"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2" name="Google Shape;1212;p42"/>
              <p:cNvSpPr/>
              <p:nvPr/>
            </p:nvSpPr>
            <p:spPr>
              <a:xfrm>
                <a:off x="7910340" y="4278848"/>
                <a:ext cx="19848" cy="16927"/>
              </a:xfrm>
              <a:custGeom>
                <a:avLst/>
                <a:gdLst/>
                <a:ahLst/>
                <a:cxnLst/>
                <a:rect l="l" t="t" r="r" b="b"/>
                <a:pathLst>
                  <a:path w="632" h="539" extrusionOk="0">
                    <a:moveTo>
                      <a:pt x="369" y="0"/>
                    </a:moveTo>
                    <a:cubicBezTo>
                      <a:pt x="119" y="0"/>
                      <a:pt x="0" y="286"/>
                      <a:pt x="179" y="453"/>
                    </a:cubicBezTo>
                    <a:cubicBezTo>
                      <a:pt x="234" y="512"/>
                      <a:pt x="303" y="539"/>
                      <a:pt x="370" y="539"/>
                    </a:cubicBezTo>
                    <a:cubicBezTo>
                      <a:pt x="504" y="539"/>
                      <a:pt x="631" y="433"/>
                      <a:pt x="631" y="274"/>
                    </a:cubicBezTo>
                    <a:cubicBezTo>
                      <a:pt x="631" y="120"/>
                      <a:pt x="512" y="0"/>
                      <a:pt x="369" y="0"/>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3" name="Google Shape;1213;p42"/>
              <p:cNvSpPr/>
              <p:nvPr/>
            </p:nvSpPr>
            <p:spPr>
              <a:xfrm>
                <a:off x="7059673" y="3705172"/>
                <a:ext cx="1161420" cy="338514"/>
              </a:xfrm>
              <a:custGeom>
                <a:avLst/>
                <a:gdLst/>
                <a:ahLst/>
                <a:cxnLst/>
                <a:rect l="l" t="t" r="r" b="b"/>
                <a:pathLst>
                  <a:path w="36982" h="10779" extrusionOk="0">
                    <a:moveTo>
                      <a:pt x="12682" y="0"/>
                    </a:moveTo>
                    <a:cubicBezTo>
                      <a:pt x="12469" y="0"/>
                      <a:pt x="12258" y="69"/>
                      <a:pt x="12085" y="206"/>
                    </a:cubicBezTo>
                    <a:lnTo>
                      <a:pt x="6775" y="4373"/>
                    </a:lnTo>
                    <a:lnTo>
                      <a:pt x="2382" y="4373"/>
                    </a:lnTo>
                    <a:lnTo>
                      <a:pt x="0" y="7421"/>
                    </a:lnTo>
                    <a:lnTo>
                      <a:pt x="0" y="8909"/>
                    </a:lnTo>
                    <a:lnTo>
                      <a:pt x="0" y="10517"/>
                    </a:lnTo>
                    <a:lnTo>
                      <a:pt x="1798" y="10517"/>
                    </a:lnTo>
                    <a:cubicBezTo>
                      <a:pt x="1813" y="10517"/>
                      <a:pt x="1827" y="10518"/>
                      <a:pt x="1841" y="10518"/>
                    </a:cubicBezTo>
                    <a:cubicBezTo>
                      <a:pt x="2052" y="10518"/>
                      <a:pt x="2249" y="10437"/>
                      <a:pt x="2405" y="10314"/>
                    </a:cubicBezTo>
                    <a:lnTo>
                      <a:pt x="12704" y="2218"/>
                    </a:lnTo>
                    <a:lnTo>
                      <a:pt x="23491" y="10564"/>
                    </a:lnTo>
                    <a:cubicBezTo>
                      <a:pt x="23658" y="10695"/>
                      <a:pt x="23872" y="10767"/>
                      <a:pt x="24087" y="10767"/>
                    </a:cubicBezTo>
                    <a:lnTo>
                      <a:pt x="26575" y="10767"/>
                    </a:lnTo>
                    <a:cubicBezTo>
                      <a:pt x="26635" y="10767"/>
                      <a:pt x="26694" y="10755"/>
                      <a:pt x="26766" y="10743"/>
                    </a:cubicBezTo>
                    <a:lnTo>
                      <a:pt x="27385" y="10743"/>
                    </a:lnTo>
                    <a:lnTo>
                      <a:pt x="27397" y="10778"/>
                    </a:lnTo>
                    <a:lnTo>
                      <a:pt x="36981" y="10778"/>
                    </a:lnTo>
                    <a:lnTo>
                      <a:pt x="33445" y="5706"/>
                    </a:lnTo>
                    <a:lnTo>
                      <a:pt x="24551" y="5706"/>
                    </a:lnTo>
                    <a:lnTo>
                      <a:pt x="23849" y="4813"/>
                    </a:lnTo>
                    <a:lnTo>
                      <a:pt x="19241" y="4813"/>
                    </a:lnTo>
                    <a:lnTo>
                      <a:pt x="13288" y="206"/>
                    </a:lnTo>
                    <a:cubicBezTo>
                      <a:pt x="13109" y="69"/>
                      <a:pt x="12895" y="0"/>
                      <a:pt x="12682"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4" name="Google Shape;1214;p42"/>
              <p:cNvSpPr/>
              <p:nvPr/>
            </p:nvSpPr>
            <p:spPr>
              <a:xfrm>
                <a:off x="7201749" y="4084042"/>
                <a:ext cx="195590" cy="210539"/>
              </a:xfrm>
              <a:custGeom>
                <a:avLst/>
                <a:gdLst/>
                <a:ahLst/>
                <a:cxnLst/>
                <a:rect l="l" t="t" r="r" b="b"/>
                <a:pathLst>
                  <a:path w="6228" h="6704" extrusionOk="0">
                    <a:moveTo>
                      <a:pt x="1" y="0"/>
                    </a:moveTo>
                    <a:lnTo>
                      <a:pt x="1" y="6704"/>
                    </a:lnTo>
                    <a:lnTo>
                      <a:pt x="6228" y="6704"/>
                    </a:lnTo>
                    <a:lnTo>
                      <a:pt x="6228"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5" name="Google Shape;1215;p42"/>
              <p:cNvSpPr/>
              <p:nvPr/>
            </p:nvSpPr>
            <p:spPr>
              <a:xfrm>
                <a:off x="7225679" y="4105335"/>
                <a:ext cx="147729" cy="167546"/>
              </a:xfrm>
              <a:custGeom>
                <a:avLst/>
                <a:gdLst/>
                <a:ahLst/>
                <a:cxnLst/>
                <a:rect l="l" t="t" r="r" b="b"/>
                <a:pathLst>
                  <a:path w="4704" h="5335" extrusionOk="0">
                    <a:moveTo>
                      <a:pt x="1" y="1"/>
                    </a:moveTo>
                    <a:lnTo>
                      <a:pt x="1" y="5335"/>
                    </a:lnTo>
                    <a:lnTo>
                      <a:pt x="4704" y="5335"/>
                    </a:lnTo>
                    <a:lnTo>
                      <a:pt x="4704" y="1"/>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6" name="Google Shape;1216;p42"/>
              <p:cNvSpPr/>
              <p:nvPr/>
            </p:nvSpPr>
            <p:spPr>
              <a:xfrm>
                <a:off x="7297094" y="4105335"/>
                <a:ext cx="4899" cy="167546"/>
              </a:xfrm>
              <a:custGeom>
                <a:avLst/>
                <a:gdLst/>
                <a:ahLst/>
                <a:cxnLst/>
                <a:rect l="l" t="t" r="r" b="b"/>
                <a:pathLst>
                  <a:path w="156" h="5335" extrusionOk="0">
                    <a:moveTo>
                      <a:pt x="1" y="1"/>
                    </a:moveTo>
                    <a:lnTo>
                      <a:pt x="1" y="5335"/>
                    </a:lnTo>
                    <a:lnTo>
                      <a:pt x="156" y="5335"/>
                    </a:lnTo>
                    <a:lnTo>
                      <a:pt x="156"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7" name="Google Shape;1217;p42"/>
              <p:cNvSpPr/>
              <p:nvPr/>
            </p:nvSpPr>
            <p:spPr>
              <a:xfrm>
                <a:off x="7225679" y="4217137"/>
                <a:ext cx="147729" cy="4522"/>
              </a:xfrm>
              <a:custGeom>
                <a:avLst/>
                <a:gdLst/>
                <a:ahLst/>
                <a:cxnLst/>
                <a:rect l="l" t="t" r="r" b="b"/>
                <a:pathLst>
                  <a:path w="4704" h="144" extrusionOk="0">
                    <a:moveTo>
                      <a:pt x="1" y="1"/>
                    </a:moveTo>
                    <a:lnTo>
                      <a:pt x="1" y="144"/>
                    </a:lnTo>
                    <a:lnTo>
                      <a:pt x="4704" y="144"/>
                    </a:lnTo>
                    <a:lnTo>
                      <a:pt x="4704"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8" name="Google Shape;1218;p42"/>
              <p:cNvSpPr/>
              <p:nvPr/>
            </p:nvSpPr>
            <p:spPr>
              <a:xfrm>
                <a:off x="7201749" y="4294550"/>
                <a:ext cx="194837" cy="176151"/>
              </a:xfrm>
              <a:custGeom>
                <a:avLst/>
                <a:gdLst/>
                <a:ahLst/>
                <a:cxnLst/>
                <a:rect l="l" t="t" r="r" b="b"/>
                <a:pathLst>
                  <a:path w="6204" h="5609" extrusionOk="0">
                    <a:moveTo>
                      <a:pt x="1" y="1"/>
                    </a:moveTo>
                    <a:lnTo>
                      <a:pt x="1" y="5608"/>
                    </a:lnTo>
                    <a:lnTo>
                      <a:pt x="6204" y="5608"/>
                    </a:lnTo>
                    <a:lnTo>
                      <a:pt x="6204"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9" name="Google Shape;1219;p42"/>
              <p:cNvSpPr/>
              <p:nvPr/>
            </p:nvSpPr>
            <p:spPr>
              <a:xfrm>
                <a:off x="7530434" y="4084042"/>
                <a:ext cx="195590" cy="210539"/>
              </a:xfrm>
              <a:custGeom>
                <a:avLst/>
                <a:gdLst/>
                <a:ahLst/>
                <a:cxnLst/>
                <a:rect l="l" t="t" r="r" b="b"/>
                <a:pathLst>
                  <a:path w="6228" h="6704" extrusionOk="0">
                    <a:moveTo>
                      <a:pt x="0" y="0"/>
                    </a:moveTo>
                    <a:lnTo>
                      <a:pt x="0" y="6704"/>
                    </a:lnTo>
                    <a:lnTo>
                      <a:pt x="6227" y="6704"/>
                    </a:lnTo>
                    <a:lnTo>
                      <a:pt x="622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0" name="Google Shape;1220;p42"/>
              <p:cNvSpPr/>
              <p:nvPr/>
            </p:nvSpPr>
            <p:spPr>
              <a:xfrm>
                <a:off x="7554364" y="4105335"/>
                <a:ext cx="147729" cy="167546"/>
              </a:xfrm>
              <a:custGeom>
                <a:avLst/>
                <a:gdLst/>
                <a:ahLst/>
                <a:cxnLst/>
                <a:rect l="l" t="t" r="r" b="b"/>
                <a:pathLst>
                  <a:path w="4704" h="5335" extrusionOk="0">
                    <a:moveTo>
                      <a:pt x="0" y="1"/>
                    </a:moveTo>
                    <a:lnTo>
                      <a:pt x="0" y="5335"/>
                    </a:lnTo>
                    <a:lnTo>
                      <a:pt x="4703" y="5335"/>
                    </a:lnTo>
                    <a:lnTo>
                      <a:pt x="4703" y="1"/>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1" name="Google Shape;1221;p42"/>
              <p:cNvSpPr/>
              <p:nvPr/>
            </p:nvSpPr>
            <p:spPr>
              <a:xfrm>
                <a:off x="7625402" y="4105335"/>
                <a:ext cx="5276" cy="167546"/>
              </a:xfrm>
              <a:custGeom>
                <a:avLst/>
                <a:gdLst/>
                <a:ahLst/>
                <a:cxnLst/>
                <a:rect l="l" t="t" r="r" b="b"/>
                <a:pathLst>
                  <a:path w="168" h="5335" extrusionOk="0">
                    <a:moveTo>
                      <a:pt x="1" y="1"/>
                    </a:moveTo>
                    <a:lnTo>
                      <a:pt x="1" y="5335"/>
                    </a:lnTo>
                    <a:lnTo>
                      <a:pt x="167" y="5335"/>
                    </a:lnTo>
                    <a:lnTo>
                      <a:pt x="16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2" name="Google Shape;1222;p42"/>
              <p:cNvSpPr/>
              <p:nvPr/>
            </p:nvSpPr>
            <p:spPr>
              <a:xfrm>
                <a:off x="7554364" y="4217137"/>
                <a:ext cx="147729" cy="4522"/>
              </a:xfrm>
              <a:custGeom>
                <a:avLst/>
                <a:gdLst/>
                <a:ahLst/>
                <a:cxnLst/>
                <a:rect l="l" t="t" r="r" b="b"/>
                <a:pathLst>
                  <a:path w="4704" h="144" extrusionOk="0">
                    <a:moveTo>
                      <a:pt x="0" y="1"/>
                    </a:moveTo>
                    <a:lnTo>
                      <a:pt x="0" y="144"/>
                    </a:lnTo>
                    <a:lnTo>
                      <a:pt x="4703" y="144"/>
                    </a:lnTo>
                    <a:lnTo>
                      <a:pt x="47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3" name="Google Shape;1223;p42"/>
              <p:cNvSpPr/>
              <p:nvPr/>
            </p:nvSpPr>
            <p:spPr>
              <a:xfrm>
                <a:off x="7530810" y="4294550"/>
                <a:ext cx="194837" cy="182494"/>
              </a:xfrm>
              <a:custGeom>
                <a:avLst/>
                <a:gdLst/>
                <a:ahLst/>
                <a:cxnLst/>
                <a:rect l="l" t="t" r="r" b="b"/>
                <a:pathLst>
                  <a:path w="6204" h="5811" extrusionOk="0">
                    <a:moveTo>
                      <a:pt x="0" y="1"/>
                    </a:moveTo>
                    <a:lnTo>
                      <a:pt x="0" y="5811"/>
                    </a:lnTo>
                    <a:lnTo>
                      <a:pt x="6203" y="5811"/>
                    </a:lnTo>
                    <a:lnTo>
                      <a:pt x="62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4" name="Google Shape;1224;p42"/>
              <p:cNvSpPr/>
              <p:nvPr/>
            </p:nvSpPr>
            <p:spPr>
              <a:xfrm>
                <a:off x="7381228" y="3871650"/>
                <a:ext cx="158941" cy="125306"/>
              </a:xfrm>
              <a:custGeom>
                <a:avLst/>
                <a:gdLst/>
                <a:ahLst/>
                <a:cxnLst/>
                <a:rect l="l" t="t" r="r" b="b"/>
                <a:pathLst>
                  <a:path w="5061" h="3990" extrusionOk="0">
                    <a:moveTo>
                      <a:pt x="2573" y="1"/>
                    </a:moveTo>
                    <a:lnTo>
                      <a:pt x="1" y="1977"/>
                    </a:lnTo>
                    <a:lnTo>
                      <a:pt x="1" y="3989"/>
                    </a:lnTo>
                    <a:lnTo>
                      <a:pt x="5061" y="3989"/>
                    </a:lnTo>
                    <a:lnTo>
                      <a:pt x="5061" y="1917"/>
                    </a:lnTo>
                    <a:lnTo>
                      <a:pt x="257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5" name="Google Shape;1225;p42"/>
              <p:cNvSpPr/>
              <p:nvPr/>
            </p:nvSpPr>
            <p:spPr>
              <a:xfrm>
                <a:off x="6624054" y="2948092"/>
                <a:ext cx="435650" cy="1527476"/>
              </a:xfrm>
              <a:custGeom>
                <a:avLst/>
                <a:gdLst/>
                <a:ahLst/>
                <a:cxnLst/>
                <a:rect l="l" t="t" r="r" b="b"/>
                <a:pathLst>
                  <a:path w="13872" h="48638" extrusionOk="0">
                    <a:moveTo>
                      <a:pt x="7049" y="0"/>
                    </a:moveTo>
                    <a:lnTo>
                      <a:pt x="1" y="5715"/>
                    </a:lnTo>
                    <a:lnTo>
                      <a:pt x="1" y="48637"/>
                    </a:lnTo>
                    <a:lnTo>
                      <a:pt x="13871" y="48637"/>
                    </a:lnTo>
                    <a:lnTo>
                      <a:pt x="13871" y="5715"/>
                    </a:lnTo>
                    <a:lnTo>
                      <a:pt x="7049" y="0"/>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6" name="Google Shape;1226;p42"/>
              <p:cNvSpPr/>
              <p:nvPr/>
            </p:nvSpPr>
            <p:spPr>
              <a:xfrm>
                <a:off x="6821874" y="3059517"/>
                <a:ext cx="42271" cy="63595"/>
              </a:xfrm>
              <a:custGeom>
                <a:avLst/>
                <a:gdLst/>
                <a:ahLst/>
                <a:cxnLst/>
                <a:rect l="l" t="t" r="r" b="b"/>
                <a:pathLst>
                  <a:path w="1346" h="2025" extrusionOk="0">
                    <a:moveTo>
                      <a:pt x="0" y="0"/>
                    </a:moveTo>
                    <a:lnTo>
                      <a:pt x="0" y="2024"/>
                    </a:lnTo>
                    <a:lnTo>
                      <a:pt x="1345" y="2024"/>
                    </a:lnTo>
                    <a:lnTo>
                      <a:pt x="1345"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7" name="Google Shape;1227;p42"/>
              <p:cNvSpPr/>
              <p:nvPr/>
            </p:nvSpPr>
            <p:spPr>
              <a:xfrm>
                <a:off x="6757556" y="3187398"/>
                <a:ext cx="168645" cy="337667"/>
              </a:xfrm>
              <a:custGeom>
                <a:avLst/>
                <a:gdLst/>
                <a:ahLst/>
                <a:cxnLst/>
                <a:rect l="l" t="t" r="r" b="b"/>
                <a:pathLst>
                  <a:path w="5370" h="10752" extrusionOk="0">
                    <a:moveTo>
                      <a:pt x="0" y="0"/>
                    </a:moveTo>
                    <a:lnTo>
                      <a:pt x="0" y="10752"/>
                    </a:lnTo>
                    <a:lnTo>
                      <a:pt x="5370" y="10752"/>
                    </a:lnTo>
                    <a:lnTo>
                      <a:pt x="5370"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8" name="Google Shape;1228;p42"/>
              <p:cNvSpPr/>
              <p:nvPr/>
            </p:nvSpPr>
            <p:spPr>
              <a:xfrm>
                <a:off x="6757556" y="3433048"/>
                <a:ext cx="168645" cy="7506"/>
              </a:xfrm>
              <a:custGeom>
                <a:avLst/>
                <a:gdLst/>
                <a:ahLst/>
                <a:cxnLst/>
                <a:rect l="l" t="t" r="r" b="b"/>
                <a:pathLst>
                  <a:path w="5370" h="239" extrusionOk="0">
                    <a:moveTo>
                      <a:pt x="0" y="1"/>
                    </a:moveTo>
                    <a:lnTo>
                      <a:pt x="0" y="239"/>
                    </a:lnTo>
                    <a:lnTo>
                      <a:pt x="5370" y="239"/>
                    </a:lnTo>
                    <a:lnTo>
                      <a:pt x="5370"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9" name="Google Shape;1229;p42"/>
              <p:cNvSpPr/>
              <p:nvPr/>
            </p:nvSpPr>
            <p:spPr>
              <a:xfrm>
                <a:off x="6837953" y="3187398"/>
                <a:ext cx="7883" cy="249419"/>
              </a:xfrm>
              <a:custGeom>
                <a:avLst/>
                <a:gdLst/>
                <a:ahLst/>
                <a:cxnLst/>
                <a:rect l="l" t="t" r="r" b="b"/>
                <a:pathLst>
                  <a:path w="251" h="7942" extrusionOk="0">
                    <a:moveTo>
                      <a:pt x="0" y="0"/>
                    </a:moveTo>
                    <a:lnTo>
                      <a:pt x="0" y="7942"/>
                    </a:lnTo>
                    <a:lnTo>
                      <a:pt x="250" y="7942"/>
                    </a:lnTo>
                    <a:lnTo>
                      <a:pt x="250"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0" name="Google Shape;1230;p42"/>
              <p:cNvSpPr/>
              <p:nvPr/>
            </p:nvSpPr>
            <p:spPr>
              <a:xfrm>
                <a:off x="6724644" y="3525033"/>
                <a:ext cx="228880" cy="20602"/>
              </a:xfrm>
              <a:custGeom>
                <a:avLst/>
                <a:gdLst/>
                <a:ahLst/>
                <a:cxnLst/>
                <a:rect l="l" t="t" r="r" b="b"/>
                <a:pathLst>
                  <a:path w="7288" h="656" extrusionOk="0">
                    <a:moveTo>
                      <a:pt x="0" y="1"/>
                    </a:moveTo>
                    <a:lnTo>
                      <a:pt x="0" y="655"/>
                    </a:lnTo>
                    <a:lnTo>
                      <a:pt x="7287" y="655"/>
                    </a:lnTo>
                    <a:lnTo>
                      <a:pt x="728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1" name="Google Shape;1231;p42"/>
              <p:cNvSpPr/>
              <p:nvPr/>
            </p:nvSpPr>
            <p:spPr>
              <a:xfrm>
                <a:off x="6757556" y="3618872"/>
                <a:ext cx="168645" cy="337698"/>
              </a:xfrm>
              <a:custGeom>
                <a:avLst/>
                <a:gdLst/>
                <a:ahLst/>
                <a:cxnLst/>
                <a:rect l="l" t="t" r="r" b="b"/>
                <a:pathLst>
                  <a:path w="5370" h="10753" extrusionOk="0">
                    <a:moveTo>
                      <a:pt x="0" y="1"/>
                    </a:moveTo>
                    <a:lnTo>
                      <a:pt x="0" y="10752"/>
                    </a:lnTo>
                    <a:lnTo>
                      <a:pt x="5370" y="10752"/>
                    </a:lnTo>
                    <a:lnTo>
                      <a:pt x="5370"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2" name="Google Shape;1232;p42"/>
              <p:cNvSpPr/>
              <p:nvPr/>
            </p:nvSpPr>
            <p:spPr>
              <a:xfrm>
                <a:off x="6757556" y="3864553"/>
                <a:ext cx="168645" cy="7506"/>
              </a:xfrm>
              <a:custGeom>
                <a:avLst/>
                <a:gdLst/>
                <a:ahLst/>
                <a:cxnLst/>
                <a:rect l="l" t="t" r="r" b="b"/>
                <a:pathLst>
                  <a:path w="5370" h="239" extrusionOk="0">
                    <a:moveTo>
                      <a:pt x="0" y="0"/>
                    </a:moveTo>
                    <a:lnTo>
                      <a:pt x="0" y="238"/>
                    </a:lnTo>
                    <a:lnTo>
                      <a:pt x="5370" y="238"/>
                    </a:lnTo>
                    <a:lnTo>
                      <a:pt x="5370"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3" name="Google Shape;1233;p42"/>
              <p:cNvSpPr/>
              <p:nvPr/>
            </p:nvSpPr>
            <p:spPr>
              <a:xfrm>
                <a:off x="6837953" y="3618872"/>
                <a:ext cx="7883" cy="249450"/>
              </a:xfrm>
              <a:custGeom>
                <a:avLst/>
                <a:gdLst/>
                <a:ahLst/>
                <a:cxnLst/>
                <a:rect l="l" t="t" r="r" b="b"/>
                <a:pathLst>
                  <a:path w="251" h="7943" extrusionOk="0">
                    <a:moveTo>
                      <a:pt x="0" y="1"/>
                    </a:moveTo>
                    <a:lnTo>
                      <a:pt x="0" y="7942"/>
                    </a:lnTo>
                    <a:lnTo>
                      <a:pt x="250" y="7942"/>
                    </a:lnTo>
                    <a:lnTo>
                      <a:pt x="250"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4" name="Google Shape;1234;p42"/>
              <p:cNvSpPr/>
              <p:nvPr/>
            </p:nvSpPr>
            <p:spPr>
              <a:xfrm>
                <a:off x="6724644" y="3956538"/>
                <a:ext cx="228880" cy="20602"/>
              </a:xfrm>
              <a:custGeom>
                <a:avLst/>
                <a:gdLst/>
                <a:ahLst/>
                <a:cxnLst/>
                <a:rect l="l" t="t" r="r" b="b"/>
                <a:pathLst>
                  <a:path w="7288" h="656" extrusionOk="0">
                    <a:moveTo>
                      <a:pt x="0" y="0"/>
                    </a:moveTo>
                    <a:lnTo>
                      <a:pt x="0" y="655"/>
                    </a:lnTo>
                    <a:lnTo>
                      <a:pt x="7287" y="655"/>
                    </a:lnTo>
                    <a:lnTo>
                      <a:pt x="7287" y="0"/>
                    </a:lnTo>
                    <a:close/>
                  </a:path>
                </a:pathLst>
              </a:custGeom>
              <a:solidFill>
                <a:srgbClr val="78020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5" name="Google Shape;1235;p42"/>
              <p:cNvSpPr/>
              <p:nvPr/>
            </p:nvSpPr>
            <p:spPr>
              <a:xfrm>
                <a:off x="6730988" y="4067209"/>
                <a:ext cx="228880" cy="408359"/>
              </a:xfrm>
              <a:custGeom>
                <a:avLst/>
                <a:gdLst/>
                <a:ahLst/>
                <a:cxnLst/>
                <a:rect l="l" t="t" r="r" b="b"/>
                <a:pathLst>
                  <a:path w="7288" h="13003" extrusionOk="0">
                    <a:moveTo>
                      <a:pt x="3644" y="1"/>
                    </a:moveTo>
                    <a:cubicBezTo>
                      <a:pt x="1632" y="1"/>
                      <a:pt x="1" y="1632"/>
                      <a:pt x="1" y="3644"/>
                    </a:cubicBezTo>
                    <a:lnTo>
                      <a:pt x="1" y="13002"/>
                    </a:lnTo>
                    <a:lnTo>
                      <a:pt x="7287" y="13002"/>
                    </a:lnTo>
                    <a:lnTo>
                      <a:pt x="7287" y="3644"/>
                    </a:lnTo>
                    <a:cubicBezTo>
                      <a:pt x="7287" y="1632"/>
                      <a:pt x="5656" y="1"/>
                      <a:pt x="3644" y="1"/>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6" name="Google Shape;1236;p42"/>
              <p:cNvSpPr/>
              <p:nvPr/>
            </p:nvSpPr>
            <p:spPr>
              <a:xfrm>
                <a:off x="6750804" y="4088156"/>
                <a:ext cx="189247" cy="387035"/>
              </a:xfrm>
              <a:custGeom>
                <a:avLst/>
                <a:gdLst/>
                <a:ahLst/>
                <a:cxnLst/>
                <a:rect l="l" t="t" r="r" b="b"/>
                <a:pathLst>
                  <a:path w="6026" h="12324" extrusionOk="0">
                    <a:moveTo>
                      <a:pt x="3013" y="0"/>
                    </a:moveTo>
                    <a:cubicBezTo>
                      <a:pt x="1370" y="0"/>
                      <a:pt x="25" y="1405"/>
                      <a:pt x="1" y="3144"/>
                    </a:cubicBezTo>
                    <a:lnTo>
                      <a:pt x="1" y="12323"/>
                    </a:lnTo>
                    <a:lnTo>
                      <a:pt x="6025" y="12323"/>
                    </a:lnTo>
                    <a:lnTo>
                      <a:pt x="6025" y="3144"/>
                    </a:lnTo>
                    <a:cubicBezTo>
                      <a:pt x="6002" y="1405"/>
                      <a:pt x="4656" y="0"/>
                      <a:pt x="3013" y="0"/>
                    </a:cubicBez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7" name="Google Shape;1237;p42"/>
              <p:cNvSpPr/>
              <p:nvPr/>
            </p:nvSpPr>
            <p:spPr>
              <a:xfrm>
                <a:off x="6756803" y="4291943"/>
                <a:ext cx="17964" cy="17587"/>
              </a:xfrm>
              <a:custGeom>
                <a:avLst/>
                <a:gdLst/>
                <a:ahLst/>
                <a:cxnLst/>
                <a:rect l="l" t="t" r="r" b="b"/>
                <a:pathLst>
                  <a:path w="572" h="560" extrusionOk="0">
                    <a:moveTo>
                      <a:pt x="286" y="0"/>
                    </a:moveTo>
                    <a:cubicBezTo>
                      <a:pt x="131" y="0"/>
                      <a:pt x="0" y="119"/>
                      <a:pt x="0" y="274"/>
                    </a:cubicBezTo>
                    <a:cubicBezTo>
                      <a:pt x="0" y="429"/>
                      <a:pt x="131" y="560"/>
                      <a:pt x="286" y="560"/>
                    </a:cubicBezTo>
                    <a:cubicBezTo>
                      <a:pt x="441" y="560"/>
                      <a:pt x="572" y="429"/>
                      <a:pt x="572" y="274"/>
                    </a:cubicBezTo>
                    <a:cubicBezTo>
                      <a:pt x="572" y="119"/>
                      <a:pt x="441" y="0"/>
                      <a:pt x="286" y="0"/>
                    </a:cubicBezTo>
                    <a:close/>
                  </a:path>
                </a:pathLst>
              </a:custGeom>
              <a:solidFill>
                <a:srgbClr val="F5AD9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8" name="Google Shape;1238;p42"/>
              <p:cNvSpPr/>
              <p:nvPr/>
            </p:nvSpPr>
            <p:spPr>
              <a:xfrm>
                <a:off x="6625184" y="2922563"/>
                <a:ext cx="44532" cy="217637"/>
              </a:xfrm>
              <a:custGeom>
                <a:avLst/>
                <a:gdLst/>
                <a:ahLst/>
                <a:cxnLst/>
                <a:rect l="l" t="t" r="r" b="b"/>
                <a:pathLst>
                  <a:path w="1418" h="6930" extrusionOk="0">
                    <a:moveTo>
                      <a:pt x="0" y="0"/>
                    </a:moveTo>
                    <a:lnTo>
                      <a:pt x="0" y="6930"/>
                    </a:lnTo>
                    <a:lnTo>
                      <a:pt x="1417" y="6930"/>
                    </a:lnTo>
                    <a:lnTo>
                      <a:pt x="1417"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9" name="Google Shape;1239;p42"/>
              <p:cNvSpPr/>
              <p:nvPr/>
            </p:nvSpPr>
            <p:spPr>
              <a:xfrm>
                <a:off x="6585174" y="2775019"/>
                <a:ext cx="124552" cy="112838"/>
              </a:xfrm>
              <a:custGeom>
                <a:avLst/>
                <a:gdLst/>
                <a:ahLst/>
                <a:cxnLst/>
                <a:rect l="l" t="t" r="r" b="b"/>
                <a:pathLst>
                  <a:path w="3966" h="3593" extrusionOk="0">
                    <a:moveTo>
                      <a:pt x="1966" y="0"/>
                    </a:moveTo>
                    <a:cubicBezTo>
                      <a:pt x="1165" y="0"/>
                      <a:pt x="439" y="543"/>
                      <a:pt x="239" y="1356"/>
                    </a:cubicBezTo>
                    <a:cubicBezTo>
                      <a:pt x="0" y="2320"/>
                      <a:pt x="584" y="3297"/>
                      <a:pt x="1548" y="3535"/>
                    </a:cubicBezTo>
                    <a:cubicBezTo>
                      <a:pt x="1697" y="3574"/>
                      <a:pt x="1847" y="3593"/>
                      <a:pt x="1995" y="3593"/>
                    </a:cubicBezTo>
                    <a:cubicBezTo>
                      <a:pt x="2789" y="3593"/>
                      <a:pt x="3516" y="3050"/>
                      <a:pt x="3727" y="2237"/>
                    </a:cubicBezTo>
                    <a:cubicBezTo>
                      <a:pt x="3965" y="1273"/>
                      <a:pt x="3382" y="296"/>
                      <a:pt x="2417" y="58"/>
                    </a:cubicBezTo>
                    <a:cubicBezTo>
                      <a:pt x="2266" y="19"/>
                      <a:pt x="2115" y="0"/>
                      <a:pt x="1966" y="0"/>
                    </a:cubicBez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0" name="Google Shape;1240;p42"/>
              <p:cNvSpPr/>
              <p:nvPr/>
            </p:nvSpPr>
            <p:spPr>
              <a:xfrm>
                <a:off x="6594156" y="2722981"/>
                <a:ext cx="93116" cy="79486"/>
              </a:xfrm>
              <a:custGeom>
                <a:avLst/>
                <a:gdLst/>
                <a:ahLst/>
                <a:cxnLst/>
                <a:rect l="l" t="t" r="r" b="b"/>
                <a:pathLst>
                  <a:path w="2965" h="2531" extrusionOk="0">
                    <a:moveTo>
                      <a:pt x="1691" y="1"/>
                    </a:moveTo>
                    <a:cubicBezTo>
                      <a:pt x="572" y="1"/>
                      <a:pt x="0" y="1358"/>
                      <a:pt x="798" y="2156"/>
                    </a:cubicBezTo>
                    <a:cubicBezTo>
                      <a:pt x="1057" y="2414"/>
                      <a:pt x="1375" y="2530"/>
                      <a:pt x="1688" y="2530"/>
                    </a:cubicBezTo>
                    <a:cubicBezTo>
                      <a:pt x="2340" y="2530"/>
                      <a:pt x="2965" y="2027"/>
                      <a:pt x="2965" y="1263"/>
                    </a:cubicBezTo>
                    <a:cubicBezTo>
                      <a:pt x="2953" y="560"/>
                      <a:pt x="2393" y="1"/>
                      <a:pt x="1691" y="1"/>
                    </a:cubicBez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1" name="Google Shape;1241;p42"/>
              <p:cNvSpPr/>
              <p:nvPr/>
            </p:nvSpPr>
            <p:spPr>
              <a:xfrm>
                <a:off x="6605368" y="2636617"/>
                <a:ext cx="73299" cy="63093"/>
              </a:xfrm>
              <a:custGeom>
                <a:avLst/>
                <a:gdLst/>
                <a:ahLst/>
                <a:cxnLst/>
                <a:rect l="l" t="t" r="r" b="b"/>
                <a:pathLst>
                  <a:path w="2334" h="2009" extrusionOk="0">
                    <a:moveTo>
                      <a:pt x="1334" y="0"/>
                    </a:moveTo>
                    <a:cubicBezTo>
                      <a:pt x="441" y="0"/>
                      <a:pt x="0" y="1084"/>
                      <a:pt x="631" y="1715"/>
                    </a:cubicBezTo>
                    <a:cubicBezTo>
                      <a:pt x="835" y="1918"/>
                      <a:pt x="1083" y="2009"/>
                      <a:pt x="1327" y="2009"/>
                    </a:cubicBezTo>
                    <a:cubicBezTo>
                      <a:pt x="1841" y="2009"/>
                      <a:pt x="2334" y="1606"/>
                      <a:pt x="2334" y="1000"/>
                    </a:cubicBezTo>
                    <a:cubicBezTo>
                      <a:pt x="2334" y="453"/>
                      <a:pt x="1893" y="0"/>
                      <a:pt x="1334" y="0"/>
                    </a:cubicBez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2" name="Google Shape;1242;p42"/>
              <p:cNvSpPr/>
              <p:nvPr/>
            </p:nvSpPr>
            <p:spPr>
              <a:xfrm>
                <a:off x="6530216" y="2920833"/>
                <a:ext cx="605771" cy="278876"/>
              </a:xfrm>
              <a:custGeom>
                <a:avLst/>
                <a:gdLst/>
                <a:ahLst/>
                <a:cxnLst/>
                <a:rect l="l" t="t" r="r" b="b"/>
                <a:pathLst>
                  <a:path w="19289" h="8880" extrusionOk="0">
                    <a:moveTo>
                      <a:pt x="10034" y="0"/>
                    </a:moveTo>
                    <a:cubicBezTo>
                      <a:pt x="9845" y="0"/>
                      <a:pt x="9657" y="63"/>
                      <a:pt x="9501" y="190"/>
                    </a:cubicBezTo>
                    <a:lnTo>
                      <a:pt x="631" y="7333"/>
                    </a:lnTo>
                    <a:cubicBezTo>
                      <a:pt x="0" y="7845"/>
                      <a:pt x="357" y="8857"/>
                      <a:pt x="1167" y="8857"/>
                    </a:cubicBezTo>
                    <a:cubicBezTo>
                      <a:pt x="1357" y="8857"/>
                      <a:pt x="1548" y="8798"/>
                      <a:pt x="1703" y="8679"/>
                    </a:cubicBezTo>
                    <a:lnTo>
                      <a:pt x="10025" y="1975"/>
                    </a:lnTo>
                    <a:lnTo>
                      <a:pt x="17740" y="8655"/>
                    </a:lnTo>
                    <a:cubicBezTo>
                      <a:pt x="17907" y="8805"/>
                      <a:pt x="18117" y="8879"/>
                      <a:pt x="18326" y="8879"/>
                    </a:cubicBezTo>
                    <a:cubicBezTo>
                      <a:pt x="18567" y="8879"/>
                      <a:pt x="18807" y="8781"/>
                      <a:pt x="18979" y="8583"/>
                    </a:cubicBezTo>
                    <a:cubicBezTo>
                      <a:pt x="19288" y="8214"/>
                      <a:pt x="19241" y="7655"/>
                      <a:pt x="18860" y="7357"/>
                    </a:cubicBezTo>
                    <a:lnTo>
                      <a:pt x="10597" y="213"/>
                    </a:lnTo>
                    <a:cubicBezTo>
                      <a:pt x="10437" y="72"/>
                      <a:pt x="10236" y="0"/>
                      <a:pt x="10034"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3" name="Google Shape;1243;p42"/>
              <p:cNvSpPr/>
              <p:nvPr/>
            </p:nvSpPr>
            <p:spPr>
              <a:xfrm>
                <a:off x="8553828" y="3724330"/>
                <a:ext cx="94655" cy="164939"/>
              </a:xfrm>
              <a:custGeom>
                <a:avLst/>
                <a:gdLst/>
                <a:ahLst/>
                <a:cxnLst/>
                <a:rect l="l" t="t" r="r" b="b"/>
                <a:pathLst>
                  <a:path w="3014" h="5252" extrusionOk="0">
                    <a:moveTo>
                      <a:pt x="1" y="1"/>
                    </a:moveTo>
                    <a:lnTo>
                      <a:pt x="1" y="5251"/>
                    </a:lnTo>
                    <a:lnTo>
                      <a:pt x="3013" y="5251"/>
                    </a:lnTo>
                    <a:lnTo>
                      <a:pt x="3013"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4" name="Google Shape;1244;p42"/>
              <p:cNvSpPr/>
              <p:nvPr/>
            </p:nvSpPr>
            <p:spPr>
              <a:xfrm>
                <a:off x="8535142" y="3705644"/>
                <a:ext cx="132027" cy="202311"/>
              </a:xfrm>
              <a:custGeom>
                <a:avLst/>
                <a:gdLst/>
                <a:ahLst/>
                <a:cxnLst/>
                <a:rect l="l" t="t" r="r" b="b"/>
                <a:pathLst>
                  <a:path w="4204" h="6442" extrusionOk="0">
                    <a:moveTo>
                      <a:pt x="3608" y="596"/>
                    </a:moveTo>
                    <a:lnTo>
                      <a:pt x="3608" y="5834"/>
                    </a:lnTo>
                    <a:lnTo>
                      <a:pt x="596" y="5834"/>
                    </a:lnTo>
                    <a:lnTo>
                      <a:pt x="596" y="596"/>
                    </a:lnTo>
                    <a:close/>
                    <a:moveTo>
                      <a:pt x="0" y="0"/>
                    </a:moveTo>
                    <a:lnTo>
                      <a:pt x="0" y="6441"/>
                    </a:lnTo>
                    <a:lnTo>
                      <a:pt x="4203" y="6441"/>
                    </a:lnTo>
                    <a:lnTo>
                      <a:pt x="4203"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5" name="Google Shape;1245;p42"/>
              <p:cNvSpPr/>
              <p:nvPr/>
            </p:nvSpPr>
            <p:spPr>
              <a:xfrm>
                <a:off x="8598329" y="3724330"/>
                <a:ext cx="5653" cy="164939"/>
              </a:xfrm>
              <a:custGeom>
                <a:avLst/>
                <a:gdLst/>
                <a:ahLst/>
                <a:cxnLst/>
                <a:rect l="l" t="t" r="r" b="b"/>
                <a:pathLst>
                  <a:path w="180" h="5252" extrusionOk="0">
                    <a:moveTo>
                      <a:pt x="1" y="1"/>
                    </a:moveTo>
                    <a:lnTo>
                      <a:pt x="1" y="5251"/>
                    </a:lnTo>
                    <a:lnTo>
                      <a:pt x="179" y="5251"/>
                    </a:lnTo>
                    <a:lnTo>
                      <a:pt x="179"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6" name="Google Shape;1246;p42"/>
              <p:cNvSpPr/>
              <p:nvPr/>
            </p:nvSpPr>
            <p:spPr>
              <a:xfrm>
                <a:off x="8553828" y="3777812"/>
                <a:ext cx="94655" cy="5621"/>
              </a:xfrm>
              <a:custGeom>
                <a:avLst/>
                <a:gdLst/>
                <a:ahLst/>
                <a:cxnLst/>
                <a:rect l="l" t="t" r="r" b="b"/>
                <a:pathLst>
                  <a:path w="3014" h="179" extrusionOk="0">
                    <a:moveTo>
                      <a:pt x="1" y="0"/>
                    </a:moveTo>
                    <a:lnTo>
                      <a:pt x="1" y="179"/>
                    </a:lnTo>
                    <a:lnTo>
                      <a:pt x="3013" y="179"/>
                    </a:lnTo>
                    <a:lnTo>
                      <a:pt x="3013"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7" name="Google Shape;1247;p42"/>
              <p:cNvSpPr/>
              <p:nvPr/>
            </p:nvSpPr>
            <p:spPr>
              <a:xfrm>
                <a:off x="8771088" y="4107219"/>
                <a:ext cx="197443" cy="213177"/>
              </a:xfrm>
              <a:custGeom>
                <a:avLst/>
                <a:gdLst/>
                <a:ahLst/>
                <a:cxnLst/>
                <a:rect l="l" t="t" r="r" b="b"/>
                <a:pathLst>
                  <a:path w="6287" h="6788" extrusionOk="0">
                    <a:moveTo>
                      <a:pt x="0" y="1"/>
                    </a:moveTo>
                    <a:lnTo>
                      <a:pt x="0" y="6787"/>
                    </a:lnTo>
                    <a:lnTo>
                      <a:pt x="6287" y="6787"/>
                    </a:lnTo>
                    <a:lnTo>
                      <a:pt x="6287"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8" name="Google Shape;1248;p42"/>
              <p:cNvSpPr/>
              <p:nvPr/>
            </p:nvSpPr>
            <p:spPr>
              <a:xfrm>
                <a:off x="8752402" y="4088533"/>
                <a:ext cx="234847" cy="250926"/>
              </a:xfrm>
              <a:custGeom>
                <a:avLst/>
                <a:gdLst/>
                <a:ahLst/>
                <a:cxnLst/>
                <a:rect l="l" t="t" r="r" b="b"/>
                <a:pathLst>
                  <a:path w="7478" h="7990" extrusionOk="0">
                    <a:moveTo>
                      <a:pt x="6882" y="596"/>
                    </a:moveTo>
                    <a:lnTo>
                      <a:pt x="6882" y="7382"/>
                    </a:lnTo>
                    <a:lnTo>
                      <a:pt x="595" y="7382"/>
                    </a:lnTo>
                    <a:lnTo>
                      <a:pt x="595" y="596"/>
                    </a:lnTo>
                    <a:close/>
                    <a:moveTo>
                      <a:pt x="0" y="0"/>
                    </a:moveTo>
                    <a:lnTo>
                      <a:pt x="0" y="7989"/>
                    </a:lnTo>
                    <a:lnTo>
                      <a:pt x="7477" y="7989"/>
                    </a:lnTo>
                    <a:lnTo>
                      <a:pt x="747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9" name="Google Shape;1249;p42"/>
              <p:cNvSpPr/>
              <p:nvPr/>
            </p:nvSpPr>
            <p:spPr>
              <a:xfrm>
                <a:off x="8898969" y="4107219"/>
                <a:ext cx="5998" cy="216161"/>
              </a:xfrm>
              <a:custGeom>
                <a:avLst/>
                <a:gdLst/>
                <a:ahLst/>
                <a:cxnLst/>
                <a:rect l="l" t="t" r="r" b="b"/>
                <a:pathLst>
                  <a:path w="191" h="6883" extrusionOk="0">
                    <a:moveTo>
                      <a:pt x="0" y="1"/>
                    </a:moveTo>
                    <a:lnTo>
                      <a:pt x="0" y="6882"/>
                    </a:lnTo>
                    <a:lnTo>
                      <a:pt x="191" y="6882"/>
                    </a:lnTo>
                    <a:lnTo>
                      <a:pt x="191"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0" name="Google Shape;1250;p42"/>
              <p:cNvSpPr/>
              <p:nvPr/>
            </p:nvSpPr>
            <p:spPr>
              <a:xfrm>
                <a:off x="8834652" y="4107219"/>
                <a:ext cx="5998" cy="213177"/>
              </a:xfrm>
              <a:custGeom>
                <a:avLst/>
                <a:gdLst/>
                <a:ahLst/>
                <a:cxnLst/>
                <a:rect l="l" t="t" r="r" b="b"/>
                <a:pathLst>
                  <a:path w="191" h="6788" extrusionOk="0">
                    <a:moveTo>
                      <a:pt x="0" y="1"/>
                    </a:moveTo>
                    <a:lnTo>
                      <a:pt x="0" y="6787"/>
                    </a:lnTo>
                    <a:lnTo>
                      <a:pt x="191" y="6787"/>
                    </a:lnTo>
                    <a:lnTo>
                      <a:pt x="191"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1" name="Google Shape;1251;p42"/>
              <p:cNvSpPr/>
              <p:nvPr/>
            </p:nvSpPr>
            <p:spPr>
              <a:xfrm>
                <a:off x="8771088" y="4180519"/>
                <a:ext cx="197820" cy="5998"/>
              </a:xfrm>
              <a:custGeom>
                <a:avLst/>
                <a:gdLst/>
                <a:ahLst/>
                <a:cxnLst/>
                <a:rect l="l" t="t" r="r" b="b"/>
                <a:pathLst>
                  <a:path w="6299" h="191" extrusionOk="0">
                    <a:moveTo>
                      <a:pt x="0" y="0"/>
                    </a:moveTo>
                    <a:lnTo>
                      <a:pt x="0" y="191"/>
                    </a:lnTo>
                    <a:lnTo>
                      <a:pt x="6299" y="191"/>
                    </a:lnTo>
                    <a:lnTo>
                      <a:pt x="6299"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2" name="Google Shape;1252;p42"/>
              <p:cNvSpPr/>
              <p:nvPr/>
            </p:nvSpPr>
            <p:spPr>
              <a:xfrm>
                <a:off x="8222160" y="4107219"/>
                <a:ext cx="197098" cy="213177"/>
              </a:xfrm>
              <a:custGeom>
                <a:avLst/>
                <a:gdLst/>
                <a:ahLst/>
                <a:cxnLst/>
                <a:rect l="l" t="t" r="r" b="b"/>
                <a:pathLst>
                  <a:path w="6276" h="6788" extrusionOk="0">
                    <a:moveTo>
                      <a:pt x="1" y="1"/>
                    </a:moveTo>
                    <a:lnTo>
                      <a:pt x="1" y="6787"/>
                    </a:lnTo>
                    <a:lnTo>
                      <a:pt x="6276" y="6787"/>
                    </a:lnTo>
                    <a:lnTo>
                      <a:pt x="6276"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3" name="Google Shape;1253;p42"/>
              <p:cNvSpPr/>
              <p:nvPr/>
            </p:nvSpPr>
            <p:spPr>
              <a:xfrm>
                <a:off x="8203097" y="4088533"/>
                <a:ext cx="234847" cy="250926"/>
              </a:xfrm>
              <a:custGeom>
                <a:avLst/>
                <a:gdLst/>
                <a:ahLst/>
                <a:cxnLst/>
                <a:rect l="l" t="t" r="r" b="b"/>
                <a:pathLst>
                  <a:path w="7478" h="7990" extrusionOk="0">
                    <a:moveTo>
                      <a:pt x="6883" y="596"/>
                    </a:moveTo>
                    <a:lnTo>
                      <a:pt x="6883" y="7382"/>
                    </a:lnTo>
                    <a:lnTo>
                      <a:pt x="608" y="7382"/>
                    </a:lnTo>
                    <a:lnTo>
                      <a:pt x="608" y="596"/>
                    </a:lnTo>
                    <a:close/>
                    <a:moveTo>
                      <a:pt x="1" y="0"/>
                    </a:moveTo>
                    <a:lnTo>
                      <a:pt x="1" y="7989"/>
                    </a:lnTo>
                    <a:lnTo>
                      <a:pt x="7478" y="7989"/>
                    </a:lnTo>
                    <a:lnTo>
                      <a:pt x="7478"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4" name="Google Shape;1254;p42"/>
              <p:cNvSpPr/>
              <p:nvPr/>
            </p:nvSpPr>
            <p:spPr>
              <a:xfrm>
                <a:off x="8349664" y="4107219"/>
                <a:ext cx="6030" cy="216161"/>
              </a:xfrm>
              <a:custGeom>
                <a:avLst/>
                <a:gdLst/>
                <a:ahLst/>
                <a:cxnLst/>
                <a:rect l="l" t="t" r="r" b="b"/>
                <a:pathLst>
                  <a:path w="192" h="6883" extrusionOk="0">
                    <a:moveTo>
                      <a:pt x="1" y="1"/>
                    </a:moveTo>
                    <a:lnTo>
                      <a:pt x="1" y="6882"/>
                    </a:lnTo>
                    <a:lnTo>
                      <a:pt x="191" y="6882"/>
                    </a:lnTo>
                    <a:lnTo>
                      <a:pt x="191"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5" name="Google Shape;1255;p42"/>
              <p:cNvSpPr/>
              <p:nvPr/>
            </p:nvSpPr>
            <p:spPr>
              <a:xfrm>
                <a:off x="8285378" y="4107219"/>
                <a:ext cx="5998" cy="213177"/>
              </a:xfrm>
              <a:custGeom>
                <a:avLst/>
                <a:gdLst/>
                <a:ahLst/>
                <a:cxnLst/>
                <a:rect l="l" t="t" r="r" b="b"/>
                <a:pathLst>
                  <a:path w="191" h="6788" extrusionOk="0">
                    <a:moveTo>
                      <a:pt x="0" y="1"/>
                    </a:moveTo>
                    <a:lnTo>
                      <a:pt x="0" y="6787"/>
                    </a:lnTo>
                    <a:lnTo>
                      <a:pt x="191" y="6787"/>
                    </a:lnTo>
                    <a:lnTo>
                      <a:pt x="191"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6" name="Google Shape;1256;p42"/>
              <p:cNvSpPr/>
              <p:nvPr/>
            </p:nvSpPr>
            <p:spPr>
              <a:xfrm>
                <a:off x="8222160" y="4180519"/>
                <a:ext cx="197475" cy="5998"/>
              </a:xfrm>
              <a:custGeom>
                <a:avLst/>
                <a:gdLst/>
                <a:ahLst/>
                <a:cxnLst/>
                <a:rect l="l" t="t" r="r" b="b"/>
                <a:pathLst>
                  <a:path w="6288" h="191" extrusionOk="0">
                    <a:moveTo>
                      <a:pt x="1" y="0"/>
                    </a:moveTo>
                    <a:lnTo>
                      <a:pt x="1" y="191"/>
                    </a:lnTo>
                    <a:lnTo>
                      <a:pt x="6287" y="191"/>
                    </a:lnTo>
                    <a:lnTo>
                      <a:pt x="628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7" name="Google Shape;1257;p42"/>
              <p:cNvSpPr/>
              <p:nvPr/>
            </p:nvSpPr>
            <p:spPr>
              <a:xfrm>
                <a:off x="8492903" y="4088156"/>
                <a:ext cx="207179" cy="386658"/>
              </a:xfrm>
              <a:custGeom>
                <a:avLst/>
                <a:gdLst/>
                <a:ahLst/>
                <a:cxnLst/>
                <a:rect l="l" t="t" r="r" b="b"/>
                <a:pathLst>
                  <a:path w="6597" h="12312" extrusionOk="0">
                    <a:moveTo>
                      <a:pt x="0" y="0"/>
                    </a:moveTo>
                    <a:lnTo>
                      <a:pt x="0" y="12311"/>
                    </a:lnTo>
                    <a:lnTo>
                      <a:pt x="6596" y="12311"/>
                    </a:lnTo>
                    <a:lnTo>
                      <a:pt x="6596"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8" name="Google Shape;1258;p42"/>
              <p:cNvSpPr/>
              <p:nvPr/>
            </p:nvSpPr>
            <p:spPr>
              <a:xfrm>
                <a:off x="8448402" y="4440364"/>
                <a:ext cx="295804" cy="34451"/>
              </a:xfrm>
              <a:custGeom>
                <a:avLst/>
                <a:gdLst/>
                <a:ahLst/>
                <a:cxnLst/>
                <a:rect l="l" t="t" r="r" b="b"/>
                <a:pathLst>
                  <a:path w="9419" h="1097" extrusionOk="0">
                    <a:moveTo>
                      <a:pt x="0" y="1"/>
                    </a:moveTo>
                    <a:lnTo>
                      <a:pt x="0" y="1096"/>
                    </a:lnTo>
                    <a:lnTo>
                      <a:pt x="9418" y="1096"/>
                    </a:lnTo>
                    <a:lnTo>
                      <a:pt x="941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9" name="Google Shape;1259;p42"/>
              <p:cNvSpPr/>
              <p:nvPr/>
            </p:nvSpPr>
            <p:spPr>
              <a:xfrm>
                <a:off x="8499623" y="4274734"/>
                <a:ext cx="19094" cy="16331"/>
              </a:xfrm>
              <a:custGeom>
                <a:avLst/>
                <a:gdLst/>
                <a:ahLst/>
                <a:cxnLst/>
                <a:rect l="l" t="t" r="r" b="b"/>
                <a:pathLst>
                  <a:path w="608" h="520" extrusionOk="0">
                    <a:moveTo>
                      <a:pt x="346" y="0"/>
                    </a:moveTo>
                    <a:cubicBezTo>
                      <a:pt x="119" y="0"/>
                      <a:pt x="0" y="286"/>
                      <a:pt x="167" y="441"/>
                    </a:cubicBezTo>
                    <a:cubicBezTo>
                      <a:pt x="217" y="495"/>
                      <a:pt x="281" y="519"/>
                      <a:pt x="345" y="519"/>
                    </a:cubicBezTo>
                    <a:cubicBezTo>
                      <a:pt x="477" y="519"/>
                      <a:pt x="608" y="415"/>
                      <a:pt x="608" y="262"/>
                    </a:cubicBezTo>
                    <a:cubicBezTo>
                      <a:pt x="596" y="120"/>
                      <a:pt x="489" y="0"/>
                      <a:pt x="346" y="0"/>
                    </a:cubicBez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0" name="Google Shape;1260;p42"/>
              <p:cNvSpPr/>
              <p:nvPr/>
            </p:nvSpPr>
            <p:spPr>
              <a:xfrm>
                <a:off x="8407638" y="3372673"/>
                <a:ext cx="59104" cy="296903"/>
              </a:xfrm>
              <a:custGeom>
                <a:avLst/>
                <a:gdLst/>
                <a:ahLst/>
                <a:cxnLst/>
                <a:rect l="l" t="t" r="r" b="b"/>
                <a:pathLst>
                  <a:path w="1882" h="9454" extrusionOk="0">
                    <a:moveTo>
                      <a:pt x="0" y="0"/>
                    </a:moveTo>
                    <a:lnTo>
                      <a:pt x="0" y="9454"/>
                    </a:lnTo>
                    <a:lnTo>
                      <a:pt x="1882" y="9454"/>
                    </a:lnTo>
                    <a:lnTo>
                      <a:pt x="1882"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1" name="Google Shape;1261;p42"/>
              <p:cNvSpPr/>
              <p:nvPr/>
            </p:nvSpPr>
            <p:spPr>
              <a:xfrm>
                <a:off x="8373595" y="3241226"/>
                <a:ext cx="112964" cy="112964"/>
              </a:xfrm>
              <a:custGeom>
                <a:avLst/>
                <a:gdLst/>
                <a:ahLst/>
                <a:cxnLst/>
                <a:rect l="l" t="t" r="r" b="b"/>
                <a:pathLst>
                  <a:path w="3597" h="3597" extrusionOk="0">
                    <a:moveTo>
                      <a:pt x="1799" y="1"/>
                    </a:moveTo>
                    <a:cubicBezTo>
                      <a:pt x="811" y="1"/>
                      <a:pt x="1" y="810"/>
                      <a:pt x="1" y="1799"/>
                    </a:cubicBezTo>
                    <a:cubicBezTo>
                      <a:pt x="1" y="2787"/>
                      <a:pt x="811" y="3596"/>
                      <a:pt x="1799" y="3596"/>
                    </a:cubicBezTo>
                    <a:cubicBezTo>
                      <a:pt x="2787" y="3596"/>
                      <a:pt x="3597" y="2787"/>
                      <a:pt x="3597" y="1799"/>
                    </a:cubicBezTo>
                    <a:cubicBezTo>
                      <a:pt x="3597" y="810"/>
                      <a:pt x="2787" y="1"/>
                      <a:pt x="1799" y="1"/>
                    </a:cubicBezTo>
                    <a:close/>
                  </a:path>
                </a:pathLst>
              </a:custGeom>
              <a:solidFill>
                <a:srgbClr val="FFFFFF"/>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2" name="Google Shape;1262;p42"/>
              <p:cNvSpPr/>
              <p:nvPr/>
            </p:nvSpPr>
            <p:spPr>
              <a:xfrm>
                <a:off x="8376987" y="3189251"/>
                <a:ext cx="92739" cy="79486"/>
              </a:xfrm>
              <a:custGeom>
                <a:avLst/>
                <a:gdLst/>
                <a:ahLst/>
                <a:cxnLst/>
                <a:rect l="l" t="t" r="r" b="b"/>
                <a:pathLst>
                  <a:path w="2953" h="2531" extrusionOk="0">
                    <a:moveTo>
                      <a:pt x="1691" y="1"/>
                    </a:moveTo>
                    <a:cubicBezTo>
                      <a:pt x="560" y="1"/>
                      <a:pt x="0" y="1358"/>
                      <a:pt x="798" y="2156"/>
                    </a:cubicBezTo>
                    <a:cubicBezTo>
                      <a:pt x="1057" y="2414"/>
                      <a:pt x="1374" y="2530"/>
                      <a:pt x="1685" y="2530"/>
                    </a:cubicBezTo>
                    <a:cubicBezTo>
                      <a:pt x="2333" y="2530"/>
                      <a:pt x="2953" y="2027"/>
                      <a:pt x="2953" y="1263"/>
                    </a:cubicBezTo>
                    <a:cubicBezTo>
                      <a:pt x="2953" y="560"/>
                      <a:pt x="2393" y="1"/>
                      <a:pt x="1691" y="1"/>
                    </a:cubicBezTo>
                    <a:close/>
                  </a:path>
                </a:pathLst>
              </a:custGeom>
              <a:solidFill>
                <a:srgbClr val="FFFFFF"/>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3" name="Google Shape;1263;p42"/>
              <p:cNvSpPr/>
              <p:nvPr/>
            </p:nvSpPr>
            <p:spPr>
              <a:xfrm>
                <a:off x="8387821" y="3118213"/>
                <a:ext cx="73676" cy="63124"/>
              </a:xfrm>
              <a:custGeom>
                <a:avLst/>
                <a:gdLst/>
                <a:ahLst/>
                <a:cxnLst/>
                <a:rect l="l" t="t" r="r" b="b"/>
                <a:pathLst>
                  <a:path w="2346" h="2010" extrusionOk="0">
                    <a:moveTo>
                      <a:pt x="1346" y="1"/>
                    </a:moveTo>
                    <a:cubicBezTo>
                      <a:pt x="453" y="1"/>
                      <a:pt x="0" y="1084"/>
                      <a:pt x="631" y="1715"/>
                    </a:cubicBezTo>
                    <a:cubicBezTo>
                      <a:pt x="835" y="1918"/>
                      <a:pt x="1085" y="2009"/>
                      <a:pt x="1330" y="2009"/>
                    </a:cubicBezTo>
                    <a:cubicBezTo>
                      <a:pt x="1848" y="2009"/>
                      <a:pt x="2346" y="1606"/>
                      <a:pt x="2346" y="1001"/>
                    </a:cubicBezTo>
                    <a:cubicBezTo>
                      <a:pt x="2346" y="453"/>
                      <a:pt x="1894" y="1"/>
                      <a:pt x="1346" y="1"/>
                    </a:cubicBezTo>
                    <a:close/>
                  </a:path>
                </a:pathLst>
              </a:custGeom>
              <a:solidFill>
                <a:srgbClr val="FFFFFF"/>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4" name="Google Shape;1264;p42"/>
              <p:cNvSpPr/>
              <p:nvPr/>
            </p:nvSpPr>
            <p:spPr>
              <a:xfrm>
                <a:off x="8115980" y="3422967"/>
                <a:ext cx="1030712" cy="720211"/>
              </a:xfrm>
              <a:custGeom>
                <a:avLst/>
                <a:gdLst/>
                <a:ahLst/>
                <a:cxnLst/>
                <a:rect l="l" t="t" r="r" b="b"/>
                <a:pathLst>
                  <a:path w="32820" h="22933" extrusionOk="0">
                    <a:moveTo>
                      <a:pt x="15455" y="0"/>
                    </a:moveTo>
                    <a:cubicBezTo>
                      <a:pt x="15241" y="0"/>
                      <a:pt x="15038" y="95"/>
                      <a:pt x="14919" y="262"/>
                    </a:cubicBezTo>
                    <a:lnTo>
                      <a:pt x="1" y="19788"/>
                    </a:lnTo>
                    <a:lnTo>
                      <a:pt x="1703" y="19788"/>
                    </a:lnTo>
                    <a:lnTo>
                      <a:pt x="15455" y="1774"/>
                    </a:lnTo>
                    <a:lnTo>
                      <a:pt x="31350" y="22658"/>
                    </a:lnTo>
                    <a:cubicBezTo>
                      <a:pt x="31499" y="22852"/>
                      <a:pt x="31687" y="22933"/>
                      <a:pt x="31870" y="22933"/>
                    </a:cubicBezTo>
                    <a:cubicBezTo>
                      <a:pt x="32361" y="22933"/>
                      <a:pt x="32820" y="22356"/>
                      <a:pt x="32421" y="21836"/>
                    </a:cubicBezTo>
                    <a:lnTo>
                      <a:pt x="15979" y="262"/>
                    </a:lnTo>
                    <a:cubicBezTo>
                      <a:pt x="15860" y="95"/>
                      <a:pt x="15657" y="0"/>
                      <a:pt x="15455"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5" name="Google Shape;1265;p42"/>
              <p:cNvSpPr/>
              <p:nvPr/>
            </p:nvSpPr>
            <p:spPr>
              <a:xfrm>
                <a:off x="5558765" y="3193742"/>
                <a:ext cx="72200" cy="230356"/>
              </a:xfrm>
              <a:custGeom>
                <a:avLst/>
                <a:gdLst/>
                <a:ahLst/>
                <a:cxnLst/>
                <a:rect l="l" t="t" r="r" b="b"/>
                <a:pathLst>
                  <a:path w="2299" h="7335" extrusionOk="0">
                    <a:moveTo>
                      <a:pt x="1" y="1"/>
                    </a:moveTo>
                    <a:lnTo>
                      <a:pt x="1" y="7335"/>
                    </a:lnTo>
                    <a:lnTo>
                      <a:pt x="2299" y="7335"/>
                    </a:lnTo>
                    <a:lnTo>
                      <a:pt x="2299"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6" name="Google Shape;1266;p42"/>
              <p:cNvSpPr/>
              <p:nvPr/>
            </p:nvSpPr>
            <p:spPr>
              <a:xfrm>
                <a:off x="5522869" y="2996707"/>
                <a:ext cx="145876" cy="145845"/>
              </a:xfrm>
              <a:custGeom>
                <a:avLst/>
                <a:gdLst/>
                <a:ahLst/>
                <a:cxnLst/>
                <a:rect l="l" t="t" r="r" b="b"/>
                <a:pathLst>
                  <a:path w="4645" h="4644" extrusionOk="0">
                    <a:moveTo>
                      <a:pt x="2322" y="0"/>
                    </a:moveTo>
                    <a:cubicBezTo>
                      <a:pt x="1037" y="0"/>
                      <a:pt x="1" y="1036"/>
                      <a:pt x="1" y="2322"/>
                    </a:cubicBezTo>
                    <a:cubicBezTo>
                      <a:pt x="1" y="3596"/>
                      <a:pt x="1037" y="4643"/>
                      <a:pt x="2322" y="4643"/>
                    </a:cubicBezTo>
                    <a:cubicBezTo>
                      <a:pt x="3608" y="4643"/>
                      <a:pt x="4644" y="3596"/>
                      <a:pt x="4644" y="2322"/>
                    </a:cubicBezTo>
                    <a:cubicBezTo>
                      <a:pt x="4644" y="1036"/>
                      <a:pt x="3608" y="0"/>
                      <a:pt x="2322" y="0"/>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7" name="Google Shape;1267;p42"/>
              <p:cNvSpPr/>
              <p:nvPr/>
            </p:nvSpPr>
            <p:spPr>
              <a:xfrm>
                <a:off x="5526983" y="2928998"/>
                <a:ext cx="120061" cy="102946"/>
              </a:xfrm>
              <a:custGeom>
                <a:avLst/>
                <a:gdLst/>
                <a:ahLst/>
                <a:cxnLst/>
                <a:rect l="l" t="t" r="r" b="b"/>
                <a:pathLst>
                  <a:path w="3823" h="3278" extrusionOk="0">
                    <a:moveTo>
                      <a:pt x="2191" y="1"/>
                    </a:moveTo>
                    <a:cubicBezTo>
                      <a:pt x="727" y="1"/>
                      <a:pt x="1" y="1763"/>
                      <a:pt x="1025" y="2799"/>
                    </a:cubicBezTo>
                    <a:cubicBezTo>
                      <a:pt x="1359" y="3130"/>
                      <a:pt x="1770" y="3278"/>
                      <a:pt x="2172" y="3278"/>
                    </a:cubicBezTo>
                    <a:cubicBezTo>
                      <a:pt x="3015" y="3278"/>
                      <a:pt x="3823" y="2627"/>
                      <a:pt x="3823" y="1644"/>
                    </a:cubicBezTo>
                    <a:cubicBezTo>
                      <a:pt x="3823" y="739"/>
                      <a:pt x="3096" y="1"/>
                      <a:pt x="2191"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8" name="Google Shape;1268;p42"/>
              <p:cNvSpPr/>
              <p:nvPr/>
            </p:nvSpPr>
            <p:spPr>
              <a:xfrm>
                <a:off x="5555028" y="2837390"/>
                <a:ext cx="81182" cy="81182"/>
              </a:xfrm>
              <a:custGeom>
                <a:avLst/>
                <a:gdLst/>
                <a:ahLst/>
                <a:cxnLst/>
                <a:rect l="l" t="t" r="r" b="b"/>
                <a:pathLst>
                  <a:path w="2585" h="2585" extrusionOk="0">
                    <a:moveTo>
                      <a:pt x="1298" y="1"/>
                    </a:moveTo>
                    <a:cubicBezTo>
                      <a:pt x="584" y="1"/>
                      <a:pt x="1" y="584"/>
                      <a:pt x="1" y="1299"/>
                    </a:cubicBezTo>
                    <a:cubicBezTo>
                      <a:pt x="1" y="2013"/>
                      <a:pt x="584" y="2585"/>
                      <a:pt x="1298" y="2585"/>
                    </a:cubicBezTo>
                    <a:cubicBezTo>
                      <a:pt x="2013" y="2585"/>
                      <a:pt x="2584" y="2013"/>
                      <a:pt x="2584" y="1299"/>
                    </a:cubicBezTo>
                    <a:cubicBezTo>
                      <a:pt x="2584" y="584"/>
                      <a:pt x="2013" y="1"/>
                      <a:pt x="1298"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9" name="Google Shape;1269;p42"/>
              <p:cNvSpPr/>
              <p:nvPr/>
            </p:nvSpPr>
            <p:spPr>
              <a:xfrm>
                <a:off x="6008233" y="3274516"/>
                <a:ext cx="102475" cy="178380"/>
              </a:xfrm>
              <a:custGeom>
                <a:avLst/>
                <a:gdLst/>
                <a:ahLst/>
                <a:cxnLst/>
                <a:rect l="l" t="t" r="r" b="b"/>
                <a:pathLst>
                  <a:path w="3263" h="5680" extrusionOk="0">
                    <a:moveTo>
                      <a:pt x="0" y="0"/>
                    </a:moveTo>
                    <a:lnTo>
                      <a:pt x="0" y="5680"/>
                    </a:lnTo>
                    <a:lnTo>
                      <a:pt x="3262" y="5680"/>
                    </a:lnTo>
                    <a:lnTo>
                      <a:pt x="3262" y="0"/>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0" name="Google Shape;1270;p42"/>
              <p:cNvSpPr/>
              <p:nvPr/>
            </p:nvSpPr>
            <p:spPr>
              <a:xfrm>
                <a:off x="6055718" y="3274516"/>
                <a:ext cx="7506" cy="178380"/>
              </a:xfrm>
              <a:custGeom>
                <a:avLst/>
                <a:gdLst/>
                <a:ahLst/>
                <a:cxnLst/>
                <a:rect l="l" t="t" r="r" b="b"/>
                <a:pathLst>
                  <a:path w="239" h="5680" extrusionOk="0">
                    <a:moveTo>
                      <a:pt x="0" y="0"/>
                    </a:moveTo>
                    <a:lnTo>
                      <a:pt x="0" y="5680"/>
                    </a:lnTo>
                    <a:lnTo>
                      <a:pt x="238" y="5680"/>
                    </a:lnTo>
                    <a:lnTo>
                      <a:pt x="238"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1" name="Google Shape;1271;p42"/>
              <p:cNvSpPr/>
              <p:nvPr/>
            </p:nvSpPr>
            <p:spPr>
              <a:xfrm>
                <a:off x="6008233" y="3359749"/>
                <a:ext cx="102475" cy="7883"/>
              </a:xfrm>
              <a:custGeom>
                <a:avLst/>
                <a:gdLst/>
                <a:ahLst/>
                <a:cxnLst/>
                <a:rect l="l" t="t" r="r" b="b"/>
                <a:pathLst>
                  <a:path w="3263" h="251" extrusionOk="0">
                    <a:moveTo>
                      <a:pt x="0" y="1"/>
                    </a:moveTo>
                    <a:lnTo>
                      <a:pt x="0" y="251"/>
                    </a:lnTo>
                    <a:lnTo>
                      <a:pt x="3262" y="251"/>
                    </a:lnTo>
                    <a:lnTo>
                      <a:pt x="3262"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2" name="Google Shape;1272;p42"/>
              <p:cNvSpPr/>
              <p:nvPr/>
            </p:nvSpPr>
            <p:spPr>
              <a:xfrm>
                <a:off x="5550914" y="3506347"/>
                <a:ext cx="297688" cy="29552"/>
              </a:xfrm>
              <a:custGeom>
                <a:avLst/>
                <a:gdLst/>
                <a:ahLst/>
                <a:cxnLst/>
                <a:rect l="l" t="t" r="r" b="b"/>
                <a:pathLst>
                  <a:path w="9479" h="941" extrusionOk="0">
                    <a:moveTo>
                      <a:pt x="1" y="0"/>
                    </a:moveTo>
                    <a:lnTo>
                      <a:pt x="1" y="941"/>
                    </a:lnTo>
                    <a:lnTo>
                      <a:pt x="9478" y="941"/>
                    </a:lnTo>
                    <a:lnTo>
                      <a:pt x="9478"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3" name="Google Shape;1273;p42"/>
              <p:cNvSpPr/>
              <p:nvPr/>
            </p:nvSpPr>
            <p:spPr>
              <a:xfrm>
                <a:off x="5915871" y="3506347"/>
                <a:ext cx="297657" cy="29552"/>
              </a:xfrm>
              <a:custGeom>
                <a:avLst/>
                <a:gdLst/>
                <a:ahLst/>
                <a:cxnLst/>
                <a:rect l="l" t="t" r="r" b="b"/>
                <a:pathLst>
                  <a:path w="9478" h="941" extrusionOk="0">
                    <a:moveTo>
                      <a:pt x="0" y="0"/>
                    </a:moveTo>
                    <a:lnTo>
                      <a:pt x="0" y="941"/>
                    </a:lnTo>
                    <a:lnTo>
                      <a:pt x="9478" y="941"/>
                    </a:lnTo>
                    <a:lnTo>
                      <a:pt x="9478"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4" name="Google Shape;1274;p42"/>
              <p:cNvSpPr/>
              <p:nvPr/>
            </p:nvSpPr>
            <p:spPr>
              <a:xfrm>
                <a:off x="6286419" y="3506347"/>
                <a:ext cx="297657" cy="29552"/>
              </a:xfrm>
              <a:custGeom>
                <a:avLst/>
                <a:gdLst/>
                <a:ahLst/>
                <a:cxnLst/>
                <a:rect l="l" t="t" r="r" b="b"/>
                <a:pathLst>
                  <a:path w="9478" h="941" extrusionOk="0">
                    <a:moveTo>
                      <a:pt x="0" y="0"/>
                    </a:moveTo>
                    <a:lnTo>
                      <a:pt x="0" y="941"/>
                    </a:lnTo>
                    <a:lnTo>
                      <a:pt x="9478" y="941"/>
                    </a:lnTo>
                    <a:lnTo>
                      <a:pt x="9478"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5" name="Google Shape;1275;p42"/>
              <p:cNvSpPr/>
              <p:nvPr/>
            </p:nvSpPr>
            <p:spPr>
              <a:xfrm>
                <a:off x="6255736" y="4031313"/>
                <a:ext cx="297688" cy="29584"/>
              </a:xfrm>
              <a:custGeom>
                <a:avLst/>
                <a:gdLst/>
                <a:ahLst/>
                <a:cxnLst/>
                <a:rect l="l" t="t" r="r" b="b"/>
                <a:pathLst>
                  <a:path w="9479" h="942" extrusionOk="0">
                    <a:moveTo>
                      <a:pt x="1" y="1"/>
                    </a:moveTo>
                    <a:lnTo>
                      <a:pt x="1" y="941"/>
                    </a:lnTo>
                    <a:lnTo>
                      <a:pt x="9478" y="941"/>
                    </a:lnTo>
                    <a:lnTo>
                      <a:pt x="947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6" name="Google Shape;1276;p42"/>
              <p:cNvSpPr/>
              <p:nvPr/>
            </p:nvSpPr>
            <p:spPr>
              <a:xfrm>
                <a:off x="5576728" y="3534392"/>
                <a:ext cx="250926" cy="271496"/>
              </a:xfrm>
              <a:custGeom>
                <a:avLst/>
                <a:gdLst/>
                <a:ahLst/>
                <a:cxnLst/>
                <a:rect l="l" t="t" r="r" b="b"/>
                <a:pathLst>
                  <a:path w="7990" h="8645" extrusionOk="0">
                    <a:moveTo>
                      <a:pt x="0" y="0"/>
                    </a:moveTo>
                    <a:lnTo>
                      <a:pt x="0" y="8644"/>
                    </a:lnTo>
                    <a:lnTo>
                      <a:pt x="7989" y="8644"/>
                    </a:lnTo>
                    <a:lnTo>
                      <a:pt x="7989" y="0"/>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7" name="Google Shape;1277;p42"/>
              <p:cNvSpPr/>
              <p:nvPr/>
            </p:nvSpPr>
            <p:spPr>
              <a:xfrm>
                <a:off x="5941655" y="3534392"/>
                <a:ext cx="250926" cy="271496"/>
              </a:xfrm>
              <a:custGeom>
                <a:avLst/>
                <a:gdLst/>
                <a:ahLst/>
                <a:cxnLst/>
                <a:rect l="l" t="t" r="r" b="b"/>
                <a:pathLst>
                  <a:path w="7990" h="8645" extrusionOk="0">
                    <a:moveTo>
                      <a:pt x="1" y="0"/>
                    </a:moveTo>
                    <a:lnTo>
                      <a:pt x="1" y="8644"/>
                    </a:lnTo>
                    <a:lnTo>
                      <a:pt x="7990" y="8644"/>
                    </a:lnTo>
                    <a:lnTo>
                      <a:pt x="7990" y="0"/>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8" name="Google Shape;1278;p42"/>
              <p:cNvSpPr/>
              <p:nvPr/>
            </p:nvSpPr>
            <p:spPr>
              <a:xfrm>
                <a:off x="6312202" y="3534392"/>
                <a:ext cx="250926" cy="271496"/>
              </a:xfrm>
              <a:custGeom>
                <a:avLst/>
                <a:gdLst/>
                <a:ahLst/>
                <a:cxnLst/>
                <a:rect l="l" t="t" r="r" b="b"/>
                <a:pathLst>
                  <a:path w="7990" h="8645" extrusionOk="0">
                    <a:moveTo>
                      <a:pt x="1" y="0"/>
                    </a:moveTo>
                    <a:lnTo>
                      <a:pt x="1" y="8644"/>
                    </a:lnTo>
                    <a:lnTo>
                      <a:pt x="7990" y="8644"/>
                    </a:lnTo>
                    <a:lnTo>
                      <a:pt x="7990" y="0"/>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9" name="Google Shape;1279;p42"/>
              <p:cNvSpPr/>
              <p:nvPr/>
            </p:nvSpPr>
            <p:spPr>
              <a:xfrm>
                <a:off x="6281551" y="4059358"/>
                <a:ext cx="250926" cy="271119"/>
              </a:xfrm>
              <a:custGeom>
                <a:avLst/>
                <a:gdLst/>
                <a:ahLst/>
                <a:cxnLst/>
                <a:rect l="l" t="t" r="r" b="b"/>
                <a:pathLst>
                  <a:path w="7990" h="8633" extrusionOk="0">
                    <a:moveTo>
                      <a:pt x="1" y="1"/>
                    </a:moveTo>
                    <a:lnTo>
                      <a:pt x="1" y="8633"/>
                    </a:lnTo>
                    <a:lnTo>
                      <a:pt x="7990" y="8633"/>
                    </a:lnTo>
                    <a:lnTo>
                      <a:pt x="7990" y="1"/>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0" name="Google Shape;1280;p42"/>
              <p:cNvSpPr/>
              <p:nvPr/>
            </p:nvSpPr>
            <p:spPr>
              <a:xfrm>
                <a:off x="5595038" y="4059358"/>
                <a:ext cx="250926" cy="271119"/>
              </a:xfrm>
              <a:custGeom>
                <a:avLst/>
                <a:gdLst/>
                <a:ahLst/>
                <a:cxnLst/>
                <a:rect l="l" t="t" r="r" b="b"/>
                <a:pathLst>
                  <a:path w="7990" h="8633" extrusionOk="0">
                    <a:moveTo>
                      <a:pt x="1" y="1"/>
                    </a:moveTo>
                    <a:lnTo>
                      <a:pt x="1" y="8633"/>
                    </a:lnTo>
                    <a:lnTo>
                      <a:pt x="7990" y="8633"/>
                    </a:lnTo>
                    <a:lnTo>
                      <a:pt x="7990" y="1"/>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1" name="Google Shape;1281;p42"/>
              <p:cNvSpPr/>
              <p:nvPr/>
            </p:nvSpPr>
            <p:spPr>
              <a:xfrm>
                <a:off x="5739375" y="3534392"/>
                <a:ext cx="7506" cy="274857"/>
              </a:xfrm>
              <a:custGeom>
                <a:avLst/>
                <a:gdLst/>
                <a:ahLst/>
                <a:cxnLst/>
                <a:rect l="l" t="t" r="r" b="b"/>
                <a:pathLst>
                  <a:path w="239" h="8752" extrusionOk="0">
                    <a:moveTo>
                      <a:pt x="0" y="0"/>
                    </a:moveTo>
                    <a:lnTo>
                      <a:pt x="0" y="8751"/>
                    </a:lnTo>
                    <a:lnTo>
                      <a:pt x="239" y="8751"/>
                    </a:lnTo>
                    <a:lnTo>
                      <a:pt x="23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2" name="Google Shape;1282;p42"/>
              <p:cNvSpPr/>
              <p:nvPr/>
            </p:nvSpPr>
            <p:spPr>
              <a:xfrm>
                <a:off x="5657471" y="3534392"/>
                <a:ext cx="7537" cy="271496"/>
              </a:xfrm>
              <a:custGeom>
                <a:avLst/>
                <a:gdLst/>
                <a:ahLst/>
                <a:cxnLst/>
                <a:rect l="l" t="t" r="r" b="b"/>
                <a:pathLst>
                  <a:path w="240" h="8645" extrusionOk="0">
                    <a:moveTo>
                      <a:pt x="1" y="0"/>
                    </a:moveTo>
                    <a:lnTo>
                      <a:pt x="1" y="8644"/>
                    </a:lnTo>
                    <a:lnTo>
                      <a:pt x="239" y="8644"/>
                    </a:lnTo>
                    <a:lnTo>
                      <a:pt x="23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3" name="Google Shape;1283;p42"/>
              <p:cNvSpPr/>
              <p:nvPr/>
            </p:nvSpPr>
            <p:spPr>
              <a:xfrm>
                <a:off x="5576728" y="3666010"/>
                <a:ext cx="251303" cy="7883"/>
              </a:xfrm>
              <a:custGeom>
                <a:avLst/>
                <a:gdLst/>
                <a:ahLst/>
                <a:cxnLst/>
                <a:rect l="l" t="t" r="r" b="b"/>
                <a:pathLst>
                  <a:path w="8002" h="251" extrusionOk="0">
                    <a:moveTo>
                      <a:pt x="0" y="0"/>
                    </a:moveTo>
                    <a:lnTo>
                      <a:pt x="0" y="250"/>
                    </a:lnTo>
                    <a:lnTo>
                      <a:pt x="8001" y="250"/>
                    </a:lnTo>
                    <a:lnTo>
                      <a:pt x="8001"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4" name="Google Shape;1284;p42"/>
              <p:cNvSpPr/>
              <p:nvPr/>
            </p:nvSpPr>
            <p:spPr>
              <a:xfrm>
                <a:off x="6104301" y="3534392"/>
                <a:ext cx="7537" cy="274857"/>
              </a:xfrm>
              <a:custGeom>
                <a:avLst/>
                <a:gdLst/>
                <a:ahLst/>
                <a:cxnLst/>
                <a:rect l="l" t="t" r="r" b="b"/>
                <a:pathLst>
                  <a:path w="240" h="8752" extrusionOk="0">
                    <a:moveTo>
                      <a:pt x="1" y="0"/>
                    </a:moveTo>
                    <a:lnTo>
                      <a:pt x="1" y="8751"/>
                    </a:lnTo>
                    <a:lnTo>
                      <a:pt x="239" y="8751"/>
                    </a:lnTo>
                    <a:lnTo>
                      <a:pt x="23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5" name="Google Shape;1285;p42"/>
              <p:cNvSpPr/>
              <p:nvPr/>
            </p:nvSpPr>
            <p:spPr>
              <a:xfrm>
                <a:off x="6022428" y="3534392"/>
                <a:ext cx="7506" cy="271496"/>
              </a:xfrm>
              <a:custGeom>
                <a:avLst/>
                <a:gdLst/>
                <a:ahLst/>
                <a:cxnLst/>
                <a:rect l="l" t="t" r="r" b="b"/>
                <a:pathLst>
                  <a:path w="239" h="8645" extrusionOk="0">
                    <a:moveTo>
                      <a:pt x="0" y="0"/>
                    </a:moveTo>
                    <a:lnTo>
                      <a:pt x="0" y="8644"/>
                    </a:lnTo>
                    <a:lnTo>
                      <a:pt x="239" y="8644"/>
                    </a:lnTo>
                    <a:lnTo>
                      <a:pt x="23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6" name="Google Shape;1286;p42"/>
              <p:cNvSpPr/>
              <p:nvPr/>
            </p:nvSpPr>
            <p:spPr>
              <a:xfrm>
                <a:off x="5941655" y="3666010"/>
                <a:ext cx="251303" cy="7883"/>
              </a:xfrm>
              <a:custGeom>
                <a:avLst/>
                <a:gdLst/>
                <a:ahLst/>
                <a:cxnLst/>
                <a:rect l="l" t="t" r="r" b="b"/>
                <a:pathLst>
                  <a:path w="8002" h="251" extrusionOk="0">
                    <a:moveTo>
                      <a:pt x="1" y="0"/>
                    </a:moveTo>
                    <a:lnTo>
                      <a:pt x="1" y="250"/>
                    </a:lnTo>
                    <a:lnTo>
                      <a:pt x="8002" y="250"/>
                    </a:lnTo>
                    <a:lnTo>
                      <a:pt x="8002"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7" name="Google Shape;1287;p42"/>
              <p:cNvSpPr/>
              <p:nvPr/>
            </p:nvSpPr>
            <p:spPr>
              <a:xfrm>
                <a:off x="6474880" y="3534392"/>
                <a:ext cx="7506" cy="274857"/>
              </a:xfrm>
              <a:custGeom>
                <a:avLst/>
                <a:gdLst/>
                <a:ahLst/>
                <a:cxnLst/>
                <a:rect l="l" t="t" r="r" b="b"/>
                <a:pathLst>
                  <a:path w="239" h="8752" extrusionOk="0">
                    <a:moveTo>
                      <a:pt x="0" y="0"/>
                    </a:moveTo>
                    <a:lnTo>
                      <a:pt x="0" y="8751"/>
                    </a:lnTo>
                    <a:lnTo>
                      <a:pt x="238" y="8751"/>
                    </a:lnTo>
                    <a:lnTo>
                      <a:pt x="238"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8" name="Google Shape;1288;p42"/>
              <p:cNvSpPr/>
              <p:nvPr/>
            </p:nvSpPr>
            <p:spPr>
              <a:xfrm>
                <a:off x="6392976" y="3534392"/>
                <a:ext cx="7506" cy="271496"/>
              </a:xfrm>
              <a:custGeom>
                <a:avLst/>
                <a:gdLst/>
                <a:ahLst/>
                <a:cxnLst/>
                <a:rect l="l" t="t" r="r" b="b"/>
                <a:pathLst>
                  <a:path w="239" h="8645" extrusionOk="0">
                    <a:moveTo>
                      <a:pt x="1" y="0"/>
                    </a:moveTo>
                    <a:lnTo>
                      <a:pt x="1" y="8644"/>
                    </a:lnTo>
                    <a:lnTo>
                      <a:pt x="239" y="8644"/>
                    </a:lnTo>
                    <a:lnTo>
                      <a:pt x="23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9" name="Google Shape;1289;p42"/>
              <p:cNvSpPr/>
              <p:nvPr/>
            </p:nvSpPr>
            <p:spPr>
              <a:xfrm>
                <a:off x="6312202" y="3666010"/>
                <a:ext cx="251303" cy="7883"/>
              </a:xfrm>
              <a:custGeom>
                <a:avLst/>
                <a:gdLst/>
                <a:ahLst/>
                <a:cxnLst/>
                <a:rect l="l" t="t" r="r" b="b"/>
                <a:pathLst>
                  <a:path w="8002" h="251" extrusionOk="0">
                    <a:moveTo>
                      <a:pt x="1" y="0"/>
                    </a:moveTo>
                    <a:lnTo>
                      <a:pt x="1" y="250"/>
                    </a:lnTo>
                    <a:lnTo>
                      <a:pt x="8002" y="250"/>
                    </a:lnTo>
                    <a:lnTo>
                      <a:pt x="8002"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0" name="Google Shape;1290;p42"/>
              <p:cNvSpPr/>
              <p:nvPr/>
            </p:nvSpPr>
            <p:spPr>
              <a:xfrm>
                <a:off x="6444197" y="4059358"/>
                <a:ext cx="7506" cy="274857"/>
              </a:xfrm>
              <a:custGeom>
                <a:avLst/>
                <a:gdLst/>
                <a:ahLst/>
                <a:cxnLst/>
                <a:rect l="l" t="t" r="r" b="b"/>
                <a:pathLst>
                  <a:path w="239" h="8752" extrusionOk="0">
                    <a:moveTo>
                      <a:pt x="1" y="1"/>
                    </a:moveTo>
                    <a:lnTo>
                      <a:pt x="1" y="8752"/>
                    </a:lnTo>
                    <a:lnTo>
                      <a:pt x="239" y="8752"/>
                    </a:lnTo>
                    <a:lnTo>
                      <a:pt x="239"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1" name="Google Shape;1291;p42"/>
              <p:cNvSpPr/>
              <p:nvPr/>
            </p:nvSpPr>
            <p:spPr>
              <a:xfrm>
                <a:off x="6362325" y="4059358"/>
                <a:ext cx="7506" cy="271119"/>
              </a:xfrm>
              <a:custGeom>
                <a:avLst/>
                <a:gdLst/>
                <a:ahLst/>
                <a:cxnLst/>
                <a:rect l="l" t="t" r="r" b="b"/>
                <a:pathLst>
                  <a:path w="239" h="8633" extrusionOk="0">
                    <a:moveTo>
                      <a:pt x="0" y="1"/>
                    </a:moveTo>
                    <a:lnTo>
                      <a:pt x="0" y="8633"/>
                    </a:lnTo>
                    <a:lnTo>
                      <a:pt x="238" y="8633"/>
                    </a:lnTo>
                    <a:lnTo>
                      <a:pt x="238"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2" name="Google Shape;1292;p42"/>
              <p:cNvSpPr/>
              <p:nvPr/>
            </p:nvSpPr>
            <p:spPr>
              <a:xfrm>
                <a:off x="6281551" y="4190976"/>
                <a:ext cx="251303" cy="7883"/>
              </a:xfrm>
              <a:custGeom>
                <a:avLst/>
                <a:gdLst/>
                <a:ahLst/>
                <a:cxnLst/>
                <a:rect l="l" t="t" r="r" b="b"/>
                <a:pathLst>
                  <a:path w="8002" h="251" extrusionOk="0">
                    <a:moveTo>
                      <a:pt x="1" y="0"/>
                    </a:moveTo>
                    <a:lnTo>
                      <a:pt x="1" y="251"/>
                    </a:lnTo>
                    <a:lnTo>
                      <a:pt x="8002" y="251"/>
                    </a:lnTo>
                    <a:lnTo>
                      <a:pt x="8002"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3" name="Google Shape;1293;p42"/>
              <p:cNvSpPr/>
              <p:nvPr/>
            </p:nvSpPr>
            <p:spPr>
              <a:xfrm>
                <a:off x="5757307" y="4059358"/>
                <a:ext cx="7883" cy="274857"/>
              </a:xfrm>
              <a:custGeom>
                <a:avLst/>
                <a:gdLst/>
                <a:ahLst/>
                <a:cxnLst/>
                <a:rect l="l" t="t" r="r" b="b"/>
                <a:pathLst>
                  <a:path w="251" h="8752" extrusionOk="0">
                    <a:moveTo>
                      <a:pt x="1" y="1"/>
                    </a:moveTo>
                    <a:lnTo>
                      <a:pt x="1" y="8752"/>
                    </a:lnTo>
                    <a:lnTo>
                      <a:pt x="251" y="8752"/>
                    </a:lnTo>
                    <a:lnTo>
                      <a:pt x="251"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4" name="Google Shape;1294;p42"/>
              <p:cNvSpPr/>
              <p:nvPr/>
            </p:nvSpPr>
            <p:spPr>
              <a:xfrm>
                <a:off x="5675811" y="4059358"/>
                <a:ext cx="7506" cy="271119"/>
              </a:xfrm>
              <a:custGeom>
                <a:avLst/>
                <a:gdLst/>
                <a:ahLst/>
                <a:cxnLst/>
                <a:rect l="l" t="t" r="r" b="b"/>
                <a:pathLst>
                  <a:path w="239" h="8633" extrusionOk="0">
                    <a:moveTo>
                      <a:pt x="0" y="1"/>
                    </a:moveTo>
                    <a:lnTo>
                      <a:pt x="0" y="8633"/>
                    </a:lnTo>
                    <a:lnTo>
                      <a:pt x="239" y="8633"/>
                    </a:lnTo>
                    <a:lnTo>
                      <a:pt x="239"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5" name="Google Shape;1295;p42"/>
              <p:cNvSpPr/>
              <p:nvPr/>
            </p:nvSpPr>
            <p:spPr>
              <a:xfrm>
                <a:off x="5595038" y="4190976"/>
                <a:ext cx="251303" cy="7883"/>
              </a:xfrm>
              <a:custGeom>
                <a:avLst/>
                <a:gdLst/>
                <a:ahLst/>
                <a:cxnLst/>
                <a:rect l="l" t="t" r="r" b="b"/>
                <a:pathLst>
                  <a:path w="8002" h="251" extrusionOk="0">
                    <a:moveTo>
                      <a:pt x="1" y="0"/>
                    </a:moveTo>
                    <a:lnTo>
                      <a:pt x="1" y="251"/>
                    </a:lnTo>
                    <a:lnTo>
                      <a:pt x="8002" y="251"/>
                    </a:lnTo>
                    <a:lnTo>
                      <a:pt x="8002"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6" name="Google Shape;1296;p42"/>
              <p:cNvSpPr/>
              <p:nvPr/>
            </p:nvSpPr>
            <p:spPr>
              <a:xfrm>
                <a:off x="5568877" y="4031313"/>
                <a:ext cx="297657" cy="29584"/>
              </a:xfrm>
              <a:custGeom>
                <a:avLst/>
                <a:gdLst/>
                <a:ahLst/>
                <a:cxnLst/>
                <a:rect l="l" t="t" r="r" b="b"/>
                <a:pathLst>
                  <a:path w="9478" h="942" extrusionOk="0">
                    <a:moveTo>
                      <a:pt x="0" y="1"/>
                    </a:moveTo>
                    <a:lnTo>
                      <a:pt x="0" y="941"/>
                    </a:lnTo>
                    <a:lnTo>
                      <a:pt x="9478" y="941"/>
                    </a:lnTo>
                    <a:lnTo>
                      <a:pt x="947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7" name="Google Shape;1297;p42"/>
              <p:cNvSpPr/>
              <p:nvPr/>
            </p:nvSpPr>
            <p:spPr>
              <a:xfrm>
                <a:off x="5964486" y="4102728"/>
                <a:ext cx="200050" cy="373217"/>
              </a:xfrm>
              <a:custGeom>
                <a:avLst/>
                <a:gdLst/>
                <a:ahLst/>
                <a:cxnLst/>
                <a:rect l="l" t="t" r="r" b="b"/>
                <a:pathLst>
                  <a:path w="6370" h="11884" extrusionOk="0">
                    <a:moveTo>
                      <a:pt x="0" y="1"/>
                    </a:moveTo>
                    <a:lnTo>
                      <a:pt x="0" y="11883"/>
                    </a:lnTo>
                    <a:lnTo>
                      <a:pt x="6370" y="11883"/>
                    </a:lnTo>
                    <a:lnTo>
                      <a:pt x="6370"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8" name="Google Shape;1298;p42"/>
              <p:cNvSpPr/>
              <p:nvPr/>
            </p:nvSpPr>
            <p:spPr>
              <a:xfrm>
                <a:off x="5971207" y="4282962"/>
                <a:ext cx="18341" cy="15765"/>
              </a:xfrm>
              <a:custGeom>
                <a:avLst/>
                <a:gdLst/>
                <a:ahLst/>
                <a:cxnLst/>
                <a:rect l="l" t="t" r="r" b="b"/>
                <a:pathLst>
                  <a:path w="584" h="502" extrusionOk="0">
                    <a:moveTo>
                      <a:pt x="334" y="0"/>
                    </a:moveTo>
                    <a:cubicBezTo>
                      <a:pt x="107" y="0"/>
                      <a:pt x="0" y="274"/>
                      <a:pt x="155" y="429"/>
                    </a:cubicBezTo>
                    <a:cubicBezTo>
                      <a:pt x="205" y="479"/>
                      <a:pt x="268" y="502"/>
                      <a:pt x="330" y="502"/>
                    </a:cubicBezTo>
                    <a:cubicBezTo>
                      <a:pt x="459" y="502"/>
                      <a:pt x="584" y="403"/>
                      <a:pt x="584" y="250"/>
                    </a:cubicBezTo>
                    <a:cubicBezTo>
                      <a:pt x="584" y="119"/>
                      <a:pt x="465" y="0"/>
                      <a:pt x="334" y="0"/>
                    </a:cubicBezTo>
                    <a:close/>
                  </a:path>
                </a:pathLst>
              </a:custGeom>
              <a:solidFill>
                <a:srgbClr val="EDE4D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9" name="Google Shape;1299;p42"/>
              <p:cNvSpPr/>
              <p:nvPr/>
            </p:nvSpPr>
            <p:spPr>
              <a:xfrm>
                <a:off x="5372188" y="3112874"/>
                <a:ext cx="1252274" cy="452734"/>
              </a:xfrm>
              <a:custGeom>
                <a:avLst/>
                <a:gdLst/>
                <a:ahLst/>
                <a:cxnLst/>
                <a:rect l="l" t="t" r="r" b="b"/>
                <a:pathLst>
                  <a:path w="39875" h="14416" extrusionOk="0">
                    <a:moveTo>
                      <a:pt x="22033" y="1"/>
                    </a:moveTo>
                    <a:cubicBezTo>
                      <a:pt x="21866" y="1"/>
                      <a:pt x="21700" y="46"/>
                      <a:pt x="21551" y="135"/>
                    </a:cubicBezTo>
                    <a:lnTo>
                      <a:pt x="596" y="12660"/>
                    </a:lnTo>
                    <a:cubicBezTo>
                      <a:pt x="143" y="12934"/>
                      <a:pt x="1" y="13506"/>
                      <a:pt x="262" y="13958"/>
                    </a:cubicBezTo>
                    <a:cubicBezTo>
                      <a:pt x="444" y="14249"/>
                      <a:pt x="755" y="14416"/>
                      <a:pt x="1076" y="14416"/>
                    </a:cubicBezTo>
                    <a:cubicBezTo>
                      <a:pt x="1240" y="14416"/>
                      <a:pt x="1407" y="14372"/>
                      <a:pt x="1560" y="14279"/>
                    </a:cubicBezTo>
                    <a:lnTo>
                      <a:pt x="22027" y="2040"/>
                    </a:lnTo>
                    <a:lnTo>
                      <a:pt x="39875" y="12744"/>
                    </a:lnTo>
                    <a:lnTo>
                      <a:pt x="39875" y="12744"/>
                    </a:lnTo>
                    <a:lnTo>
                      <a:pt x="39863" y="10529"/>
                    </a:lnTo>
                    <a:lnTo>
                      <a:pt x="22515" y="135"/>
                    </a:lnTo>
                    <a:cubicBezTo>
                      <a:pt x="22366" y="46"/>
                      <a:pt x="22200" y="1"/>
                      <a:pt x="22033"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0" name="Google Shape;1300;p42"/>
              <p:cNvSpPr/>
              <p:nvPr/>
            </p:nvSpPr>
            <p:spPr>
              <a:xfrm>
                <a:off x="10107842" y="3597579"/>
                <a:ext cx="874598" cy="877990"/>
              </a:xfrm>
              <a:custGeom>
                <a:avLst/>
                <a:gdLst/>
                <a:ahLst/>
                <a:cxnLst/>
                <a:rect l="l" t="t" r="r" b="b"/>
                <a:pathLst>
                  <a:path w="27849" h="27957" extrusionOk="0">
                    <a:moveTo>
                      <a:pt x="0" y="0"/>
                    </a:moveTo>
                    <a:lnTo>
                      <a:pt x="0" y="27956"/>
                    </a:lnTo>
                    <a:lnTo>
                      <a:pt x="27849" y="27956"/>
                    </a:lnTo>
                    <a:lnTo>
                      <a:pt x="2784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1" name="Google Shape;1301;p42"/>
              <p:cNvSpPr/>
              <p:nvPr/>
            </p:nvSpPr>
            <p:spPr>
              <a:xfrm>
                <a:off x="10107842" y="3455471"/>
                <a:ext cx="370202" cy="1020097"/>
              </a:xfrm>
              <a:custGeom>
                <a:avLst/>
                <a:gdLst/>
                <a:ahLst/>
                <a:cxnLst/>
                <a:rect l="l" t="t" r="r" b="b"/>
                <a:pathLst>
                  <a:path w="11788" h="32482" extrusionOk="0">
                    <a:moveTo>
                      <a:pt x="5799" y="1"/>
                    </a:moveTo>
                    <a:lnTo>
                      <a:pt x="0" y="4680"/>
                    </a:lnTo>
                    <a:lnTo>
                      <a:pt x="0" y="32481"/>
                    </a:lnTo>
                    <a:lnTo>
                      <a:pt x="11787" y="32481"/>
                    </a:lnTo>
                    <a:lnTo>
                      <a:pt x="11787" y="4680"/>
                    </a:lnTo>
                    <a:lnTo>
                      <a:pt x="5799"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2" name="Google Shape;1302;p42"/>
              <p:cNvSpPr/>
              <p:nvPr/>
            </p:nvSpPr>
            <p:spPr>
              <a:xfrm>
                <a:off x="10074929" y="3409620"/>
                <a:ext cx="953895" cy="195465"/>
              </a:xfrm>
              <a:custGeom>
                <a:avLst/>
                <a:gdLst/>
                <a:ahLst/>
                <a:cxnLst/>
                <a:rect l="l" t="t" r="r" b="b"/>
                <a:pathLst>
                  <a:path w="30374" h="6224" extrusionOk="0">
                    <a:moveTo>
                      <a:pt x="6843" y="1"/>
                    </a:moveTo>
                    <a:cubicBezTo>
                      <a:pt x="6687" y="1"/>
                      <a:pt x="6533" y="54"/>
                      <a:pt x="6406" y="163"/>
                    </a:cubicBezTo>
                    <a:lnTo>
                      <a:pt x="798" y="4854"/>
                    </a:lnTo>
                    <a:lnTo>
                      <a:pt x="0" y="4854"/>
                    </a:lnTo>
                    <a:lnTo>
                      <a:pt x="1048" y="6223"/>
                    </a:lnTo>
                    <a:cubicBezTo>
                      <a:pt x="1203" y="6223"/>
                      <a:pt x="1358" y="6164"/>
                      <a:pt x="1489" y="6057"/>
                    </a:cubicBezTo>
                    <a:lnTo>
                      <a:pt x="6847" y="1568"/>
                    </a:lnTo>
                    <a:lnTo>
                      <a:pt x="12407" y="6069"/>
                    </a:lnTo>
                    <a:cubicBezTo>
                      <a:pt x="12526" y="6164"/>
                      <a:pt x="12681" y="6223"/>
                      <a:pt x="12835" y="6223"/>
                    </a:cubicBezTo>
                    <a:lnTo>
                      <a:pt x="29671" y="6223"/>
                    </a:lnTo>
                    <a:cubicBezTo>
                      <a:pt x="29678" y="6224"/>
                      <a:pt x="29685" y="6224"/>
                      <a:pt x="29692" y="6224"/>
                    </a:cubicBezTo>
                    <a:cubicBezTo>
                      <a:pt x="30064" y="6224"/>
                      <a:pt x="30373" y="5918"/>
                      <a:pt x="30373" y="5533"/>
                    </a:cubicBezTo>
                    <a:cubicBezTo>
                      <a:pt x="30373" y="5159"/>
                      <a:pt x="30064" y="4854"/>
                      <a:pt x="29692" y="4854"/>
                    </a:cubicBezTo>
                    <a:cubicBezTo>
                      <a:pt x="29685" y="4854"/>
                      <a:pt x="29678" y="4854"/>
                      <a:pt x="29671" y="4854"/>
                    </a:cubicBezTo>
                    <a:lnTo>
                      <a:pt x="13073" y="4854"/>
                    </a:lnTo>
                    <a:lnTo>
                      <a:pt x="7275" y="151"/>
                    </a:lnTo>
                    <a:cubicBezTo>
                      <a:pt x="7146" y="52"/>
                      <a:pt x="6994" y="1"/>
                      <a:pt x="6843"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3" name="Google Shape;1303;p42"/>
              <p:cNvSpPr/>
              <p:nvPr/>
            </p:nvSpPr>
            <p:spPr>
              <a:xfrm>
                <a:off x="10176273" y="3585614"/>
                <a:ext cx="227341" cy="404214"/>
              </a:xfrm>
              <a:custGeom>
                <a:avLst/>
                <a:gdLst/>
                <a:ahLst/>
                <a:cxnLst/>
                <a:rect l="l" t="t" r="r" b="b"/>
                <a:pathLst>
                  <a:path w="7239" h="12871" extrusionOk="0">
                    <a:moveTo>
                      <a:pt x="3620" y="0"/>
                    </a:moveTo>
                    <a:cubicBezTo>
                      <a:pt x="1643" y="0"/>
                      <a:pt x="24" y="1429"/>
                      <a:pt x="0" y="3179"/>
                    </a:cubicBezTo>
                    <a:lnTo>
                      <a:pt x="0" y="12871"/>
                    </a:lnTo>
                    <a:lnTo>
                      <a:pt x="7239" y="12871"/>
                    </a:lnTo>
                    <a:lnTo>
                      <a:pt x="7239" y="3179"/>
                    </a:lnTo>
                    <a:cubicBezTo>
                      <a:pt x="7215" y="1429"/>
                      <a:pt x="5596" y="0"/>
                      <a:pt x="3620"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4" name="Google Shape;1304;p42"/>
              <p:cNvSpPr/>
              <p:nvPr/>
            </p:nvSpPr>
            <p:spPr>
              <a:xfrm>
                <a:off x="10200926" y="3609921"/>
                <a:ext cx="178035" cy="355630"/>
              </a:xfrm>
              <a:custGeom>
                <a:avLst/>
                <a:gdLst/>
                <a:ahLst/>
                <a:cxnLst/>
                <a:rect l="l" t="t" r="r" b="b"/>
                <a:pathLst>
                  <a:path w="5669" h="11324" extrusionOk="0">
                    <a:moveTo>
                      <a:pt x="2835" y="0"/>
                    </a:moveTo>
                    <a:cubicBezTo>
                      <a:pt x="1287" y="0"/>
                      <a:pt x="13" y="1072"/>
                      <a:pt x="1" y="2405"/>
                    </a:cubicBezTo>
                    <a:lnTo>
                      <a:pt x="1" y="2548"/>
                    </a:lnTo>
                    <a:lnTo>
                      <a:pt x="1" y="11311"/>
                    </a:lnTo>
                    <a:lnTo>
                      <a:pt x="5668" y="11323"/>
                    </a:lnTo>
                    <a:lnTo>
                      <a:pt x="5668" y="2524"/>
                    </a:lnTo>
                    <a:lnTo>
                      <a:pt x="5668" y="2405"/>
                    </a:lnTo>
                    <a:cubicBezTo>
                      <a:pt x="5656" y="1084"/>
                      <a:pt x="4382" y="0"/>
                      <a:pt x="2835" y="0"/>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5" name="Google Shape;1305;p42"/>
              <p:cNvSpPr/>
              <p:nvPr/>
            </p:nvSpPr>
            <p:spPr>
              <a:xfrm>
                <a:off x="10287321" y="3609921"/>
                <a:ext cx="5245" cy="354123"/>
              </a:xfrm>
              <a:custGeom>
                <a:avLst/>
                <a:gdLst/>
                <a:ahLst/>
                <a:cxnLst/>
                <a:rect l="l" t="t" r="r" b="b"/>
                <a:pathLst>
                  <a:path w="167" h="11276" extrusionOk="0">
                    <a:moveTo>
                      <a:pt x="0" y="0"/>
                    </a:moveTo>
                    <a:lnTo>
                      <a:pt x="0" y="11275"/>
                    </a:lnTo>
                    <a:lnTo>
                      <a:pt x="167" y="11275"/>
                    </a:lnTo>
                    <a:lnTo>
                      <a:pt x="167"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6" name="Google Shape;1306;p42"/>
              <p:cNvSpPr/>
              <p:nvPr/>
            </p:nvSpPr>
            <p:spPr>
              <a:xfrm>
                <a:off x="10200549" y="3697792"/>
                <a:ext cx="178412" cy="5621"/>
              </a:xfrm>
              <a:custGeom>
                <a:avLst/>
                <a:gdLst/>
                <a:ahLst/>
                <a:cxnLst/>
                <a:rect l="l" t="t" r="r" b="b"/>
                <a:pathLst>
                  <a:path w="5681" h="179" extrusionOk="0">
                    <a:moveTo>
                      <a:pt x="1" y="0"/>
                    </a:moveTo>
                    <a:lnTo>
                      <a:pt x="1" y="179"/>
                    </a:lnTo>
                    <a:lnTo>
                      <a:pt x="5680" y="179"/>
                    </a:lnTo>
                    <a:lnTo>
                      <a:pt x="5680"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7" name="Google Shape;1307;p42"/>
              <p:cNvSpPr/>
              <p:nvPr/>
            </p:nvSpPr>
            <p:spPr>
              <a:xfrm>
                <a:off x="10200549" y="3792761"/>
                <a:ext cx="178412" cy="5276"/>
              </a:xfrm>
              <a:custGeom>
                <a:avLst/>
                <a:gdLst/>
                <a:ahLst/>
                <a:cxnLst/>
                <a:rect l="l" t="t" r="r" b="b"/>
                <a:pathLst>
                  <a:path w="5681" h="168" extrusionOk="0">
                    <a:moveTo>
                      <a:pt x="1" y="0"/>
                    </a:moveTo>
                    <a:lnTo>
                      <a:pt x="1" y="167"/>
                    </a:lnTo>
                    <a:lnTo>
                      <a:pt x="5680" y="167"/>
                    </a:lnTo>
                    <a:lnTo>
                      <a:pt x="5680"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8" name="Google Shape;1308;p42"/>
              <p:cNvSpPr/>
              <p:nvPr/>
            </p:nvSpPr>
            <p:spPr>
              <a:xfrm>
                <a:off x="10200549" y="3883993"/>
                <a:ext cx="178412" cy="5653"/>
              </a:xfrm>
              <a:custGeom>
                <a:avLst/>
                <a:gdLst/>
                <a:ahLst/>
                <a:cxnLst/>
                <a:rect l="l" t="t" r="r" b="b"/>
                <a:pathLst>
                  <a:path w="5681" h="180" extrusionOk="0">
                    <a:moveTo>
                      <a:pt x="1" y="0"/>
                    </a:moveTo>
                    <a:lnTo>
                      <a:pt x="1" y="179"/>
                    </a:lnTo>
                    <a:lnTo>
                      <a:pt x="5680" y="179"/>
                    </a:lnTo>
                    <a:lnTo>
                      <a:pt x="5680"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9" name="Google Shape;1309;p42"/>
              <p:cNvSpPr/>
              <p:nvPr/>
            </p:nvSpPr>
            <p:spPr>
              <a:xfrm>
                <a:off x="10160539" y="3964766"/>
                <a:ext cx="258432" cy="121160"/>
              </a:xfrm>
              <a:custGeom>
                <a:avLst/>
                <a:gdLst/>
                <a:ahLst/>
                <a:cxnLst/>
                <a:rect l="l" t="t" r="r" b="b"/>
                <a:pathLst>
                  <a:path w="8229" h="3858" extrusionOk="0">
                    <a:moveTo>
                      <a:pt x="572" y="131"/>
                    </a:moveTo>
                    <a:lnTo>
                      <a:pt x="572" y="3679"/>
                    </a:lnTo>
                    <a:lnTo>
                      <a:pt x="132" y="3679"/>
                    </a:lnTo>
                    <a:lnTo>
                      <a:pt x="132" y="131"/>
                    </a:lnTo>
                    <a:close/>
                    <a:moveTo>
                      <a:pt x="1156" y="131"/>
                    </a:moveTo>
                    <a:lnTo>
                      <a:pt x="1156" y="3679"/>
                    </a:lnTo>
                    <a:lnTo>
                      <a:pt x="715" y="3679"/>
                    </a:lnTo>
                    <a:lnTo>
                      <a:pt x="715" y="131"/>
                    </a:lnTo>
                    <a:close/>
                    <a:moveTo>
                      <a:pt x="1739" y="131"/>
                    </a:moveTo>
                    <a:lnTo>
                      <a:pt x="1739" y="3679"/>
                    </a:lnTo>
                    <a:lnTo>
                      <a:pt x="1287" y="3679"/>
                    </a:lnTo>
                    <a:lnTo>
                      <a:pt x="1287" y="131"/>
                    </a:lnTo>
                    <a:close/>
                    <a:moveTo>
                      <a:pt x="2311" y="131"/>
                    </a:moveTo>
                    <a:lnTo>
                      <a:pt x="2311" y="3679"/>
                    </a:lnTo>
                    <a:lnTo>
                      <a:pt x="1870" y="3679"/>
                    </a:lnTo>
                    <a:lnTo>
                      <a:pt x="1870" y="131"/>
                    </a:lnTo>
                    <a:close/>
                    <a:moveTo>
                      <a:pt x="2894" y="131"/>
                    </a:moveTo>
                    <a:lnTo>
                      <a:pt x="2894" y="3679"/>
                    </a:lnTo>
                    <a:lnTo>
                      <a:pt x="2442" y="3679"/>
                    </a:lnTo>
                    <a:lnTo>
                      <a:pt x="2442" y="131"/>
                    </a:lnTo>
                    <a:close/>
                    <a:moveTo>
                      <a:pt x="3466" y="131"/>
                    </a:moveTo>
                    <a:lnTo>
                      <a:pt x="3466" y="3679"/>
                    </a:lnTo>
                    <a:lnTo>
                      <a:pt x="3025" y="3679"/>
                    </a:lnTo>
                    <a:lnTo>
                      <a:pt x="3025" y="131"/>
                    </a:lnTo>
                    <a:close/>
                    <a:moveTo>
                      <a:pt x="4049" y="131"/>
                    </a:moveTo>
                    <a:lnTo>
                      <a:pt x="4049" y="3679"/>
                    </a:lnTo>
                    <a:lnTo>
                      <a:pt x="3597" y="3679"/>
                    </a:lnTo>
                    <a:lnTo>
                      <a:pt x="3597" y="131"/>
                    </a:lnTo>
                    <a:close/>
                    <a:moveTo>
                      <a:pt x="4621" y="131"/>
                    </a:moveTo>
                    <a:lnTo>
                      <a:pt x="4621" y="3679"/>
                    </a:lnTo>
                    <a:lnTo>
                      <a:pt x="4180" y="3679"/>
                    </a:lnTo>
                    <a:lnTo>
                      <a:pt x="4180" y="131"/>
                    </a:lnTo>
                    <a:close/>
                    <a:moveTo>
                      <a:pt x="5204" y="131"/>
                    </a:moveTo>
                    <a:lnTo>
                      <a:pt x="5204" y="3679"/>
                    </a:lnTo>
                    <a:lnTo>
                      <a:pt x="4752" y="3679"/>
                    </a:lnTo>
                    <a:lnTo>
                      <a:pt x="4752" y="131"/>
                    </a:lnTo>
                    <a:close/>
                    <a:moveTo>
                      <a:pt x="5775" y="131"/>
                    </a:moveTo>
                    <a:lnTo>
                      <a:pt x="5775" y="3679"/>
                    </a:lnTo>
                    <a:lnTo>
                      <a:pt x="5335" y="3679"/>
                    </a:lnTo>
                    <a:lnTo>
                      <a:pt x="5335" y="131"/>
                    </a:lnTo>
                    <a:close/>
                    <a:moveTo>
                      <a:pt x="6359" y="131"/>
                    </a:moveTo>
                    <a:lnTo>
                      <a:pt x="6359" y="3679"/>
                    </a:lnTo>
                    <a:lnTo>
                      <a:pt x="5906" y="3679"/>
                    </a:lnTo>
                    <a:lnTo>
                      <a:pt x="5906" y="131"/>
                    </a:lnTo>
                    <a:close/>
                    <a:moveTo>
                      <a:pt x="6930" y="131"/>
                    </a:moveTo>
                    <a:lnTo>
                      <a:pt x="6930" y="3679"/>
                    </a:lnTo>
                    <a:lnTo>
                      <a:pt x="6490" y="3679"/>
                    </a:lnTo>
                    <a:lnTo>
                      <a:pt x="6490" y="131"/>
                    </a:lnTo>
                    <a:close/>
                    <a:moveTo>
                      <a:pt x="7514" y="131"/>
                    </a:moveTo>
                    <a:lnTo>
                      <a:pt x="7514" y="3679"/>
                    </a:lnTo>
                    <a:lnTo>
                      <a:pt x="7073" y="3679"/>
                    </a:lnTo>
                    <a:lnTo>
                      <a:pt x="7073" y="131"/>
                    </a:lnTo>
                    <a:close/>
                    <a:moveTo>
                      <a:pt x="8085" y="131"/>
                    </a:moveTo>
                    <a:lnTo>
                      <a:pt x="8085" y="3679"/>
                    </a:lnTo>
                    <a:lnTo>
                      <a:pt x="7645" y="3679"/>
                    </a:lnTo>
                    <a:lnTo>
                      <a:pt x="7645" y="131"/>
                    </a:lnTo>
                    <a:close/>
                    <a:moveTo>
                      <a:pt x="1" y="0"/>
                    </a:moveTo>
                    <a:lnTo>
                      <a:pt x="1" y="60"/>
                    </a:lnTo>
                    <a:lnTo>
                      <a:pt x="1" y="3727"/>
                    </a:lnTo>
                    <a:lnTo>
                      <a:pt x="1" y="3858"/>
                    </a:lnTo>
                    <a:lnTo>
                      <a:pt x="8228" y="3858"/>
                    </a:lnTo>
                    <a:lnTo>
                      <a:pt x="8228" y="3679"/>
                    </a:lnTo>
                    <a:lnTo>
                      <a:pt x="8228" y="131"/>
                    </a:lnTo>
                    <a:lnTo>
                      <a:pt x="8228"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0" name="Google Shape;1310;p42"/>
              <p:cNvSpPr/>
              <p:nvPr/>
            </p:nvSpPr>
            <p:spPr>
              <a:xfrm>
                <a:off x="10746494" y="3677599"/>
                <a:ext cx="201180" cy="287952"/>
              </a:xfrm>
              <a:custGeom>
                <a:avLst/>
                <a:gdLst/>
                <a:ahLst/>
                <a:cxnLst/>
                <a:rect l="l" t="t" r="r" b="b"/>
                <a:pathLst>
                  <a:path w="6406" h="9169" extrusionOk="0">
                    <a:moveTo>
                      <a:pt x="0" y="0"/>
                    </a:moveTo>
                    <a:lnTo>
                      <a:pt x="0" y="9168"/>
                    </a:lnTo>
                    <a:lnTo>
                      <a:pt x="6406" y="9168"/>
                    </a:lnTo>
                    <a:lnTo>
                      <a:pt x="6406"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1" name="Google Shape;1311;p42"/>
              <p:cNvSpPr/>
              <p:nvPr/>
            </p:nvSpPr>
            <p:spPr>
              <a:xfrm>
                <a:off x="10770770" y="3702283"/>
                <a:ext cx="152597" cy="238961"/>
              </a:xfrm>
              <a:custGeom>
                <a:avLst/>
                <a:gdLst/>
                <a:ahLst/>
                <a:cxnLst/>
                <a:rect l="l" t="t" r="r" b="b"/>
                <a:pathLst>
                  <a:path w="4859" h="7609" extrusionOk="0">
                    <a:moveTo>
                      <a:pt x="1" y="0"/>
                    </a:moveTo>
                    <a:lnTo>
                      <a:pt x="1" y="7608"/>
                    </a:lnTo>
                    <a:lnTo>
                      <a:pt x="4859" y="7608"/>
                    </a:lnTo>
                    <a:lnTo>
                      <a:pt x="4859"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2" name="Google Shape;1312;p42"/>
              <p:cNvSpPr/>
              <p:nvPr/>
            </p:nvSpPr>
            <p:spPr>
              <a:xfrm>
                <a:off x="10844446" y="3702283"/>
                <a:ext cx="5276" cy="240060"/>
              </a:xfrm>
              <a:custGeom>
                <a:avLst/>
                <a:gdLst/>
                <a:ahLst/>
                <a:cxnLst/>
                <a:rect l="l" t="t" r="r" b="b"/>
                <a:pathLst>
                  <a:path w="168" h="7644" extrusionOk="0">
                    <a:moveTo>
                      <a:pt x="0" y="0"/>
                    </a:moveTo>
                    <a:lnTo>
                      <a:pt x="0" y="7644"/>
                    </a:lnTo>
                    <a:lnTo>
                      <a:pt x="167" y="7644"/>
                    </a:lnTo>
                    <a:lnTo>
                      <a:pt x="167"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3" name="Google Shape;1313;p42"/>
              <p:cNvSpPr/>
              <p:nvPr/>
            </p:nvSpPr>
            <p:spPr>
              <a:xfrm>
                <a:off x="10746117" y="4078044"/>
                <a:ext cx="201557" cy="287576"/>
              </a:xfrm>
              <a:custGeom>
                <a:avLst/>
                <a:gdLst/>
                <a:ahLst/>
                <a:cxnLst/>
                <a:rect l="l" t="t" r="r" b="b"/>
                <a:pathLst>
                  <a:path w="6418" h="9157" extrusionOk="0">
                    <a:moveTo>
                      <a:pt x="0" y="1"/>
                    </a:moveTo>
                    <a:lnTo>
                      <a:pt x="0" y="9157"/>
                    </a:lnTo>
                    <a:lnTo>
                      <a:pt x="6418" y="9157"/>
                    </a:lnTo>
                    <a:lnTo>
                      <a:pt x="641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4" name="Google Shape;1314;p42"/>
              <p:cNvSpPr/>
              <p:nvPr/>
            </p:nvSpPr>
            <p:spPr>
              <a:xfrm>
                <a:off x="10770770" y="4102352"/>
                <a:ext cx="152597" cy="238961"/>
              </a:xfrm>
              <a:custGeom>
                <a:avLst/>
                <a:gdLst/>
                <a:ahLst/>
                <a:cxnLst/>
                <a:rect l="l" t="t" r="r" b="b"/>
                <a:pathLst>
                  <a:path w="4859" h="7609" extrusionOk="0">
                    <a:moveTo>
                      <a:pt x="1" y="1"/>
                    </a:moveTo>
                    <a:lnTo>
                      <a:pt x="1" y="7609"/>
                    </a:lnTo>
                    <a:lnTo>
                      <a:pt x="4859" y="7609"/>
                    </a:lnTo>
                    <a:lnTo>
                      <a:pt x="4859"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5" name="Google Shape;1315;p42"/>
              <p:cNvSpPr/>
              <p:nvPr/>
            </p:nvSpPr>
            <p:spPr>
              <a:xfrm>
                <a:off x="10844446" y="4101975"/>
                <a:ext cx="5276" cy="240091"/>
              </a:xfrm>
              <a:custGeom>
                <a:avLst/>
                <a:gdLst/>
                <a:ahLst/>
                <a:cxnLst/>
                <a:rect l="l" t="t" r="r" b="b"/>
                <a:pathLst>
                  <a:path w="168" h="7645" extrusionOk="0">
                    <a:moveTo>
                      <a:pt x="0" y="1"/>
                    </a:moveTo>
                    <a:lnTo>
                      <a:pt x="0" y="7645"/>
                    </a:lnTo>
                    <a:lnTo>
                      <a:pt x="167" y="7645"/>
                    </a:lnTo>
                    <a:lnTo>
                      <a:pt x="167"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6" name="Google Shape;1316;p42"/>
              <p:cNvSpPr/>
              <p:nvPr/>
            </p:nvSpPr>
            <p:spPr>
              <a:xfrm>
                <a:off x="10478013" y="4083289"/>
                <a:ext cx="209409" cy="390396"/>
              </a:xfrm>
              <a:custGeom>
                <a:avLst/>
                <a:gdLst/>
                <a:ahLst/>
                <a:cxnLst/>
                <a:rect l="l" t="t" r="r" b="b"/>
                <a:pathLst>
                  <a:path w="6668" h="12431" extrusionOk="0">
                    <a:moveTo>
                      <a:pt x="0" y="1"/>
                    </a:moveTo>
                    <a:lnTo>
                      <a:pt x="0" y="12431"/>
                    </a:lnTo>
                    <a:lnTo>
                      <a:pt x="6668" y="12431"/>
                    </a:lnTo>
                    <a:lnTo>
                      <a:pt x="666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7" name="Google Shape;1317;p42"/>
              <p:cNvSpPr/>
              <p:nvPr/>
            </p:nvSpPr>
            <p:spPr>
              <a:xfrm>
                <a:off x="10656362" y="4083289"/>
                <a:ext cx="3015" cy="358614"/>
              </a:xfrm>
              <a:custGeom>
                <a:avLst/>
                <a:gdLst/>
                <a:ahLst/>
                <a:cxnLst/>
                <a:rect l="l" t="t" r="r" b="b"/>
                <a:pathLst>
                  <a:path w="96" h="11419" extrusionOk="0">
                    <a:moveTo>
                      <a:pt x="1" y="1"/>
                    </a:moveTo>
                    <a:lnTo>
                      <a:pt x="1" y="11419"/>
                    </a:lnTo>
                    <a:lnTo>
                      <a:pt x="96" y="11419"/>
                    </a:lnTo>
                    <a:lnTo>
                      <a:pt x="96"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8" name="Google Shape;1318;p42"/>
              <p:cNvSpPr/>
              <p:nvPr/>
            </p:nvSpPr>
            <p:spPr>
              <a:xfrm>
                <a:off x="10625710" y="4083289"/>
                <a:ext cx="3015" cy="358614"/>
              </a:xfrm>
              <a:custGeom>
                <a:avLst/>
                <a:gdLst/>
                <a:ahLst/>
                <a:cxnLst/>
                <a:rect l="l" t="t" r="r" b="b"/>
                <a:pathLst>
                  <a:path w="96" h="11419" extrusionOk="0">
                    <a:moveTo>
                      <a:pt x="0" y="1"/>
                    </a:moveTo>
                    <a:lnTo>
                      <a:pt x="0" y="11419"/>
                    </a:lnTo>
                    <a:lnTo>
                      <a:pt x="96" y="11419"/>
                    </a:lnTo>
                    <a:lnTo>
                      <a:pt x="96"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9" name="Google Shape;1319;p42"/>
              <p:cNvSpPr/>
              <p:nvPr/>
            </p:nvSpPr>
            <p:spPr>
              <a:xfrm>
                <a:off x="10595405" y="4083289"/>
                <a:ext cx="3046" cy="358614"/>
              </a:xfrm>
              <a:custGeom>
                <a:avLst/>
                <a:gdLst/>
                <a:ahLst/>
                <a:cxnLst/>
                <a:rect l="l" t="t" r="r" b="b"/>
                <a:pathLst>
                  <a:path w="97" h="11419" extrusionOk="0">
                    <a:moveTo>
                      <a:pt x="1" y="1"/>
                    </a:moveTo>
                    <a:lnTo>
                      <a:pt x="1" y="11419"/>
                    </a:lnTo>
                    <a:lnTo>
                      <a:pt x="96" y="11419"/>
                    </a:lnTo>
                    <a:lnTo>
                      <a:pt x="96"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0" name="Google Shape;1320;p42"/>
              <p:cNvSpPr/>
              <p:nvPr/>
            </p:nvSpPr>
            <p:spPr>
              <a:xfrm>
                <a:off x="10564753" y="4083289"/>
                <a:ext cx="3015" cy="358614"/>
              </a:xfrm>
              <a:custGeom>
                <a:avLst/>
                <a:gdLst/>
                <a:ahLst/>
                <a:cxnLst/>
                <a:rect l="l" t="t" r="r" b="b"/>
                <a:pathLst>
                  <a:path w="96" h="11419" extrusionOk="0">
                    <a:moveTo>
                      <a:pt x="1" y="1"/>
                    </a:moveTo>
                    <a:lnTo>
                      <a:pt x="1" y="11419"/>
                    </a:lnTo>
                    <a:lnTo>
                      <a:pt x="96" y="11419"/>
                    </a:lnTo>
                    <a:lnTo>
                      <a:pt x="96"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1" name="Google Shape;1321;p42"/>
              <p:cNvSpPr/>
              <p:nvPr/>
            </p:nvSpPr>
            <p:spPr>
              <a:xfrm>
                <a:off x="10534479" y="4083289"/>
                <a:ext cx="3015" cy="358614"/>
              </a:xfrm>
              <a:custGeom>
                <a:avLst/>
                <a:gdLst/>
                <a:ahLst/>
                <a:cxnLst/>
                <a:rect l="l" t="t" r="r" b="b"/>
                <a:pathLst>
                  <a:path w="96" h="11419" extrusionOk="0">
                    <a:moveTo>
                      <a:pt x="0" y="1"/>
                    </a:moveTo>
                    <a:lnTo>
                      <a:pt x="0" y="11419"/>
                    </a:lnTo>
                    <a:lnTo>
                      <a:pt x="95" y="11419"/>
                    </a:lnTo>
                    <a:lnTo>
                      <a:pt x="95"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2" name="Google Shape;1322;p42"/>
              <p:cNvSpPr/>
              <p:nvPr/>
            </p:nvSpPr>
            <p:spPr>
              <a:xfrm>
                <a:off x="10503796" y="4083289"/>
                <a:ext cx="3046" cy="358614"/>
              </a:xfrm>
              <a:custGeom>
                <a:avLst/>
                <a:gdLst/>
                <a:ahLst/>
                <a:cxnLst/>
                <a:rect l="l" t="t" r="r" b="b"/>
                <a:pathLst>
                  <a:path w="97" h="11419" extrusionOk="0">
                    <a:moveTo>
                      <a:pt x="1" y="1"/>
                    </a:moveTo>
                    <a:lnTo>
                      <a:pt x="1" y="11419"/>
                    </a:lnTo>
                    <a:lnTo>
                      <a:pt x="96" y="11419"/>
                    </a:lnTo>
                    <a:lnTo>
                      <a:pt x="96"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3" name="Google Shape;1323;p42"/>
              <p:cNvSpPr/>
              <p:nvPr/>
            </p:nvSpPr>
            <p:spPr>
              <a:xfrm>
                <a:off x="10662737" y="4265752"/>
                <a:ext cx="17210" cy="17241"/>
              </a:xfrm>
              <a:custGeom>
                <a:avLst/>
                <a:gdLst/>
                <a:ahLst/>
                <a:cxnLst/>
                <a:rect l="l" t="t" r="r" b="b"/>
                <a:pathLst>
                  <a:path w="548" h="549" extrusionOk="0">
                    <a:moveTo>
                      <a:pt x="274" y="1"/>
                    </a:moveTo>
                    <a:cubicBezTo>
                      <a:pt x="119" y="1"/>
                      <a:pt x="0" y="120"/>
                      <a:pt x="0" y="275"/>
                    </a:cubicBezTo>
                    <a:cubicBezTo>
                      <a:pt x="0" y="417"/>
                      <a:pt x="119" y="548"/>
                      <a:pt x="274" y="548"/>
                    </a:cubicBezTo>
                    <a:cubicBezTo>
                      <a:pt x="417" y="548"/>
                      <a:pt x="548" y="417"/>
                      <a:pt x="548" y="275"/>
                    </a:cubicBezTo>
                    <a:cubicBezTo>
                      <a:pt x="548" y="120"/>
                      <a:pt x="417" y="1"/>
                      <a:pt x="274" y="1"/>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4" name="Google Shape;1324;p42"/>
              <p:cNvSpPr/>
              <p:nvPr/>
            </p:nvSpPr>
            <p:spPr>
              <a:xfrm>
                <a:off x="10478013" y="3965520"/>
                <a:ext cx="250172" cy="117800"/>
              </a:xfrm>
              <a:custGeom>
                <a:avLst/>
                <a:gdLst/>
                <a:ahLst/>
                <a:cxnLst/>
                <a:rect l="l" t="t" r="r" b="b"/>
                <a:pathLst>
                  <a:path w="7966" h="3751" extrusionOk="0">
                    <a:moveTo>
                      <a:pt x="0" y="0"/>
                    </a:moveTo>
                    <a:lnTo>
                      <a:pt x="0" y="3751"/>
                    </a:lnTo>
                    <a:lnTo>
                      <a:pt x="7966" y="3751"/>
                    </a:lnTo>
                    <a:lnTo>
                      <a:pt x="6668"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5" name="Google Shape;1325;p42"/>
              <p:cNvSpPr/>
              <p:nvPr/>
            </p:nvSpPr>
            <p:spPr>
              <a:xfrm>
                <a:off x="10478013" y="4441871"/>
                <a:ext cx="250172" cy="33698"/>
              </a:xfrm>
              <a:custGeom>
                <a:avLst/>
                <a:gdLst/>
                <a:ahLst/>
                <a:cxnLst/>
                <a:rect l="l" t="t" r="r" b="b"/>
                <a:pathLst>
                  <a:path w="7966" h="1073" extrusionOk="0">
                    <a:moveTo>
                      <a:pt x="0" y="1"/>
                    </a:moveTo>
                    <a:lnTo>
                      <a:pt x="0" y="1072"/>
                    </a:lnTo>
                    <a:lnTo>
                      <a:pt x="7966" y="1072"/>
                    </a:lnTo>
                    <a:lnTo>
                      <a:pt x="7966" y="1"/>
                    </a:lnTo>
                    <a:close/>
                  </a:path>
                </a:pathLst>
              </a:custGeom>
              <a:solidFill>
                <a:srgbClr val="857879"/>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6" name="Google Shape;1326;p42"/>
              <p:cNvSpPr/>
              <p:nvPr/>
            </p:nvSpPr>
            <p:spPr>
              <a:xfrm>
                <a:off x="10024085" y="2957419"/>
                <a:ext cx="113686" cy="113718"/>
              </a:xfrm>
              <a:custGeom>
                <a:avLst/>
                <a:gdLst/>
                <a:ahLst/>
                <a:cxnLst/>
                <a:rect l="l" t="t" r="r" b="b"/>
                <a:pathLst>
                  <a:path w="3620" h="3621" extrusionOk="0">
                    <a:moveTo>
                      <a:pt x="1810" y="1"/>
                    </a:moveTo>
                    <a:cubicBezTo>
                      <a:pt x="810" y="1"/>
                      <a:pt x="0" y="810"/>
                      <a:pt x="0" y="1811"/>
                    </a:cubicBezTo>
                    <a:cubicBezTo>
                      <a:pt x="0" y="2811"/>
                      <a:pt x="810" y="3620"/>
                      <a:pt x="1810" y="3620"/>
                    </a:cubicBezTo>
                    <a:cubicBezTo>
                      <a:pt x="2810" y="3620"/>
                      <a:pt x="3620" y="2811"/>
                      <a:pt x="3620" y="1811"/>
                    </a:cubicBezTo>
                    <a:cubicBezTo>
                      <a:pt x="3620" y="810"/>
                      <a:pt x="2810" y="1"/>
                      <a:pt x="1810"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7" name="Google Shape;1327;p42"/>
              <p:cNvSpPr/>
              <p:nvPr/>
            </p:nvSpPr>
            <p:spPr>
              <a:xfrm>
                <a:off x="10027445" y="2905067"/>
                <a:ext cx="93493" cy="80146"/>
              </a:xfrm>
              <a:custGeom>
                <a:avLst/>
                <a:gdLst/>
                <a:ahLst/>
                <a:cxnLst/>
                <a:rect l="l" t="t" r="r" b="b"/>
                <a:pathLst>
                  <a:path w="2977" h="2552" extrusionOk="0">
                    <a:moveTo>
                      <a:pt x="1724" y="1"/>
                    </a:moveTo>
                    <a:cubicBezTo>
                      <a:pt x="1717" y="1"/>
                      <a:pt x="1710" y="1"/>
                      <a:pt x="1703" y="1"/>
                    </a:cubicBezTo>
                    <a:cubicBezTo>
                      <a:pt x="560" y="1"/>
                      <a:pt x="0" y="1370"/>
                      <a:pt x="798" y="2180"/>
                    </a:cubicBezTo>
                    <a:cubicBezTo>
                      <a:pt x="1059" y="2437"/>
                      <a:pt x="1377" y="2552"/>
                      <a:pt x="1690" y="2552"/>
                    </a:cubicBezTo>
                    <a:cubicBezTo>
                      <a:pt x="2347" y="2552"/>
                      <a:pt x="2977" y="2042"/>
                      <a:pt x="2977" y="1275"/>
                    </a:cubicBezTo>
                    <a:cubicBezTo>
                      <a:pt x="2977" y="568"/>
                      <a:pt x="2417" y="1"/>
                      <a:pt x="1724"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8" name="Google Shape;1328;p42"/>
              <p:cNvSpPr/>
              <p:nvPr/>
            </p:nvSpPr>
            <p:spPr>
              <a:xfrm>
                <a:off x="10038657" y="2833275"/>
                <a:ext cx="74053" cy="63752"/>
              </a:xfrm>
              <a:custGeom>
                <a:avLst/>
                <a:gdLst/>
                <a:ahLst/>
                <a:cxnLst/>
                <a:rect l="l" t="t" r="r" b="b"/>
                <a:pathLst>
                  <a:path w="2358" h="2030" extrusionOk="0">
                    <a:moveTo>
                      <a:pt x="1346" y="1"/>
                    </a:moveTo>
                    <a:cubicBezTo>
                      <a:pt x="441" y="1"/>
                      <a:pt x="1" y="1096"/>
                      <a:pt x="632" y="1727"/>
                    </a:cubicBezTo>
                    <a:cubicBezTo>
                      <a:pt x="840" y="1936"/>
                      <a:pt x="1095" y="2029"/>
                      <a:pt x="1344" y="2029"/>
                    </a:cubicBezTo>
                    <a:cubicBezTo>
                      <a:pt x="1863" y="2029"/>
                      <a:pt x="2358" y="1624"/>
                      <a:pt x="2358" y="1013"/>
                    </a:cubicBezTo>
                    <a:cubicBezTo>
                      <a:pt x="2358" y="453"/>
                      <a:pt x="1906" y="1"/>
                      <a:pt x="1346"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9" name="Google Shape;1329;p42"/>
              <p:cNvSpPr/>
              <p:nvPr/>
            </p:nvSpPr>
            <p:spPr>
              <a:xfrm>
                <a:off x="9041045" y="3551194"/>
                <a:ext cx="391526" cy="923998"/>
              </a:xfrm>
              <a:custGeom>
                <a:avLst/>
                <a:gdLst/>
                <a:ahLst/>
                <a:cxnLst/>
                <a:rect l="l" t="t" r="r" b="b"/>
                <a:pathLst>
                  <a:path w="12467" h="29422" extrusionOk="0">
                    <a:moveTo>
                      <a:pt x="1" y="1"/>
                    </a:moveTo>
                    <a:lnTo>
                      <a:pt x="1" y="29421"/>
                    </a:lnTo>
                    <a:lnTo>
                      <a:pt x="12466" y="29421"/>
                    </a:lnTo>
                    <a:lnTo>
                      <a:pt x="12466"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0" name="Google Shape;1330;p42"/>
              <p:cNvSpPr/>
              <p:nvPr/>
            </p:nvSpPr>
            <p:spPr>
              <a:xfrm>
                <a:off x="9291940" y="3551947"/>
                <a:ext cx="14258" cy="399377"/>
              </a:xfrm>
              <a:custGeom>
                <a:avLst/>
                <a:gdLst/>
                <a:ahLst/>
                <a:cxnLst/>
                <a:rect l="l" t="t" r="r" b="b"/>
                <a:pathLst>
                  <a:path w="454" h="12717" extrusionOk="0">
                    <a:moveTo>
                      <a:pt x="1" y="1"/>
                    </a:moveTo>
                    <a:lnTo>
                      <a:pt x="1" y="12717"/>
                    </a:lnTo>
                    <a:lnTo>
                      <a:pt x="453" y="12717"/>
                    </a:lnTo>
                    <a:lnTo>
                      <a:pt x="453"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1" name="Google Shape;1331;p42"/>
              <p:cNvSpPr/>
              <p:nvPr/>
            </p:nvSpPr>
            <p:spPr>
              <a:xfrm>
                <a:off x="9167419" y="3551947"/>
                <a:ext cx="14258" cy="399377"/>
              </a:xfrm>
              <a:custGeom>
                <a:avLst/>
                <a:gdLst/>
                <a:ahLst/>
                <a:cxnLst/>
                <a:rect l="l" t="t" r="r" b="b"/>
                <a:pathLst>
                  <a:path w="454" h="12717" extrusionOk="0">
                    <a:moveTo>
                      <a:pt x="1" y="1"/>
                    </a:moveTo>
                    <a:lnTo>
                      <a:pt x="1" y="12717"/>
                    </a:lnTo>
                    <a:lnTo>
                      <a:pt x="453" y="12717"/>
                    </a:lnTo>
                    <a:lnTo>
                      <a:pt x="453"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2" name="Google Shape;1332;p42"/>
              <p:cNvSpPr/>
              <p:nvPr/>
            </p:nvSpPr>
            <p:spPr>
              <a:xfrm>
                <a:off x="9041045" y="3803596"/>
                <a:ext cx="391903" cy="14603"/>
              </a:xfrm>
              <a:custGeom>
                <a:avLst/>
                <a:gdLst/>
                <a:ahLst/>
                <a:cxnLst/>
                <a:rect l="l" t="t" r="r" b="b"/>
                <a:pathLst>
                  <a:path w="12479" h="465" extrusionOk="0">
                    <a:moveTo>
                      <a:pt x="1" y="1"/>
                    </a:moveTo>
                    <a:lnTo>
                      <a:pt x="1" y="465"/>
                    </a:lnTo>
                    <a:lnTo>
                      <a:pt x="12478" y="465"/>
                    </a:lnTo>
                    <a:lnTo>
                      <a:pt x="12478"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3" name="Google Shape;1333;p42"/>
              <p:cNvSpPr/>
              <p:nvPr/>
            </p:nvSpPr>
            <p:spPr>
              <a:xfrm>
                <a:off x="9181646" y="3564667"/>
                <a:ext cx="110326" cy="238961"/>
              </a:xfrm>
              <a:custGeom>
                <a:avLst/>
                <a:gdLst/>
                <a:ahLst/>
                <a:cxnLst/>
                <a:rect l="l" t="t" r="r" b="b"/>
                <a:pathLst>
                  <a:path w="3513" h="7609" extrusionOk="0">
                    <a:moveTo>
                      <a:pt x="0" y="1"/>
                    </a:moveTo>
                    <a:lnTo>
                      <a:pt x="0" y="7609"/>
                    </a:lnTo>
                    <a:lnTo>
                      <a:pt x="3513" y="7609"/>
                    </a:lnTo>
                    <a:lnTo>
                      <a:pt x="3513" y="1"/>
                    </a:lnTo>
                    <a:close/>
                  </a:path>
                </a:pathLst>
              </a:custGeom>
              <a:solidFill>
                <a:srgbClr val="EDE4D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4" name="Google Shape;1334;p42"/>
              <p:cNvSpPr/>
              <p:nvPr/>
            </p:nvSpPr>
            <p:spPr>
              <a:xfrm>
                <a:off x="9181646" y="3638343"/>
                <a:ext cx="110326" cy="6375"/>
              </a:xfrm>
              <a:custGeom>
                <a:avLst/>
                <a:gdLst/>
                <a:ahLst/>
                <a:cxnLst/>
                <a:rect l="l" t="t" r="r" b="b"/>
                <a:pathLst>
                  <a:path w="3513" h="203" extrusionOk="0">
                    <a:moveTo>
                      <a:pt x="0" y="0"/>
                    </a:moveTo>
                    <a:lnTo>
                      <a:pt x="0" y="203"/>
                    </a:lnTo>
                    <a:lnTo>
                      <a:pt x="3513" y="203"/>
                    </a:lnTo>
                    <a:lnTo>
                      <a:pt x="3513"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5" name="Google Shape;1335;p42"/>
              <p:cNvSpPr/>
              <p:nvPr/>
            </p:nvSpPr>
            <p:spPr>
              <a:xfrm>
                <a:off x="9181646" y="3601693"/>
                <a:ext cx="110326" cy="3015"/>
              </a:xfrm>
              <a:custGeom>
                <a:avLst/>
                <a:gdLst/>
                <a:ahLst/>
                <a:cxnLst/>
                <a:rect l="l" t="t" r="r" b="b"/>
                <a:pathLst>
                  <a:path w="3513" h="96" extrusionOk="0">
                    <a:moveTo>
                      <a:pt x="0" y="0"/>
                    </a:moveTo>
                    <a:lnTo>
                      <a:pt x="0" y="96"/>
                    </a:lnTo>
                    <a:lnTo>
                      <a:pt x="3513" y="96"/>
                    </a:lnTo>
                    <a:lnTo>
                      <a:pt x="3513"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6" name="Google Shape;1336;p42"/>
              <p:cNvSpPr/>
              <p:nvPr/>
            </p:nvSpPr>
            <p:spPr>
              <a:xfrm>
                <a:off x="9217165" y="3564667"/>
                <a:ext cx="3392" cy="77068"/>
              </a:xfrm>
              <a:custGeom>
                <a:avLst/>
                <a:gdLst/>
                <a:ahLst/>
                <a:cxnLst/>
                <a:rect l="l" t="t" r="r" b="b"/>
                <a:pathLst>
                  <a:path w="108" h="2454" extrusionOk="0">
                    <a:moveTo>
                      <a:pt x="0" y="1"/>
                    </a:moveTo>
                    <a:lnTo>
                      <a:pt x="0"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7" name="Google Shape;1337;p42"/>
              <p:cNvSpPr/>
              <p:nvPr/>
            </p:nvSpPr>
            <p:spPr>
              <a:xfrm>
                <a:off x="9253061" y="3564667"/>
                <a:ext cx="3392" cy="76691"/>
              </a:xfrm>
              <a:custGeom>
                <a:avLst/>
                <a:gdLst/>
                <a:ahLst/>
                <a:cxnLst/>
                <a:rect l="l" t="t" r="r" b="b"/>
                <a:pathLst>
                  <a:path w="108" h="2442" extrusionOk="0">
                    <a:moveTo>
                      <a:pt x="0" y="1"/>
                    </a:moveTo>
                    <a:lnTo>
                      <a:pt x="0" y="2441"/>
                    </a:lnTo>
                    <a:lnTo>
                      <a:pt x="108" y="2441"/>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8" name="Google Shape;1338;p42"/>
              <p:cNvSpPr/>
              <p:nvPr/>
            </p:nvSpPr>
            <p:spPr>
              <a:xfrm>
                <a:off x="9133031" y="4068340"/>
                <a:ext cx="217291" cy="405344"/>
              </a:xfrm>
              <a:custGeom>
                <a:avLst/>
                <a:gdLst/>
                <a:ahLst/>
                <a:cxnLst/>
                <a:rect l="l" t="t" r="r" b="b"/>
                <a:pathLst>
                  <a:path w="6919" h="12907" extrusionOk="0">
                    <a:moveTo>
                      <a:pt x="1" y="0"/>
                    </a:moveTo>
                    <a:lnTo>
                      <a:pt x="1" y="12907"/>
                    </a:lnTo>
                    <a:lnTo>
                      <a:pt x="6918" y="12907"/>
                    </a:lnTo>
                    <a:lnTo>
                      <a:pt x="6918"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9" name="Google Shape;1339;p42"/>
              <p:cNvSpPr/>
              <p:nvPr/>
            </p:nvSpPr>
            <p:spPr>
              <a:xfrm>
                <a:off x="9152094" y="4097138"/>
                <a:ext cx="179888" cy="112179"/>
              </a:xfrm>
              <a:custGeom>
                <a:avLst/>
                <a:gdLst/>
                <a:ahLst/>
                <a:cxnLst/>
                <a:rect l="l" t="t" r="r" b="b"/>
                <a:pathLst>
                  <a:path w="5728" h="3572" extrusionOk="0">
                    <a:moveTo>
                      <a:pt x="2870" y="0"/>
                    </a:moveTo>
                    <a:cubicBezTo>
                      <a:pt x="287" y="0"/>
                      <a:pt x="1" y="1357"/>
                      <a:pt x="1" y="1357"/>
                    </a:cubicBezTo>
                    <a:lnTo>
                      <a:pt x="1" y="3572"/>
                    </a:lnTo>
                    <a:lnTo>
                      <a:pt x="5728" y="3572"/>
                    </a:lnTo>
                    <a:lnTo>
                      <a:pt x="5728" y="1310"/>
                    </a:lnTo>
                    <a:cubicBezTo>
                      <a:pt x="5728" y="1310"/>
                      <a:pt x="5442" y="0"/>
                      <a:pt x="2870" y="0"/>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0" name="Google Shape;1340;p42"/>
              <p:cNvSpPr/>
              <p:nvPr/>
            </p:nvSpPr>
            <p:spPr>
              <a:xfrm>
                <a:off x="9152094" y="4223512"/>
                <a:ext cx="82313" cy="107719"/>
              </a:xfrm>
              <a:custGeom>
                <a:avLst/>
                <a:gdLst/>
                <a:ahLst/>
                <a:cxnLst/>
                <a:rect l="l" t="t" r="r" b="b"/>
                <a:pathLst>
                  <a:path w="2621" h="3430" extrusionOk="0">
                    <a:moveTo>
                      <a:pt x="1" y="0"/>
                    </a:moveTo>
                    <a:lnTo>
                      <a:pt x="1" y="3429"/>
                    </a:lnTo>
                    <a:lnTo>
                      <a:pt x="2620" y="3429"/>
                    </a:lnTo>
                    <a:lnTo>
                      <a:pt x="2620"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1" name="Google Shape;1341;p42"/>
              <p:cNvSpPr/>
              <p:nvPr/>
            </p:nvSpPr>
            <p:spPr>
              <a:xfrm>
                <a:off x="9250831" y="4223512"/>
                <a:ext cx="82281" cy="107719"/>
              </a:xfrm>
              <a:custGeom>
                <a:avLst/>
                <a:gdLst/>
                <a:ahLst/>
                <a:cxnLst/>
                <a:rect l="l" t="t" r="r" b="b"/>
                <a:pathLst>
                  <a:path w="2620" h="3430" extrusionOk="0">
                    <a:moveTo>
                      <a:pt x="0" y="0"/>
                    </a:moveTo>
                    <a:lnTo>
                      <a:pt x="0" y="3429"/>
                    </a:lnTo>
                    <a:lnTo>
                      <a:pt x="2619" y="3429"/>
                    </a:lnTo>
                    <a:lnTo>
                      <a:pt x="261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2" name="Google Shape;1342;p42"/>
              <p:cNvSpPr/>
              <p:nvPr/>
            </p:nvSpPr>
            <p:spPr>
              <a:xfrm>
                <a:off x="9152094" y="4349132"/>
                <a:ext cx="82313" cy="107719"/>
              </a:xfrm>
              <a:custGeom>
                <a:avLst/>
                <a:gdLst/>
                <a:ahLst/>
                <a:cxnLst/>
                <a:rect l="l" t="t" r="r" b="b"/>
                <a:pathLst>
                  <a:path w="2621" h="3430" extrusionOk="0">
                    <a:moveTo>
                      <a:pt x="1" y="1"/>
                    </a:moveTo>
                    <a:lnTo>
                      <a:pt x="1" y="3430"/>
                    </a:lnTo>
                    <a:lnTo>
                      <a:pt x="2620" y="3430"/>
                    </a:lnTo>
                    <a:lnTo>
                      <a:pt x="2620"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3" name="Google Shape;1343;p42"/>
              <p:cNvSpPr/>
              <p:nvPr/>
            </p:nvSpPr>
            <p:spPr>
              <a:xfrm>
                <a:off x="9250831" y="4349132"/>
                <a:ext cx="82281" cy="107719"/>
              </a:xfrm>
              <a:custGeom>
                <a:avLst/>
                <a:gdLst/>
                <a:ahLst/>
                <a:cxnLst/>
                <a:rect l="l" t="t" r="r" b="b"/>
                <a:pathLst>
                  <a:path w="2620" h="3430" extrusionOk="0">
                    <a:moveTo>
                      <a:pt x="0" y="1"/>
                    </a:moveTo>
                    <a:lnTo>
                      <a:pt x="0" y="3430"/>
                    </a:lnTo>
                    <a:lnTo>
                      <a:pt x="2619" y="3430"/>
                    </a:lnTo>
                    <a:lnTo>
                      <a:pt x="2619"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4" name="Google Shape;1344;p42"/>
              <p:cNvSpPr/>
              <p:nvPr/>
            </p:nvSpPr>
            <p:spPr>
              <a:xfrm>
                <a:off x="9140128" y="4281454"/>
                <a:ext cx="20979" cy="18058"/>
              </a:xfrm>
              <a:custGeom>
                <a:avLst/>
                <a:gdLst/>
                <a:ahLst/>
                <a:cxnLst/>
                <a:rect l="l" t="t" r="r" b="b"/>
                <a:pathLst>
                  <a:path w="668" h="575" extrusionOk="0">
                    <a:moveTo>
                      <a:pt x="382" y="1"/>
                    </a:moveTo>
                    <a:cubicBezTo>
                      <a:pt x="132" y="1"/>
                      <a:pt x="1" y="310"/>
                      <a:pt x="179" y="489"/>
                    </a:cubicBezTo>
                    <a:cubicBezTo>
                      <a:pt x="238" y="548"/>
                      <a:pt x="311" y="574"/>
                      <a:pt x="382" y="574"/>
                    </a:cubicBezTo>
                    <a:cubicBezTo>
                      <a:pt x="528" y="574"/>
                      <a:pt x="668" y="463"/>
                      <a:pt x="668" y="287"/>
                    </a:cubicBezTo>
                    <a:cubicBezTo>
                      <a:pt x="668" y="132"/>
                      <a:pt x="537" y="1"/>
                      <a:pt x="382"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5" name="Google Shape;1345;p42"/>
              <p:cNvSpPr/>
              <p:nvPr/>
            </p:nvSpPr>
            <p:spPr>
              <a:xfrm>
                <a:off x="9041045" y="3952047"/>
                <a:ext cx="391526" cy="123045"/>
              </a:xfrm>
              <a:custGeom>
                <a:avLst/>
                <a:gdLst/>
                <a:ahLst/>
                <a:cxnLst/>
                <a:rect l="l" t="t" r="r" b="b"/>
                <a:pathLst>
                  <a:path w="12467" h="3918" extrusionOk="0">
                    <a:moveTo>
                      <a:pt x="1" y="0"/>
                    </a:moveTo>
                    <a:lnTo>
                      <a:pt x="1" y="3918"/>
                    </a:lnTo>
                    <a:lnTo>
                      <a:pt x="12466" y="3918"/>
                    </a:lnTo>
                    <a:lnTo>
                      <a:pt x="12466"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6" name="Google Shape;1346;p42"/>
              <p:cNvSpPr/>
              <p:nvPr/>
            </p:nvSpPr>
            <p:spPr>
              <a:xfrm>
                <a:off x="8993938" y="3349291"/>
                <a:ext cx="599050" cy="202311"/>
              </a:xfrm>
              <a:custGeom>
                <a:avLst/>
                <a:gdLst/>
                <a:ahLst/>
                <a:cxnLst/>
                <a:rect l="l" t="t" r="r" b="b"/>
                <a:pathLst>
                  <a:path w="19075" h="6442" extrusionOk="0">
                    <a:moveTo>
                      <a:pt x="5775" y="1"/>
                    </a:moveTo>
                    <a:lnTo>
                      <a:pt x="0" y="6442"/>
                    </a:lnTo>
                    <a:lnTo>
                      <a:pt x="13764" y="6442"/>
                    </a:lnTo>
                    <a:lnTo>
                      <a:pt x="19074"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7" name="Google Shape;1347;p42"/>
              <p:cNvSpPr/>
              <p:nvPr/>
            </p:nvSpPr>
            <p:spPr>
              <a:xfrm>
                <a:off x="10046131" y="3109608"/>
                <a:ext cx="62841" cy="422554"/>
              </a:xfrm>
              <a:custGeom>
                <a:avLst/>
                <a:gdLst/>
                <a:ahLst/>
                <a:cxnLst/>
                <a:rect l="l" t="t" r="r" b="b"/>
                <a:pathLst>
                  <a:path w="2001" h="13455" extrusionOk="0">
                    <a:moveTo>
                      <a:pt x="1" y="1"/>
                    </a:moveTo>
                    <a:lnTo>
                      <a:pt x="1" y="13455"/>
                    </a:lnTo>
                    <a:lnTo>
                      <a:pt x="2001" y="13455"/>
                    </a:lnTo>
                    <a:lnTo>
                      <a:pt x="2001"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8" name="Google Shape;1348;p42"/>
              <p:cNvSpPr/>
              <p:nvPr/>
            </p:nvSpPr>
            <p:spPr>
              <a:xfrm>
                <a:off x="10040164" y="3109608"/>
                <a:ext cx="74430" cy="12750"/>
              </a:xfrm>
              <a:custGeom>
                <a:avLst/>
                <a:gdLst/>
                <a:ahLst/>
                <a:cxnLst/>
                <a:rect l="l" t="t" r="r" b="b"/>
                <a:pathLst>
                  <a:path w="2370" h="406" extrusionOk="0">
                    <a:moveTo>
                      <a:pt x="0" y="1"/>
                    </a:moveTo>
                    <a:lnTo>
                      <a:pt x="0" y="406"/>
                    </a:lnTo>
                    <a:lnTo>
                      <a:pt x="2369" y="406"/>
                    </a:lnTo>
                    <a:lnTo>
                      <a:pt x="2369"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9" name="Google Shape;1349;p42"/>
              <p:cNvSpPr/>
              <p:nvPr/>
            </p:nvSpPr>
            <p:spPr>
              <a:xfrm>
                <a:off x="9432540" y="3146635"/>
                <a:ext cx="676055" cy="1328557"/>
              </a:xfrm>
              <a:custGeom>
                <a:avLst/>
                <a:gdLst/>
                <a:ahLst/>
                <a:cxnLst/>
                <a:rect l="l" t="t" r="r" b="b"/>
                <a:pathLst>
                  <a:path w="21527" h="42304" extrusionOk="0">
                    <a:moveTo>
                      <a:pt x="10764" y="0"/>
                    </a:moveTo>
                    <a:lnTo>
                      <a:pt x="0" y="13300"/>
                    </a:lnTo>
                    <a:lnTo>
                      <a:pt x="0" y="42303"/>
                    </a:lnTo>
                    <a:lnTo>
                      <a:pt x="21527" y="42303"/>
                    </a:lnTo>
                    <a:lnTo>
                      <a:pt x="21527" y="13300"/>
                    </a:lnTo>
                    <a:lnTo>
                      <a:pt x="10764"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0" name="Google Shape;1350;p42"/>
              <p:cNvSpPr/>
              <p:nvPr/>
            </p:nvSpPr>
            <p:spPr>
              <a:xfrm>
                <a:off x="9601185" y="4075061"/>
                <a:ext cx="326078" cy="239338"/>
              </a:xfrm>
              <a:custGeom>
                <a:avLst/>
                <a:gdLst/>
                <a:ahLst/>
                <a:cxnLst/>
                <a:rect l="l" t="t" r="r" b="b"/>
                <a:pathLst>
                  <a:path w="10383" h="7621" extrusionOk="0">
                    <a:moveTo>
                      <a:pt x="0" y="1"/>
                    </a:moveTo>
                    <a:lnTo>
                      <a:pt x="0" y="7621"/>
                    </a:lnTo>
                    <a:lnTo>
                      <a:pt x="10382" y="7621"/>
                    </a:lnTo>
                    <a:lnTo>
                      <a:pt x="10382"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1" name="Google Shape;1351;p42"/>
              <p:cNvSpPr/>
              <p:nvPr/>
            </p:nvSpPr>
            <p:spPr>
              <a:xfrm>
                <a:off x="9708119" y="4075061"/>
                <a:ext cx="6375" cy="239338"/>
              </a:xfrm>
              <a:custGeom>
                <a:avLst/>
                <a:gdLst/>
                <a:ahLst/>
                <a:cxnLst/>
                <a:rect l="l" t="t" r="r" b="b"/>
                <a:pathLst>
                  <a:path w="203" h="7621" extrusionOk="0">
                    <a:moveTo>
                      <a:pt x="0" y="1"/>
                    </a:moveTo>
                    <a:lnTo>
                      <a:pt x="0" y="7621"/>
                    </a:lnTo>
                    <a:lnTo>
                      <a:pt x="203" y="7621"/>
                    </a:lnTo>
                    <a:lnTo>
                      <a:pt x="2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2" name="Google Shape;1352;p42"/>
              <p:cNvSpPr/>
              <p:nvPr/>
            </p:nvSpPr>
            <p:spPr>
              <a:xfrm>
                <a:off x="9601185" y="4148737"/>
                <a:ext cx="326078" cy="6375"/>
              </a:xfrm>
              <a:custGeom>
                <a:avLst/>
                <a:gdLst/>
                <a:ahLst/>
                <a:cxnLst/>
                <a:rect l="l" t="t" r="r" b="b"/>
                <a:pathLst>
                  <a:path w="10383" h="203" extrusionOk="0">
                    <a:moveTo>
                      <a:pt x="0" y="0"/>
                    </a:moveTo>
                    <a:lnTo>
                      <a:pt x="0" y="202"/>
                    </a:lnTo>
                    <a:lnTo>
                      <a:pt x="10382" y="202"/>
                    </a:lnTo>
                    <a:lnTo>
                      <a:pt x="10382"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3" name="Google Shape;1353;p42"/>
              <p:cNvSpPr/>
              <p:nvPr/>
            </p:nvSpPr>
            <p:spPr>
              <a:xfrm>
                <a:off x="9601185" y="4112087"/>
                <a:ext cx="326078" cy="3015"/>
              </a:xfrm>
              <a:custGeom>
                <a:avLst/>
                <a:gdLst/>
                <a:ahLst/>
                <a:cxnLst/>
                <a:rect l="l" t="t" r="r" b="b"/>
                <a:pathLst>
                  <a:path w="10383" h="96" extrusionOk="0">
                    <a:moveTo>
                      <a:pt x="0" y="0"/>
                    </a:moveTo>
                    <a:lnTo>
                      <a:pt x="0" y="96"/>
                    </a:lnTo>
                    <a:lnTo>
                      <a:pt x="10382" y="96"/>
                    </a:lnTo>
                    <a:lnTo>
                      <a:pt x="10382"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4" name="Google Shape;1354;p42"/>
              <p:cNvSpPr/>
              <p:nvPr/>
            </p:nvSpPr>
            <p:spPr>
              <a:xfrm>
                <a:off x="9818037" y="4075061"/>
                <a:ext cx="6407" cy="239338"/>
              </a:xfrm>
              <a:custGeom>
                <a:avLst/>
                <a:gdLst/>
                <a:ahLst/>
                <a:cxnLst/>
                <a:rect l="l" t="t" r="r" b="b"/>
                <a:pathLst>
                  <a:path w="204" h="7621" extrusionOk="0">
                    <a:moveTo>
                      <a:pt x="1" y="1"/>
                    </a:moveTo>
                    <a:lnTo>
                      <a:pt x="1" y="7621"/>
                    </a:lnTo>
                    <a:lnTo>
                      <a:pt x="203" y="7621"/>
                    </a:lnTo>
                    <a:lnTo>
                      <a:pt x="2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5" name="Google Shape;1355;p42"/>
              <p:cNvSpPr/>
              <p:nvPr/>
            </p:nvSpPr>
            <p:spPr>
              <a:xfrm>
                <a:off x="9636704" y="4075061"/>
                <a:ext cx="3392" cy="77068"/>
              </a:xfrm>
              <a:custGeom>
                <a:avLst/>
                <a:gdLst/>
                <a:ahLst/>
                <a:cxnLst/>
                <a:rect l="l" t="t" r="r" b="b"/>
                <a:pathLst>
                  <a:path w="108" h="2454" extrusionOk="0">
                    <a:moveTo>
                      <a:pt x="0" y="1"/>
                    </a:moveTo>
                    <a:lnTo>
                      <a:pt x="0" y="2453"/>
                    </a:lnTo>
                    <a:lnTo>
                      <a:pt x="107" y="2453"/>
                    </a:lnTo>
                    <a:lnTo>
                      <a:pt x="10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6" name="Google Shape;1356;p42"/>
              <p:cNvSpPr/>
              <p:nvPr/>
            </p:nvSpPr>
            <p:spPr>
              <a:xfrm>
                <a:off x="9672600" y="4075061"/>
                <a:ext cx="3392" cy="76691"/>
              </a:xfrm>
              <a:custGeom>
                <a:avLst/>
                <a:gdLst/>
                <a:ahLst/>
                <a:cxnLst/>
                <a:rect l="l" t="t" r="r" b="b"/>
                <a:pathLst>
                  <a:path w="108" h="2442" extrusionOk="0">
                    <a:moveTo>
                      <a:pt x="0" y="1"/>
                    </a:moveTo>
                    <a:lnTo>
                      <a:pt x="0" y="2441"/>
                    </a:lnTo>
                    <a:lnTo>
                      <a:pt x="107" y="2441"/>
                    </a:lnTo>
                    <a:lnTo>
                      <a:pt x="10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7" name="Google Shape;1357;p42"/>
              <p:cNvSpPr/>
              <p:nvPr/>
            </p:nvSpPr>
            <p:spPr>
              <a:xfrm>
                <a:off x="9746245" y="4075061"/>
                <a:ext cx="3392" cy="77068"/>
              </a:xfrm>
              <a:custGeom>
                <a:avLst/>
                <a:gdLst/>
                <a:ahLst/>
                <a:cxnLst/>
                <a:rect l="l" t="t" r="r" b="b"/>
                <a:pathLst>
                  <a:path w="108" h="2454" extrusionOk="0">
                    <a:moveTo>
                      <a:pt x="1" y="1"/>
                    </a:moveTo>
                    <a:lnTo>
                      <a:pt x="1"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8" name="Google Shape;1358;p42"/>
              <p:cNvSpPr/>
              <p:nvPr/>
            </p:nvSpPr>
            <p:spPr>
              <a:xfrm>
                <a:off x="9782141" y="4075061"/>
                <a:ext cx="3392" cy="76691"/>
              </a:xfrm>
              <a:custGeom>
                <a:avLst/>
                <a:gdLst/>
                <a:ahLst/>
                <a:cxnLst/>
                <a:rect l="l" t="t" r="r" b="b"/>
                <a:pathLst>
                  <a:path w="108" h="2442" extrusionOk="0">
                    <a:moveTo>
                      <a:pt x="1" y="1"/>
                    </a:moveTo>
                    <a:lnTo>
                      <a:pt x="1" y="2441"/>
                    </a:lnTo>
                    <a:lnTo>
                      <a:pt x="108" y="2441"/>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9" name="Google Shape;1359;p42"/>
              <p:cNvSpPr/>
              <p:nvPr/>
            </p:nvSpPr>
            <p:spPr>
              <a:xfrm>
                <a:off x="9855440" y="4075061"/>
                <a:ext cx="3392" cy="77068"/>
              </a:xfrm>
              <a:custGeom>
                <a:avLst/>
                <a:gdLst/>
                <a:ahLst/>
                <a:cxnLst/>
                <a:rect l="l" t="t" r="r" b="b"/>
                <a:pathLst>
                  <a:path w="108" h="2454" extrusionOk="0">
                    <a:moveTo>
                      <a:pt x="0" y="1"/>
                    </a:moveTo>
                    <a:lnTo>
                      <a:pt x="0"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0" name="Google Shape;1360;p42"/>
              <p:cNvSpPr/>
              <p:nvPr/>
            </p:nvSpPr>
            <p:spPr>
              <a:xfrm>
                <a:off x="9891336" y="4075061"/>
                <a:ext cx="3392" cy="76691"/>
              </a:xfrm>
              <a:custGeom>
                <a:avLst/>
                <a:gdLst/>
                <a:ahLst/>
                <a:cxnLst/>
                <a:rect l="l" t="t" r="r" b="b"/>
                <a:pathLst>
                  <a:path w="108" h="2442" extrusionOk="0">
                    <a:moveTo>
                      <a:pt x="0" y="1"/>
                    </a:moveTo>
                    <a:lnTo>
                      <a:pt x="0" y="2441"/>
                    </a:lnTo>
                    <a:lnTo>
                      <a:pt x="108" y="2441"/>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1" name="Google Shape;1361;p42"/>
              <p:cNvSpPr/>
              <p:nvPr/>
            </p:nvSpPr>
            <p:spPr>
              <a:xfrm>
                <a:off x="9432163" y="4363735"/>
                <a:ext cx="676087" cy="111456"/>
              </a:xfrm>
              <a:custGeom>
                <a:avLst/>
                <a:gdLst/>
                <a:ahLst/>
                <a:cxnLst/>
                <a:rect l="l" t="t" r="r" b="b"/>
                <a:pathLst>
                  <a:path w="21528" h="3549" extrusionOk="0">
                    <a:moveTo>
                      <a:pt x="1" y="0"/>
                    </a:moveTo>
                    <a:lnTo>
                      <a:pt x="1" y="3548"/>
                    </a:lnTo>
                    <a:lnTo>
                      <a:pt x="21527" y="3548"/>
                    </a:lnTo>
                    <a:lnTo>
                      <a:pt x="21527"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2" name="Google Shape;1362;p42"/>
              <p:cNvSpPr/>
              <p:nvPr/>
            </p:nvSpPr>
            <p:spPr>
              <a:xfrm>
                <a:off x="9586205" y="4314367"/>
                <a:ext cx="355630" cy="161202"/>
              </a:xfrm>
              <a:custGeom>
                <a:avLst/>
                <a:gdLst/>
                <a:ahLst/>
                <a:cxnLst/>
                <a:rect l="l" t="t" r="r" b="b"/>
                <a:pathLst>
                  <a:path w="11324" h="5133" extrusionOk="0">
                    <a:moveTo>
                      <a:pt x="1" y="1"/>
                    </a:moveTo>
                    <a:lnTo>
                      <a:pt x="1" y="5132"/>
                    </a:lnTo>
                    <a:lnTo>
                      <a:pt x="11324" y="5132"/>
                    </a:lnTo>
                    <a:lnTo>
                      <a:pt x="11324"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3" name="Google Shape;1363;p42"/>
              <p:cNvSpPr/>
              <p:nvPr/>
            </p:nvSpPr>
            <p:spPr>
              <a:xfrm>
                <a:off x="9432163" y="4059735"/>
                <a:ext cx="676087" cy="14226"/>
              </a:xfrm>
              <a:custGeom>
                <a:avLst/>
                <a:gdLst/>
                <a:ahLst/>
                <a:cxnLst/>
                <a:rect l="l" t="t" r="r" b="b"/>
                <a:pathLst>
                  <a:path w="21528" h="453" extrusionOk="0">
                    <a:moveTo>
                      <a:pt x="1" y="0"/>
                    </a:moveTo>
                    <a:lnTo>
                      <a:pt x="1" y="453"/>
                    </a:lnTo>
                    <a:lnTo>
                      <a:pt x="21527" y="453"/>
                    </a:lnTo>
                    <a:lnTo>
                      <a:pt x="21527"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4" name="Google Shape;1364;p42"/>
              <p:cNvSpPr/>
              <p:nvPr/>
            </p:nvSpPr>
            <p:spPr>
              <a:xfrm>
                <a:off x="9460208" y="3550095"/>
                <a:ext cx="629325" cy="14226"/>
              </a:xfrm>
              <a:custGeom>
                <a:avLst/>
                <a:gdLst/>
                <a:ahLst/>
                <a:cxnLst/>
                <a:rect l="l" t="t" r="r" b="b"/>
                <a:pathLst>
                  <a:path w="20039" h="453" extrusionOk="0">
                    <a:moveTo>
                      <a:pt x="1" y="0"/>
                    </a:moveTo>
                    <a:lnTo>
                      <a:pt x="1" y="453"/>
                    </a:lnTo>
                    <a:lnTo>
                      <a:pt x="20039" y="453"/>
                    </a:lnTo>
                    <a:lnTo>
                      <a:pt x="20039"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5" name="Google Shape;1365;p42"/>
              <p:cNvSpPr/>
              <p:nvPr/>
            </p:nvSpPr>
            <p:spPr>
              <a:xfrm>
                <a:off x="9432163" y="3803596"/>
                <a:ext cx="676087" cy="14603"/>
              </a:xfrm>
              <a:custGeom>
                <a:avLst/>
                <a:gdLst/>
                <a:ahLst/>
                <a:cxnLst/>
                <a:rect l="l" t="t" r="r" b="b"/>
                <a:pathLst>
                  <a:path w="21528" h="465" extrusionOk="0">
                    <a:moveTo>
                      <a:pt x="1" y="1"/>
                    </a:moveTo>
                    <a:lnTo>
                      <a:pt x="1" y="465"/>
                    </a:lnTo>
                    <a:lnTo>
                      <a:pt x="21527" y="465"/>
                    </a:lnTo>
                    <a:lnTo>
                      <a:pt x="21527"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6" name="Google Shape;1366;p42"/>
              <p:cNvSpPr/>
              <p:nvPr/>
            </p:nvSpPr>
            <p:spPr>
              <a:xfrm>
                <a:off x="9586959" y="4314367"/>
                <a:ext cx="354500" cy="14226"/>
              </a:xfrm>
              <a:custGeom>
                <a:avLst/>
                <a:gdLst/>
                <a:ahLst/>
                <a:cxnLst/>
                <a:rect l="l" t="t" r="r" b="b"/>
                <a:pathLst>
                  <a:path w="11288" h="453" extrusionOk="0">
                    <a:moveTo>
                      <a:pt x="1" y="1"/>
                    </a:moveTo>
                    <a:lnTo>
                      <a:pt x="1" y="453"/>
                    </a:lnTo>
                    <a:lnTo>
                      <a:pt x="11288" y="453"/>
                    </a:lnTo>
                    <a:lnTo>
                      <a:pt x="1128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7" name="Google Shape;1367;p42"/>
              <p:cNvSpPr/>
              <p:nvPr/>
            </p:nvSpPr>
            <p:spPr>
              <a:xfrm>
                <a:off x="9763455" y="3154109"/>
                <a:ext cx="14226" cy="920229"/>
              </a:xfrm>
              <a:custGeom>
                <a:avLst/>
                <a:gdLst/>
                <a:ahLst/>
                <a:cxnLst/>
                <a:rect l="l" t="t" r="r" b="b"/>
                <a:pathLst>
                  <a:path w="453" h="29302" extrusionOk="0">
                    <a:moveTo>
                      <a:pt x="1" y="1"/>
                    </a:moveTo>
                    <a:lnTo>
                      <a:pt x="1" y="29302"/>
                    </a:lnTo>
                    <a:lnTo>
                      <a:pt x="453" y="29302"/>
                    </a:lnTo>
                    <a:lnTo>
                      <a:pt x="453"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8" name="Google Shape;1368;p42"/>
              <p:cNvSpPr/>
              <p:nvPr/>
            </p:nvSpPr>
            <p:spPr>
              <a:xfrm>
                <a:off x="9503201" y="3553078"/>
                <a:ext cx="14635" cy="520883"/>
              </a:xfrm>
              <a:custGeom>
                <a:avLst/>
                <a:gdLst/>
                <a:ahLst/>
                <a:cxnLst/>
                <a:rect l="l" t="t" r="r" b="b"/>
                <a:pathLst>
                  <a:path w="466" h="16586" extrusionOk="0">
                    <a:moveTo>
                      <a:pt x="1" y="0"/>
                    </a:moveTo>
                    <a:lnTo>
                      <a:pt x="1" y="16586"/>
                    </a:lnTo>
                    <a:lnTo>
                      <a:pt x="465" y="16586"/>
                    </a:lnTo>
                    <a:lnTo>
                      <a:pt x="465"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9" name="Google Shape;1369;p42"/>
              <p:cNvSpPr/>
              <p:nvPr/>
            </p:nvSpPr>
            <p:spPr>
              <a:xfrm>
                <a:off x="10015857" y="3556062"/>
                <a:ext cx="14603" cy="517900"/>
              </a:xfrm>
              <a:custGeom>
                <a:avLst/>
                <a:gdLst/>
                <a:ahLst/>
                <a:cxnLst/>
                <a:rect l="l" t="t" r="r" b="b"/>
                <a:pathLst>
                  <a:path w="465" h="16491" extrusionOk="0">
                    <a:moveTo>
                      <a:pt x="0" y="1"/>
                    </a:moveTo>
                    <a:lnTo>
                      <a:pt x="0" y="16491"/>
                    </a:lnTo>
                    <a:lnTo>
                      <a:pt x="465" y="16491"/>
                    </a:lnTo>
                    <a:lnTo>
                      <a:pt x="465"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0" name="Google Shape;1370;p42"/>
              <p:cNvSpPr/>
              <p:nvPr/>
            </p:nvSpPr>
            <p:spPr>
              <a:xfrm>
                <a:off x="9844982" y="3807333"/>
                <a:ext cx="14603" cy="266628"/>
              </a:xfrm>
              <a:custGeom>
                <a:avLst/>
                <a:gdLst/>
                <a:ahLst/>
                <a:cxnLst/>
                <a:rect l="l" t="t" r="r" b="b"/>
                <a:pathLst>
                  <a:path w="465" h="8490" extrusionOk="0">
                    <a:moveTo>
                      <a:pt x="0" y="1"/>
                    </a:moveTo>
                    <a:lnTo>
                      <a:pt x="0" y="8490"/>
                    </a:lnTo>
                    <a:lnTo>
                      <a:pt x="464" y="8490"/>
                    </a:lnTo>
                    <a:lnTo>
                      <a:pt x="464"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1" name="Google Shape;1371;p42"/>
              <p:cNvSpPr/>
              <p:nvPr/>
            </p:nvSpPr>
            <p:spPr>
              <a:xfrm>
                <a:off x="9674076" y="3807333"/>
                <a:ext cx="14635" cy="266628"/>
              </a:xfrm>
              <a:custGeom>
                <a:avLst/>
                <a:gdLst/>
                <a:ahLst/>
                <a:cxnLst/>
                <a:rect l="l" t="t" r="r" b="b"/>
                <a:pathLst>
                  <a:path w="466" h="8490" extrusionOk="0">
                    <a:moveTo>
                      <a:pt x="1" y="1"/>
                    </a:moveTo>
                    <a:lnTo>
                      <a:pt x="1" y="8490"/>
                    </a:lnTo>
                    <a:lnTo>
                      <a:pt x="465" y="8490"/>
                    </a:lnTo>
                    <a:lnTo>
                      <a:pt x="465"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2" name="Google Shape;1372;p42"/>
              <p:cNvSpPr/>
              <p:nvPr/>
            </p:nvSpPr>
            <p:spPr>
              <a:xfrm>
                <a:off x="9927609" y="3341817"/>
                <a:ext cx="14226" cy="987530"/>
              </a:xfrm>
              <a:custGeom>
                <a:avLst/>
                <a:gdLst/>
                <a:ahLst/>
                <a:cxnLst/>
                <a:rect l="l" t="t" r="r" b="b"/>
                <a:pathLst>
                  <a:path w="453" h="31445" extrusionOk="0">
                    <a:moveTo>
                      <a:pt x="0" y="0"/>
                    </a:moveTo>
                    <a:lnTo>
                      <a:pt x="0" y="31445"/>
                    </a:lnTo>
                    <a:lnTo>
                      <a:pt x="453" y="31445"/>
                    </a:lnTo>
                    <a:lnTo>
                      <a:pt x="453"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3" name="Google Shape;1373;p42"/>
              <p:cNvSpPr/>
              <p:nvPr/>
            </p:nvSpPr>
            <p:spPr>
              <a:xfrm>
                <a:off x="9586582" y="3341817"/>
                <a:ext cx="14635" cy="986054"/>
              </a:xfrm>
              <a:custGeom>
                <a:avLst/>
                <a:gdLst/>
                <a:ahLst/>
                <a:cxnLst/>
                <a:rect l="l" t="t" r="r" b="b"/>
                <a:pathLst>
                  <a:path w="466" h="31398" extrusionOk="0">
                    <a:moveTo>
                      <a:pt x="1" y="0"/>
                    </a:moveTo>
                    <a:lnTo>
                      <a:pt x="1" y="31397"/>
                    </a:lnTo>
                    <a:lnTo>
                      <a:pt x="465" y="31397"/>
                    </a:lnTo>
                    <a:lnTo>
                      <a:pt x="465"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4" name="Google Shape;1374;p42"/>
              <p:cNvSpPr/>
              <p:nvPr/>
            </p:nvSpPr>
            <p:spPr>
              <a:xfrm>
                <a:off x="9601185" y="3564290"/>
                <a:ext cx="326078" cy="239338"/>
              </a:xfrm>
              <a:custGeom>
                <a:avLst/>
                <a:gdLst/>
                <a:ahLst/>
                <a:cxnLst/>
                <a:rect l="l" t="t" r="r" b="b"/>
                <a:pathLst>
                  <a:path w="10383" h="7621" extrusionOk="0">
                    <a:moveTo>
                      <a:pt x="0" y="1"/>
                    </a:moveTo>
                    <a:lnTo>
                      <a:pt x="0" y="7621"/>
                    </a:lnTo>
                    <a:lnTo>
                      <a:pt x="10382" y="7621"/>
                    </a:lnTo>
                    <a:lnTo>
                      <a:pt x="10382" y="1"/>
                    </a:lnTo>
                    <a:close/>
                  </a:path>
                </a:pathLst>
              </a:custGeom>
              <a:solidFill>
                <a:srgbClr val="EDE4D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5" name="Google Shape;1375;p42"/>
              <p:cNvSpPr/>
              <p:nvPr/>
            </p:nvSpPr>
            <p:spPr>
              <a:xfrm>
                <a:off x="9708119" y="3564290"/>
                <a:ext cx="6375" cy="239338"/>
              </a:xfrm>
              <a:custGeom>
                <a:avLst/>
                <a:gdLst/>
                <a:ahLst/>
                <a:cxnLst/>
                <a:rect l="l" t="t" r="r" b="b"/>
                <a:pathLst>
                  <a:path w="203" h="7621" extrusionOk="0">
                    <a:moveTo>
                      <a:pt x="0" y="1"/>
                    </a:moveTo>
                    <a:lnTo>
                      <a:pt x="0" y="7621"/>
                    </a:lnTo>
                    <a:lnTo>
                      <a:pt x="203" y="7621"/>
                    </a:lnTo>
                    <a:lnTo>
                      <a:pt x="2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6" name="Google Shape;1376;p42"/>
              <p:cNvSpPr/>
              <p:nvPr/>
            </p:nvSpPr>
            <p:spPr>
              <a:xfrm>
                <a:off x="9601185" y="3637966"/>
                <a:ext cx="326078" cy="6375"/>
              </a:xfrm>
              <a:custGeom>
                <a:avLst/>
                <a:gdLst/>
                <a:ahLst/>
                <a:cxnLst/>
                <a:rect l="l" t="t" r="r" b="b"/>
                <a:pathLst>
                  <a:path w="10383" h="203" extrusionOk="0">
                    <a:moveTo>
                      <a:pt x="0" y="0"/>
                    </a:moveTo>
                    <a:lnTo>
                      <a:pt x="0" y="203"/>
                    </a:lnTo>
                    <a:lnTo>
                      <a:pt x="10382" y="203"/>
                    </a:lnTo>
                    <a:lnTo>
                      <a:pt x="10382"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7" name="Google Shape;1377;p42"/>
              <p:cNvSpPr/>
              <p:nvPr/>
            </p:nvSpPr>
            <p:spPr>
              <a:xfrm>
                <a:off x="9601185" y="3601316"/>
                <a:ext cx="326078" cy="3392"/>
              </a:xfrm>
              <a:custGeom>
                <a:avLst/>
                <a:gdLst/>
                <a:ahLst/>
                <a:cxnLst/>
                <a:rect l="l" t="t" r="r" b="b"/>
                <a:pathLst>
                  <a:path w="10383" h="108" extrusionOk="0">
                    <a:moveTo>
                      <a:pt x="0" y="0"/>
                    </a:moveTo>
                    <a:lnTo>
                      <a:pt x="0" y="108"/>
                    </a:lnTo>
                    <a:lnTo>
                      <a:pt x="10382" y="108"/>
                    </a:lnTo>
                    <a:lnTo>
                      <a:pt x="10382"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8" name="Google Shape;1378;p42"/>
              <p:cNvSpPr/>
              <p:nvPr/>
            </p:nvSpPr>
            <p:spPr>
              <a:xfrm>
                <a:off x="9818037" y="3564290"/>
                <a:ext cx="6407" cy="239338"/>
              </a:xfrm>
              <a:custGeom>
                <a:avLst/>
                <a:gdLst/>
                <a:ahLst/>
                <a:cxnLst/>
                <a:rect l="l" t="t" r="r" b="b"/>
                <a:pathLst>
                  <a:path w="204" h="7621" extrusionOk="0">
                    <a:moveTo>
                      <a:pt x="1" y="1"/>
                    </a:moveTo>
                    <a:lnTo>
                      <a:pt x="1" y="7621"/>
                    </a:lnTo>
                    <a:lnTo>
                      <a:pt x="203" y="7621"/>
                    </a:lnTo>
                    <a:lnTo>
                      <a:pt x="2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9" name="Google Shape;1379;p42"/>
              <p:cNvSpPr/>
              <p:nvPr/>
            </p:nvSpPr>
            <p:spPr>
              <a:xfrm>
                <a:off x="9636704" y="3564667"/>
                <a:ext cx="3392" cy="77068"/>
              </a:xfrm>
              <a:custGeom>
                <a:avLst/>
                <a:gdLst/>
                <a:ahLst/>
                <a:cxnLst/>
                <a:rect l="l" t="t" r="r" b="b"/>
                <a:pathLst>
                  <a:path w="108" h="2454" extrusionOk="0">
                    <a:moveTo>
                      <a:pt x="0" y="1"/>
                    </a:moveTo>
                    <a:lnTo>
                      <a:pt x="0" y="2453"/>
                    </a:lnTo>
                    <a:lnTo>
                      <a:pt x="107" y="2453"/>
                    </a:lnTo>
                    <a:lnTo>
                      <a:pt x="10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80" name="Google Shape;1380;p42"/>
              <p:cNvSpPr/>
              <p:nvPr/>
            </p:nvSpPr>
            <p:spPr>
              <a:xfrm>
                <a:off x="9672600" y="3564290"/>
                <a:ext cx="3392" cy="77068"/>
              </a:xfrm>
              <a:custGeom>
                <a:avLst/>
                <a:gdLst/>
                <a:ahLst/>
                <a:cxnLst/>
                <a:rect l="l" t="t" r="r" b="b"/>
                <a:pathLst>
                  <a:path w="108" h="2454" extrusionOk="0">
                    <a:moveTo>
                      <a:pt x="0" y="1"/>
                    </a:moveTo>
                    <a:lnTo>
                      <a:pt x="0" y="2453"/>
                    </a:lnTo>
                    <a:lnTo>
                      <a:pt x="107" y="2453"/>
                    </a:lnTo>
                    <a:lnTo>
                      <a:pt x="10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81" name="Google Shape;1381;p42"/>
              <p:cNvSpPr/>
              <p:nvPr/>
            </p:nvSpPr>
            <p:spPr>
              <a:xfrm>
                <a:off x="9746245" y="3564667"/>
                <a:ext cx="3392" cy="77068"/>
              </a:xfrm>
              <a:custGeom>
                <a:avLst/>
                <a:gdLst/>
                <a:ahLst/>
                <a:cxnLst/>
                <a:rect l="l" t="t" r="r" b="b"/>
                <a:pathLst>
                  <a:path w="108" h="2454" extrusionOk="0">
                    <a:moveTo>
                      <a:pt x="1" y="1"/>
                    </a:moveTo>
                    <a:lnTo>
                      <a:pt x="1"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82" name="Google Shape;1382;p42"/>
              <p:cNvSpPr/>
              <p:nvPr/>
            </p:nvSpPr>
            <p:spPr>
              <a:xfrm>
                <a:off x="9782141" y="3564290"/>
                <a:ext cx="3392" cy="77068"/>
              </a:xfrm>
              <a:custGeom>
                <a:avLst/>
                <a:gdLst/>
                <a:ahLst/>
                <a:cxnLst/>
                <a:rect l="l" t="t" r="r" b="b"/>
                <a:pathLst>
                  <a:path w="108" h="2454" extrusionOk="0">
                    <a:moveTo>
                      <a:pt x="1" y="1"/>
                    </a:moveTo>
                    <a:lnTo>
                      <a:pt x="1"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83" name="Google Shape;1383;p42"/>
              <p:cNvSpPr/>
              <p:nvPr/>
            </p:nvSpPr>
            <p:spPr>
              <a:xfrm>
                <a:off x="9855440" y="3564667"/>
                <a:ext cx="3392" cy="77068"/>
              </a:xfrm>
              <a:custGeom>
                <a:avLst/>
                <a:gdLst/>
                <a:ahLst/>
                <a:cxnLst/>
                <a:rect l="l" t="t" r="r" b="b"/>
                <a:pathLst>
                  <a:path w="108" h="2454" extrusionOk="0">
                    <a:moveTo>
                      <a:pt x="0" y="1"/>
                    </a:moveTo>
                    <a:lnTo>
                      <a:pt x="0"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84" name="Google Shape;1384;p42"/>
              <p:cNvSpPr/>
              <p:nvPr/>
            </p:nvSpPr>
            <p:spPr>
              <a:xfrm>
                <a:off x="9891336" y="3564290"/>
                <a:ext cx="3392" cy="77068"/>
              </a:xfrm>
              <a:custGeom>
                <a:avLst/>
                <a:gdLst/>
                <a:ahLst/>
                <a:cxnLst/>
                <a:rect l="l" t="t" r="r" b="b"/>
                <a:pathLst>
                  <a:path w="108" h="2454" extrusionOk="0">
                    <a:moveTo>
                      <a:pt x="0" y="1"/>
                    </a:moveTo>
                    <a:lnTo>
                      <a:pt x="0"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85" name="Google Shape;1385;p42"/>
              <p:cNvSpPr/>
              <p:nvPr/>
            </p:nvSpPr>
            <p:spPr>
              <a:xfrm>
                <a:off x="9397021" y="3124368"/>
                <a:ext cx="747816" cy="474718"/>
              </a:xfrm>
              <a:custGeom>
                <a:avLst/>
                <a:gdLst/>
                <a:ahLst/>
                <a:cxnLst/>
                <a:rect l="l" t="t" r="r" b="b"/>
                <a:pathLst>
                  <a:path w="23812" h="15116" extrusionOk="0">
                    <a:moveTo>
                      <a:pt x="11889" y="1"/>
                    </a:moveTo>
                    <a:cubicBezTo>
                      <a:pt x="11683" y="1"/>
                      <a:pt x="11478" y="90"/>
                      <a:pt x="11335" y="269"/>
                    </a:cubicBezTo>
                    <a:lnTo>
                      <a:pt x="381" y="13973"/>
                    </a:lnTo>
                    <a:cubicBezTo>
                      <a:pt x="0" y="14437"/>
                      <a:pt x="334" y="15116"/>
                      <a:pt x="929" y="15116"/>
                    </a:cubicBezTo>
                    <a:cubicBezTo>
                      <a:pt x="1143" y="15116"/>
                      <a:pt x="1334" y="15021"/>
                      <a:pt x="1465" y="14854"/>
                    </a:cubicBezTo>
                    <a:lnTo>
                      <a:pt x="11883" y="1841"/>
                    </a:lnTo>
                    <a:lnTo>
                      <a:pt x="22301" y="14854"/>
                    </a:lnTo>
                    <a:cubicBezTo>
                      <a:pt x="22457" y="15038"/>
                      <a:pt x="22645" y="15115"/>
                      <a:pt x="22828" y="15115"/>
                    </a:cubicBezTo>
                    <a:cubicBezTo>
                      <a:pt x="23342" y="15115"/>
                      <a:pt x="23812" y="14509"/>
                      <a:pt x="23408" y="13973"/>
                    </a:cubicBezTo>
                    <a:lnTo>
                      <a:pt x="12442" y="269"/>
                    </a:lnTo>
                    <a:cubicBezTo>
                      <a:pt x="12300" y="90"/>
                      <a:pt x="12094" y="1"/>
                      <a:pt x="11889"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86" name="Google Shape;1386;p42"/>
              <p:cNvSpPr/>
              <p:nvPr/>
            </p:nvSpPr>
            <p:spPr>
              <a:xfrm>
                <a:off x="5227475" y="4470675"/>
                <a:ext cx="7265030" cy="81177"/>
              </a:xfrm>
              <a:custGeom>
                <a:avLst/>
                <a:gdLst/>
                <a:ahLst/>
                <a:cxnLst/>
                <a:rect l="l" t="t" r="r" b="b"/>
                <a:pathLst>
                  <a:path w="191097" h="4239" extrusionOk="0">
                    <a:moveTo>
                      <a:pt x="1" y="0"/>
                    </a:moveTo>
                    <a:lnTo>
                      <a:pt x="1" y="4239"/>
                    </a:lnTo>
                    <a:lnTo>
                      <a:pt x="191096" y="4239"/>
                    </a:lnTo>
                    <a:lnTo>
                      <a:pt x="191096"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87" name="Google Shape;1387;p42"/>
              <p:cNvSpPr/>
              <p:nvPr/>
            </p:nvSpPr>
            <p:spPr>
              <a:xfrm>
                <a:off x="5441575" y="3505025"/>
                <a:ext cx="60600" cy="978000"/>
              </a:xfrm>
              <a:prstGeom prst="rect">
                <a:avLst/>
              </a:pr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1388" name="Google Shape;1388;p42"/>
            <p:cNvGrpSpPr/>
            <p:nvPr/>
          </p:nvGrpSpPr>
          <p:grpSpPr>
            <a:xfrm>
              <a:off x="2876188" y="3386391"/>
              <a:ext cx="212314" cy="1120944"/>
              <a:chOff x="6090725" y="734900"/>
              <a:chExt cx="136950" cy="723050"/>
            </a:xfrm>
          </p:grpSpPr>
          <p:sp>
            <p:nvSpPr>
              <p:cNvPr id="1389" name="Google Shape;1389;p42"/>
              <p:cNvSpPr/>
              <p:nvPr/>
            </p:nvSpPr>
            <p:spPr>
              <a:xfrm>
                <a:off x="6130600" y="1337075"/>
                <a:ext cx="57175" cy="120875"/>
              </a:xfrm>
              <a:custGeom>
                <a:avLst/>
                <a:gdLst/>
                <a:ahLst/>
                <a:cxnLst/>
                <a:rect l="l" t="t" r="r" b="b"/>
                <a:pathLst>
                  <a:path w="2287" h="4835" extrusionOk="0">
                    <a:moveTo>
                      <a:pt x="251" y="0"/>
                    </a:moveTo>
                    <a:lnTo>
                      <a:pt x="1" y="4834"/>
                    </a:lnTo>
                    <a:lnTo>
                      <a:pt x="2287" y="4834"/>
                    </a:lnTo>
                    <a:lnTo>
                      <a:pt x="2037"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0" name="Google Shape;1390;p42"/>
              <p:cNvSpPr/>
              <p:nvPr/>
            </p:nvSpPr>
            <p:spPr>
              <a:xfrm>
                <a:off x="6149075" y="902500"/>
                <a:ext cx="20250" cy="440550"/>
              </a:xfrm>
              <a:custGeom>
                <a:avLst/>
                <a:gdLst/>
                <a:ahLst/>
                <a:cxnLst/>
                <a:rect l="l" t="t" r="r" b="b"/>
                <a:pathLst>
                  <a:path w="810" h="17622" extrusionOk="0">
                    <a:moveTo>
                      <a:pt x="0" y="0"/>
                    </a:moveTo>
                    <a:lnTo>
                      <a:pt x="0" y="17621"/>
                    </a:lnTo>
                    <a:lnTo>
                      <a:pt x="810" y="17621"/>
                    </a:lnTo>
                    <a:lnTo>
                      <a:pt x="810"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1" name="Google Shape;1391;p42"/>
              <p:cNvSpPr/>
              <p:nvPr/>
            </p:nvSpPr>
            <p:spPr>
              <a:xfrm>
                <a:off x="6144300" y="1288850"/>
                <a:ext cx="29800" cy="48250"/>
              </a:xfrm>
              <a:custGeom>
                <a:avLst/>
                <a:gdLst/>
                <a:ahLst/>
                <a:cxnLst/>
                <a:rect l="l" t="t" r="r" b="b"/>
                <a:pathLst>
                  <a:path w="1192" h="1930" extrusionOk="0">
                    <a:moveTo>
                      <a:pt x="1" y="0"/>
                    </a:moveTo>
                    <a:lnTo>
                      <a:pt x="1" y="1929"/>
                    </a:lnTo>
                    <a:lnTo>
                      <a:pt x="1191" y="1929"/>
                    </a:lnTo>
                    <a:lnTo>
                      <a:pt x="1191"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2" name="Google Shape;1392;p42"/>
              <p:cNvSpPr/>
              <p:nvPr/>
            </p:nvSpPr>
            <p:spPr>
              <a:xfrm>
                <a:off x="6133575" y="872425"/>
                <a:ext cx="51225" cy="10750"/>
              </a:xfrm>
              <a:custGeom>
                <a:avLst/>
                <a:gdLst/>
                <a:ahLst/>
                <a:cxnLst/>
                <a:rect l="l" t="t" r="r" b="b"/>
                <a:pathLst>
                  <a:path w="2049" h="430" extrusionOk="0">
                    <a:moveTo>
                      <a:pt x="1" y="1"/>
                    </a:moveTo>
                    <a:lnTo>
                      <a:pt x="1" y="429"/>
                    </a:lnTo>
                    <a:lnTo>
                      <a:pt x="2049" y="429"/>
                    </a:lnTo>
                    <a:lnTo>
                      <a:pt x="2049"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3" name="Google Shape;1393;p42"/>
              <p:cNvSpPr/>
              <p:nvPr/>
            </p:nvSpPr>
            <p:spPr>
              <a:xfrm>
                <a:off x="6118400" y="789075"/>
                <a:ext cx="81600" cy="10750"/>
              </a:xfrm>
              <a:custGeom>
                <a:avLst/>
                <a:gdLst/>
                <a:ahLst/>
                <a:cxnLst/>
                <a:rect l="l" t="t" r="r" b="b"/>
                <a:pathLst>
                  <a:path w="3264" h="430" extrusionOk="0">
                    <a:moveTo>
                      <a:pt x="1" y="1"/>
                    </a:moveTo>
                    <a:lnTo>
                      <a:pt x="1" y="430"/>
                    </a:lnTo>
                    <a:lnTo>
                      <a:pt x="3263" y="430"/>
                    </a:lnTo>
                    <a:lnTo>
                      <a:pt x="3263"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4" name="Google Shape;1394;p42"/>
              <p:cNvSpPr/>
              <p:nvPr/>
            </p:nvSpPr>
            <p:spPr>
              <a:xfrm>
                <a:off x="6138650" y="883150"/>
                <a:ext cx="41100" cy="19375"/>
              </a:xfrm>
              <a:custGeom>
                <a:avLst/>
                <a:gdLst/>
                <a:ahLst/>
                <a:cxnLst/>
                <a:rect l="l" t="t" r="r" b="b"/>
                <a:pathLst>
                  <a:path w="1644" h="775" extrusionOk="0">
                    <a:moveTo>
                      <a:pt x="0" y="0"/>
                    </a:moveTo>
                    <a:lnTo>
                      <a:pt x="417" y="774"/>
                    </a:lnTo>
                    <a:lnTo>
                      <a:pt x="1227" y="774"/>
                    </a:lnTo>
                    <a:lnTo>
                      <a:pt x="1643"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5" name="Google Shape;1395;p42"/>
              <p:cNvSpPr/>
              <p:nvPr/>
            </p:nvSpPr>
            <p:spPr>
              <a:xfrm>
                <a:off x="6125550" y="764375"/>
                <a:ext cx="67000" cy="24725"/>
              </a:xfrm>
              <a:custGeom>
                <a:avLst/>
                <a:gdLst/>
                <a:ahLst/>
                <a:cxnLst/>
                <a:rect l="l" t="t" r="r" b="b"/>
                <a:pathLst>
                  <a:path w="2680" h="989" extrusionOk="0">
                    <a:moveTo>
                      <a:pt x="322" y="1"/>
                    </a:moveTo>
                    <a:lnTo>
                      <a:pt x="1" y="989"/>
                    </a:lnTo>
                    <a:lnTo>
                      <a:pt x="2679" y="989"/>
                    </a:lnTo>
                    <a:lnTo>
                      <a:pt x="2370"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6" name="Google Shape;1396;p42"/>
              <p:cNvSpPr/>
              <p:nvPr/>
            </p:nvSpPr>
            <p:spPr>
              <a:xfrm>
                <a:off x="6144000" y="758425"/>
                <a:ext cx="30400" cy="5975"/>
              </a:xfrm>
              <a:custGeom>
                <a:avLst/>
                <a:gdLst/>
                <a:ahLst/>
                <a:cxnLst/>
                <a:rect l="l" t="t" r="r" b="b"/>
                <a:pathLst>
                  <a:path w="1216" h="239" extrusionOk="0">
                    <a:moveTo>
                      <a:pt x="1" y="1"/>
                    </a:moveTo>
                    <a:lnTo>
                      <a:pt x="1" y="239"/>
                    </a:lnTo>
                    <a:lnTo>
                      <a:pt x="1215" y="239"/>
                    </a:lnTo>
                    <a:lnTo>
                      <a:pt x="1215"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7" name="Google Shape;1397;p42"/>
              <p:cNvSpPr/>
              <p:nvPr/>
            </p:nvSpPr>
            <p:spPr>
              <a:xfrm>
                <a:off x="6127625" y="799800"/>
                <a:ext cx="63125" cy="72650"/>
              </a:xfrm>
              <a:custGeom>
                <a:avLst/>
                <a:gdLst/>
                <a:ahLst/>
                <a:cxnLst/>
                <a:rect l="l" t="t" r="r" b="b"/>
                <a:pathLst>
                  <a:path w="2525" h="2906" extrusionOk="0">
                    <a:moveTo>
                      <a:pt x="1" y="1"/>
                    </a:moveTo>
                    <a:lnTo>
                      <a:pt x="239" y="2906"/>
                    </a:lnTo>
                    <a:lnTo>
                      <a:pt x="2287" y="2906"/>
                    </a:lnTo>
                    <a:lnTo>
                      <a:pt x="2525"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8" name="Google Shape;1398;p42"/>
              <p:cNvSpPr/>
              <p:nvPr/>
            </p:nvSpPr>
            <p:spPr>
              <a:xfrm>
                <a:off x="6152050" y="734900"/>
                <a:ext cx="14900" cy="29800"/>
              </a:xfrm>
              <a:custGeom>
                <a:avLst/>
                <a:gdLst/>
                <a:ahLst/>
                <a:cxnLst/>
                <a:rect l="l" t="t" r="r" b="b"/>
                <a:pathLst>
                  <a:path w="596" h="1192" extrusionOk="0">
                    <a:moveTo>
                      <a:pt x="298" y="1"/>
                    </a:moveTo>
                    <a:cubicBezTo>
                      <a:pt x="131" y="1"/>
                      <a:pt x="0" y="263"/>
                      <a:pt x="0" y="596"/>
                    </a:cubicBezTo>
                    <a:cubicBezTo>
                      <a:pt x="0" y="930"/>
                      <a:pt x="131" y="1192"/>
                      <a:pt x="298" y="1192"/>
                    </a:cubicBezTo>
                    <a:cubicBezTo>
                      <a:pt x="453" y="1192"/>
                      <a:pt x="595" y="930"/>
                      <a:pt x="595" y="596"/>
                    </a:cubicBezTo>
                    <a:cubicBezTo>
                      <a:pt x="595" y="275"/>
                      <a:pt x="453" y="1"/>
                      <a:pt x="298"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9" name="Google Shape;1399;p42"/>
              <p:cNvSpPr/>
              <p:nvPr/>
            </p:nvSpPr>
            <p:spPr>
              <a:xfrm>
                <a:off x="6109475" y="942675"/>
                <a:ext cx="99450" cy="10150"/>
              </a:xfrm>
              <a:custGeom>
                <a:avLst/>
                <a:gdLst/>
                <a:ahLst/>
                <a:cxnLst/>
                <a:rect l="l" t="t" r="r" b="b"/>
                <a:pathLst>
                  <a:path w="3978" h="406" extrusionOk="0">
                    <a:moveTo>
                      <a:pt x="1" y="1"/>
                    </a:moveTo>
                    <a:lnTo>
                      <a:pt x="1" y="405"/>
                    </a:lnTo>
                    <a:lnTo>
                      <a:pt x="3977" y="405"/>
                    </a:lnTo>
                    <a:lnTo>
                      <a:pt x="3977"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00" name="Google Shape;1400;p42"/>
              <p:cNvSpPr/>
              <p:nvPr/>
            </p:nvSpPr>
            <p:spPr>
              <a:xfrm>
                <a:off x="6201450" y="936700"/>
                <a:ext cx="26225" cy="22250"/>
              </a:xfrm>
              <a:custGeom>
                <a:avLst/>
                <a:gdLst/>
                <a:ahLst/>
                <a:cxnLst/>
                <a:rect l="l" t="t" r="r" b="b"/>
                <a:pathLst>
                  <a:path w="1049" h="890" extrusionOk="0">
                    <a:moveTo>
                      <a:pt x="617" y="1"/>
                    </a:moveTo>
                    <a:cubicBezTo>
                      <a:pt x="610" y="1"/>
                      <a:pt x="603" y="1"/>
                      <a:pt x="596" y="1"/>
                    </a:cubicBezTo>
                    <a:cubicBezTo>
                      <a:pt x="203" y="1"/>
                      <a:pt x="1" y="478"/>
                      <a:pt x="286" y="763"/>
                    </a:cubicBezTo>
                    <a:cubicBezTo>
                      <a:pt x="373" y="850"/>
                      <a:pt x="482" y="889"/>
                      <a:pt x="590" y="889"/>
                    </a:cubicBezTo>
                    <a:cubicBezTo>
                      <a:pt x="821" y="889"/>
                      <a:pt x="1048" y="710"/>
                      <a:pt x="1048" y="442"/>
                    </a:cubicBezTo>
                    <a:cubicBezTo>
                      <a:pt x="1048" y="199"/>
                      <a:pt x="857" y="1"/>
                      <a:pt x="617"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01" name="Google Shape;1401;p42"/>
              <p:cNvSpPr/>
              <p:nvPr/>
            </p:nvSpPr>
            <p:spPr>
              <a:xfrm>
                <a:off x="6090725" y="936725"/>
                <a:ext cx="25550" cy="21900"/>
              </a:xfrm>
              <a:custGeom>
                <a:avLst/>
                <a:gdLst/>
                <a:ahLst/>
                <a:cxnLst/>
                <a:rect l="l" t="t" r="r" b="b"/>
                <a:pathLst>
                  <a:path w="1022" h="876" extrusionOk="0">
                    <a:moveTo>
                      <a:pt x="455" y="0"/>
                    </a:moveTo>
                    <a:cubicBezTo>
                      <a:pt x="451" y="0"/>
                      <a:pt x="446" y="0"/>
                      <a:pt x="441" y="0"/>
                    </a:cubicBezTo>
                    <a:cubicBezTo>
                      <a:pt x="191" y="0"/>
                      <a:pt x="0" y="191"/>
                      <a:pt x="0" y="441"/>
                    </a:cubicBezTo>
                    <a:cubicBezTo>
                      <a:pt x="8" y="704"/>
                      <a:pt x="219" y="876"/>
                      <a:pt x="439" y="876"/>
                    </a:cubicBezTo>
                    <a:cubicBezTo>
                      <a:pt x="548" y="876"/>
                      <a:pt x="660" y="833"/>
                      <a:pt x="751" y="739"/>
                    </a:cubicBezTo>
                    <a:cubicBezTo>
                      <a:pt x="1021" y="468"/>
                      <a:pt x="839" y="0"/>
                      <a:pt x="455"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1402" name="Google Shape;1402;p42"/>
            <p:cNvGrpSpPr/>
            <p:nvPr/>
          </p:nvGrpSpPr>
          <p:grpSpPr>
            <a:xfrm>
              <a:off x="2299725" y="4103982"/>
              <a:ext cx="292429" cy="403308"/>
              <a:chOff x="5605250" y="1168900"/>
              <a:chExt cx="208075" cy="286950"/>
            </a:xfrm>
          </p:grpSpPr>
          <p:sp>
            <p:nvSpPr>
              <p:cNvPr id="1403" name="Google Shape;1403;p42"/>
              <p:cNvSpPr/>
              <p:nvPr/>
            </p:nvSpPr>
            <p:spPr>
              <a:xfrm>
                <a:off x="5605250" y="1168900"/>
                <a:ext cx="208075" cy="208375"/>
              </a:xfrm>
              <a:custGeom>
                <a:avLst/>
                <a:gdLst/>
                <a:ahLst/>
                <a:cxnLst/>
                <a:rect l="l" t="t" r="r" b="b"/>
                <a:pathLst>
                  <a:path w="8323" h="8335" extrusionOk="0">
                    <a:moveTo>
                      <a:pt x="4156" y="0"/>
                    </a:moveTo>
                    <a:cubicBezTo>
                      <a:pt x="1858" y="0"/>
                      <a:pt x="0" y="1870"/>
                      <a:pt x="0" y="4167"/>
                    </a:cubicBezTo>
                    <a:cubicBezTo>
                      <a:pt x="0" y="6465"/>
                      <a:pt x="1858" y="8335"/>
                      <a:pt x="4156" y="8335"/>
                    </a:cubicBezTo>
                    <a:cubicBezTo>
                      <a:pt x="6465" y="8335"/>
                      <a:pt x="8323" y="6465"/>
                      <a:pt x="8323" y="4167"/>
                    </a:cubicBezTo>
                    <a:cubicBezTo>
                      <a:pt x="8323" y="1870"/>
                      <a:pt x="6465" y="0"/>
                      <a:pt x="4156" y="0"/>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04" name="Google Shape;1404;p42"/>
              <p:cNvSpPr/>
              <p:nvPr/>
            </p:nvSpPr>
            <p:spPr>
              <a:xfrm>
                <a:off x="5709125" y="1168900"/>
                <a:ext cx="104200" cy="208375"/>
              </a:xfrm>
              <a:custGeom>
                <a:avLst/>
                <a:gdLst/>
                <a:ahLst/>
                <a:cxnLst/>
                <a:rect l="l" t="t" r="r" b="b"/>
                <a:pathLst>
                  <a:path w="4168" h="8335" extrusionOk="0">
                    <a:moveTo>
                      <a:pt x="1" y="0"/>
                    </a:moveTo>
                    <a:lnTo>
                      <a:pt x="1" y="8335"/>
                    </a:lnTo>
                    <a:cubicBezTo>
                      <a:pt x="2310" y="8335"/>
                      <a:pt x="4168" y="6465"/>
                      <a:pt x="4168" y="4167"/>
                    </a:cubicBezTo>
                    <a:cubicBezTo>
                      <a:pt x="4168" y="1870"/>
                      <a:pt x="2310" y="0"/>
                      <a:pt x="1" y="0"/>
                    </a:cubicBez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05" name="Google Shape;1405;p42"/>
              <p:cNvSpPr/>
              <p:nvPr/>
            </p:nvSpPr>
            <p:spPr>
              <a:xfrm>
                <a:off x="5699600" y="1259300"/>
                <a:ext cx="19375" cy="196550"/>
              </a:xfrm>
              <a:custGeom>
                <a:avLst/>
                <a:gdLst/>
                <a:ahLst/>
                <a:cxnLst/>
                <a:rect l="l" t="t" r="r" b="b"/>
                <a:pathLst>
                  <a:path w="775" h="7862" extrusionOk="0">
                    <a:moveTo>
                      <a:pt x="388" y="1"/>
                    </a:moveTo>
                    <a:cubicBezTo>
                      <a:pt x="194" y="1"/>
                      <a:pt x="1" y="129"/>
                      <a:pt x="1" y="385"/>
                    </a:cubicBezTo>
                    <a:lnTo>
                      <a:pt x="1" y="7469"/>
                    </a:lnTo>
                    <a:cubicBezTo>
                      <a:pt x="1" y="7695"/>
                      <a:pt x="167" y="7862"/>
                      <a:pt x="394" y="7862"/>
                    </a:cubicBezTo>
                    <a:cubicBezTo>
                      <a:pt x="608" y="7862"/>
                      <a:pt x="775" y="7695"/>
                      <a:pt x="775" y="7469"/>
                    </a:cubicBezTo>
                    <a:lnTo>
                      <a:pt x="775" y="385"/>
                    </a:lnTo>
                    <a:cubicBezTo>
                      <a:pt x="775" y="129"/>
                      <a:pt x="581" y="1"/>
                      <a:pt x="388"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06" name="Google Shape;1406;p42"/>
              <p:cNvSpPr/>
              <p:nvPr/>
            </p:nvSpPr>
            <p:spPr>
              <a:xfrm>
                <a:off x="5665375" y="1310575"/>
                <a:ext cx="43775" cy="36050"/>
              </a:xfrm>
              <a:custGeom>
                <a:avLst/>
                <a:gdLst/>
                <a:ahLst/>
                <a:cxnLst/>
                <a:rect l="l" t="t" r="r" b="b"/>
                <a:pathLst>
                  <a:path w="1751" h="1442" extrusionOk="0">
                    <a:moveTo>
                      <a:pt x="0" y="1"/>
                    </a:moveTo>
                    <a:lnTo>
                      <a:pt x="1751" y="1441"/>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07" name="Google Shape;1407;p42"/>
              <p:cNvSpPr/>
              <p:nvPr/>
            </p:nvSpPr>
            <p:spPr>
              <a:xfrm>
                <a:off x="5651075" y="1300725"/>
                <a:ext cx="69100" cy="55725"/>
              </a:xfrm>
              <a:custGeom>
                <a:avLst/>
                <a:gdLst/>
                <a:ahLst/>
                <a:cxnLst/>
                <a:rect l="l" t="t" r="r" b="b"/>
                <a:pathLst>
                  <a:path w="2764" h="2229" extrusionOk="0">
                    <a:moveTo>
                      <a:pt x="571" y="0"/>
                    </a:moveTo>
                    <a:cubicBezTo>
                      <a:pt x="251" y="0"/>
                      <a:pt x="0" y="439"/>
                      <a:pt x="322" y="704"/>
                    </a:cubicBezTo>
                    <a:lnTo>
                      <a:pt x="2085" y="2145"/>
                    </a:lnTo>
                    <a:cubicBezTo>
                      <a:pt x="2156" y="2204"/>
                      <a:pt x="2239" y="2228"/>
                      <a:pt x="2335" y="2228"/>
                    </a:cubicBezTo>
                    <a:cubicBezTo>
                      <a:pt x="2442" y="2228"/>
                      <a:pt x="2561" y="2181"/>
                      <a:pt x="2632" y="2085"/>
                    </a:cubicBezTo>
                    <a:cubicBezTo>
                      <a:pt x="2763" y="1919"/>
                      <a:pt x="2739" y="1681"/>
                      <a:pt x="2573" y="1538"/>
                    </a:cubicBezTo>
                    <a:lnTo>
                      <a:pt x="822" y="97"/>
                    </a:lnTo>
                    <a:cubicBezTo>
                      <a:pt x="740" y="29"/>
                      <a:pt x="653" y="0"/>
                      <a:pt x="571"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08" name="Google Shape;1408;p42"/>
              <p:cNvSpPr/>
              <p:nvPr/>
            </p:nvSpPr>
            <p:spPr>
              <a:xfrm>
                <a:off x="5709125" y="1289150"/>
                <a:ext cx="31275" cy="29775"/>
              </a:xfrm>
              <a:custGeom>
                <a:avLst/>
                <a:gdLst/>
                <a:ahLst/>
                <a:cxnLst/>
                <a:rect l="l" t="t" r="r" b="b"/>
                <a:pathLst>
                  <a:path w="1251" h="1191" extrusionOk="0">
                    <a:moveTo>
                      <a:pt x="1" y="1191"/>
                    </a:moveTo>
                    <a:lnTo>
                      <a:pt x="1251" y="0"/>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09" name="Google Shape;1409;p42"/>
              <p:cNvSpPr/>
              <p:nvPr/>
            </p:nvSpPr>
            <p:spPr>
              <a:xfrm>
                <a:off x="5696025" y="1279325"/>
                <a:ext cx="58350" cy="49425"/>
              </a:xfrm>
              <a:custGeom>
                <a:avLst/>
                <a:gdLst/>
                <a:ahLst/>
                <a:cxnLst/>
                <a:rect l="l" t="t" r="r" b="b"/>
                <a:pathLst>
                  <a:path w="2334" h="1977" extrusionOk="0">
                    <a:moveTo>
                      <a:pt x="1773" y="0"/>
                    </a:moveTo>
                    <a:cubicBezTo>
                      <a:pt x="1683" y="0"/>
                      <a:pt x="1588" y="35"/>
                      <a:pt x="1501" y="120"/>
                    </a:cubicBezTo>
                    <a:lnTo>
                      <a:pt x="263" y="1310"/>
                    </a:lnTo>
                    <a:cubicBezTo>
                      <a:pt x="1" y="1548"/>
                      <a:pt x="179" y="1977"/>
                      <a:pt x="537" y="1977"/>
                    </a:cubicBezTo>
                    <a:cubicBezTo>
                      <a:pt x="632" y="1977"/>
                      <a:pt x="727" y="1941"/>
                      <a:pt x="799" y="1870"/>
                    </a:cubicBezTo>
                    <a:lnTo>
                      <a:pt x="2049" y="679"/>
                    </a:lnTo>
                    <a:cubicBezTo>
                      <a:pt x="2334" y="403"/>
                      <a:pt x="2079" y="0"/>
                      <a:pt x="1773"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1410" name="Google Shape;1410;p42"/>
            <p:cNvGrpSpPr/>
            <p:nvPr/>
          </p:nvGrpSpPr>
          <p:grpSpPr>
            <a:xfrm>
              <a:off x="2561263" y="3924404"/>
              <a:ext cx="314943" cy="582910"/>
              <a:chOff x="6691700" y="1068275"/>
              <a:chExt cx="221775" cy="410500"/>
            </a:xfrm>
          </p:grpSpPr>
          <p:sp>
            <p:nvSpPr>
              <p:cNvPr id="1411" name="Google Shape;1411;p42"/>
              <p:cNvSpPr/>
              <p:nvPr/>
            </p:nvSpPr>
            <p:spPr>
              <a:xfrm>
                <a:off x="6691700" y="1068275"/>
                <a:ext cx="221775" cy="317325"/>
              </a:xfrm>
              <a:custGeom>
                <a:avLst/>
                <a:gdLst/>
                <a:ahLst/>
                <a:cxnLst/>
                <a:rect l="l" t="t" r="r" b="b"/>
                <a:pathLst>
                  <a:path w="8871" h="12693" extrusionOk="0">
                    <a:moveTo>
                      <a:pt x="4429" y="1"/>
                    </a:moveTo>
                    <a:cubicBezTo>
                      <a:pt x="3810" y="1"/>
                      <a:pt x="0" y="3430"/>
                      <a:pt x="0" y="7657"/>
                    </a:cubicBezTo>
                    <a:cubicBezTo>
                      <a:pt x="0" y="11883"/>
                      <a:pt x="3715" y="12693"/>
                      <a:pt x="4429" y="12693"/>
                    </a:cubicBezTo>
                    <a:cubicBezTo>
                      <a:pt x="5144" y="12693"/>
                      <a:pt x="8870" y="11883"/>
                      <a:pt x="8870" y="7657"/>
                    </a:cubicBezTo>
                    <a:cubicBezTo>
                      <a:pt x="8870" y="3430"/>
                      <a:pt x="5060" y="1"/>
                      <a:pt x="4429" y="1"/>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12" name="Google Shape;1412;p42"/>
              <p:cNvSpPr/>
              <p:nvPr/>
            </p:nvSpPr>
            <p:spPr>
              <a:xfrm>
                <a:off x="6802425" y="1068275"/>
                <a:ext cx="111050" cy="317325"/>
              </a:xfrm>
              <a:custGeom>
                <a:avLst/>
                <a:gdLst/>
                <a:ahLst/>
                <a:cxnLst/>
                <a:rect l="l" t="t" r="r" b="b"/>
                <a:pathLst>
                  <a:path w="4442" h="12693" extrusionOk="0">
                    <a:moveTo>
                      <a:pt x="0" y="1"/>
                    </a:moveTo>
                    <a:lnTo>
                      <a:pt x="0" y="12693"/>
                    </a:lnTo>
                    <a:cubicBezTo>
                      <a:pt x="727" y="12693"/>
                      <a:pt x="4441" y="11883"/>
                      <a:pt x="4441" y="7657"/>
                    </a:cubicBezTo>
                    <a:cubicBezTo>
                      <a:pt x="4441" y="3430"/>
                      <a:pt x="631" y="1"/>
                      <a:pt x="0" y="1"/>
                    </a:cubicBez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13" name="Google Shape;1413;p42"/>
              <p:cNvSpPr/>
              <p:nvPr/>
            </p:nvSpPr>
            <p:spPr>
              <a:xfrm>
                <a:off x="6792600" y="1285875"/>
                <a:ext cx="19675" cy="192900"/>
              </a:xfrm>
              <a:custGeom>
                <a:avLst/>
                <a:gdLst/>
                <a:ahLst/>
                <a:cxnLst/>
                <a:rect l="l" t="t" r="r" b="b"/>
                <a:pathLst>
                  <a:path w="787" h="7716" extrusionOk="0">
                    <a:moveTo>
                      <a:pt x="393" y="0"/>
                    </a:moveTo>
                    <a:cubicBezTo>
                      <a:pt x="197" y="0"/>
                      <a:pt x="0" y="131"/>
                      <a:pt x="0" y="393"/>
                    </a:cubicBezTo>
                    <a:lnTo>
                      <a:pt x="0" y="7323"/>
                    </a:lnTo>
                    <a:cubicBezTo>
                      <a:pt x="0" y="7537"/>
                      <a:pt x="179" y="7716"/>
                      <a:pt x="393" y="7716"/>
                    </a:cubicBezTo>
                    <a:cubicBezTo>
                      <a:pt x="608" y="7716"/>
                      <a:pt x="786" y="7537"/>
                      <a:pt x="786" y="7323"/>
                    </a:cubicBezTo>
                    <a:lnTo>
                      <a:pt x="786" y="393"/>
                    </a:lnTo>
                    <a:cubicBezTo>
                      <a:pt x="786" y="131"/>
                      <a:pt x="590" y="0"/>
                      <a:pt x="393"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14" name="Google Shape;1414;p42"/>
              <p:cNvSpPr/>
              <p:nvPr/>
            </p:nvSpPr>
            <p:spPr>
              <a:xfrm>
                <a:off x="6759550" y="1295700"/>
                <a:ext cx="42900" cy="48825"/>
              </a:xfrm>
              <a:custGeom>
                <a:avLst/>
                <a:gdLst/>
                <a:ahLst/>
                <a:cxnLst/>
                <a:rect l="l" t="t" r="r" b="b"/>
                <a:pathLst>
                  <a:path w="1716" h="1953" extrusionOk="0">
                    <a:moveTo>
                      <a:pt x="1" y="0"/>
                    </a:moveTo>
                    <a:lnTo>
                      <a:pt x="1715" y="1953"/>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15" name="Google Shape;1415;p42"/>
              <p:cNvSpPr/>
              <p:nvPr/>
            </p:nvSpPr>
            <p:spPr>
              <a:xfrm>
                <a:off x="6744850" y="1285400"/>
                <a:ext cx="70600" cy="69000"/>
              </a:xfrm>
              <a:custGeom>
                <a:avLst/>
                <a:gdLst/>
                <a:ahLst/>
                <a:cxnLst/>
                <a:rect l="l" t="t" r="r" b="b"/>
                <a:pathLst>
                  <a:path w="2824" h="2760" extrusionOk="0">
                    <a:moveTo>
                      <a:pt x="571" y="1"/>
                    </a:moveTo>
                    <a:cubicBezTo>
                      <a:pt x="271" y="1"/>
                      <a:pt x="0" y="383"/>
                      <a:pt x="291" y="674"/>
                    </a:cubicBezTo>
                    <a:lnTo>
                      <a:pt x="2006" y="2627"/>
                    </a:lnTo>
                    <a:cubicBezTo>
                      <a:pt x="2071" y="2703"/>
                      <a:pt x="2166" y="2759"/>
                      <a:pt x="2273" y="2759"/>
                    </a:cubicBezTo>
                    <a:cubicBezTo>
                      <a:pt x="2283" y="2759"/>
                      <a:pt x="2293" y="2759"/>
                      <a:pt x="2303" y="2758"/>
                    </a:cubicBezTo>
                    <a:cubicBezTo>
                      <a:pt x="2308" y="2758"/>
                      <a:pt x="2313" y="2758"/>
                      <a:pt x="2318" y="2758"/>
                    </a:cubicBezTo>
                    <a:cubicBezTo>
                      <a:pt x="2642" y="2758"/>
                      <a:pt x="2824" y="2361"/>
                      <a:pt x="2601" y="2115"/>
                    </a:cubicBezTo>
                    <a:lnTo>
                      <a:pt x="875" y="162"/>
                    </a:lnTo>
                    <a:cubicBezTo>
                      <a:pt x="785" y="48"/>
                      <a:pt x="676" y="1"/>
                      <a:pt x="571"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16" name="Google Shape;1416;p42"/>
              <p:cNvSpPr/>
              <p:nvPr/>
            </p:nvSpPr>
            <p:spPr>
              <a:xfrm>
                <a:off x="6802425" y="1295700"/>
                <a:ext cx="43175" cy="48825"/>
              </a:xfrm>
              <a:custGeom>
                <a:avLst/>
                <a:gdLst/>
                <a:ahLst/>
                <a:cxnLst/>
                <a:rect l="l" t="t" r="r" b="b"/>
                <a:pathLst>
                  <a:path w="1727" h="1953" extrusionOk="0">
                    <a:moveTo>
                      <a:pt x="1727" y="0"/>
                    </a:moveTo>
                    <a:lnTo>
                      <a:pt x="0" y="1953"/>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17" name="Google Shape;1417;p42"/>
              <p:cNvSpPr/>
              <p:nvPr/>
            </p:nvSpPr>
            <p:spPr>
              <a:xfrm>
                <a:off x="6789325" y="1285400"/>
                <a:ext cx="70700" cy="69000"/>
              </a:xfrm>
              <a:custGeom>
                <a:avLst/>
                <a:gdLst/>
                <a:ahLst/>
                <a:cxnLst/>
                <a:rect l="l" t="t" r="r" b="b"/>
                <a:pathLst>
                  <a:path w="2828" h="2760" extrusionOk="0">
                    <a:moveTo>
                      <a:pt x="2252" y="1"/>
                    </a:moveTo>
                    <a:cubicBezTo>
                      <a:pt x="2147" y="1"/>
                      <a:pt x="2040" y="48"/>
                      <a:pt x="1953" y="162"/>
                    </a:cubicBezTo>
                    <a:lnTo>
                      <a:pt x="227" y="2115"/>
                    </a:lnTo>
                    <a:cubicBezTo>
                      <a:pt x="0" y="2365"/>
                      <a:pt x="191" y="2758"/>
                      <a:pt x="524" y="2758"/>
                    </a:cubicBezTo>
                    <a:cubicBezTo>
                      <a:pt x="535" y="2759"/>
                      <a:pt x="545" y="2759"/>
                      <a:pt x="555" y="2759"/>
                    </a:cubicBezTo>
                    <a:cubicBezTo>
                      <a:pt x="662" y="2759"/>
                      <a:pt x="757" y="2703"/>
                      <a:pt x="822" y="2627"/>
                    </a:cubicBezTo>
                    <a:lnTo>
                      <a:pt x="2536" y="674"/>
                    </a:lnTo>
                    <a:cubicBezTo>
                      <a:pt x="2827" y="383"/>
                      <a:pt x="2550" y="1"/>
                      <a:pt x="2252"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sp>
        <p:nvSpPr>
          <p:cNvPr id="3" name="Google Shape;962;p41">
            <a:extLst>
              <a:ext uri="{FF2B5EF4-FFF2-40B4-BE49-F238E27FC236}">
                <a16:creationId xmlns:a16="http://schemas.microsoft.com/office/drawing/2014/main" id="{F31ACE8D-C8A7-F9BA-5C5C-BDE49CCF1E09}"/>
              </a:ext>
            </a:extLst>
          </p:cNvPr>
          <p:cNvSpPr txBox="1">
            <a:spLocks noGrp="1"/>
          </p:cNvSpPr>
          <p:nvPr/>
        </p:nvSpPr>
        <p:spPr>
          <a:xfrm>
            <a:off x="4864840" y="2860963"/>
            <a:ext cx="6654020"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pPr algn="r"/>
            <a:r>
              <a:rPr lang="en" sz="4400">
                <a:solidFill>
                  <a:srgbClr val="C55C4B"/>
                </a:solidFill>
                <a:latin typeface="Bebas Neue"/>
              </a:rPr>
              <a:t>Section 3: </a:t>
            </a:r>
          </a:p>
          <a:p>
            <a:pPr algn="r"/>
            <a:r>
              <a:rPr lang="en-GB" sz="6600">
                <a:solidFill>
                  <a:srgbClr val="C55C4B"/>
                </a:solidFill>
                <a:latin typeface="Bebas Neue"/>
              </a:rPr>
              <a:t>Data Preprocessing</a:t>
            </a:r>
            <a:endParaRPr lang="en" sz="6600">
              <a:solidFill>
                <a:srgbClr val="C55C4B"/>
              </a:solidFill>
              <a:latin typeface="Bebas Neue"/>
            </a:endParaRPr>
          </a:p>
        </p:txBody>
      </p:sp>
    </p:spTree>
    <p:extLst>
      <p:ext uri="{BB962C8B-B14F-4D97-AF65-F5344CB8AC3E}">
        <p14:creationId xmlns:p14="http://schemas.microsoft.com/office/powerpoint/2010/main" val="162286649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38"/>
          <p:cNvSpPr txBox="1">
            <a:spLocks noGrp="1"/>
          </p:cNvSpPr>
          <p:nvPr>
            <p:ph type="title"/>
          </p:nvPr>
        </p:nvSpPr>
        <p:spPr>
          <a:xfrm>
            <a:off x="939143" y="932108"/>
            <a:ext cx="8691963" cy="39285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 sz="1850" b="1">
                <a:solidFill>
                  <a:schemeClr val="bg2">
                    <a:lumMod val="25000"/>
                  </a:schemeClr>
                </a:solidFill>
                <a:latin typeface="+mj-lt"/>
              </a:rPr>
              <a:t>The fitst 3 data of our dataset  in </a:t>
            </a:r>
            <a:r>
              <a:rPr lang="en-US" sz="1400" b="0" i="0">
                <a:solidFill>
                  <a:srgbClr val="000000"/>
                </a:solidFill>
                <a:effectLst/>
                <a:latin typeface="Consolas" panose="020B0609020204030204" pitchFamily="49" charset="0"/>
              </a:rPr>
              <a:t>malaysia_house_rental_price_data.csv</a:t>
            </a:r>
            <a:r>
              <a:rPr lang="en-US" sz="1600" b="0" i="0">
                <a:solidFill>
                  <a:srgbClr val="000000"/>
                </a:solidFill>
                <a:effectLst/>
              </a:rPr>
              <a:t> </a:t>
            </a:r>
            <a:r>
              <a:rPr lang="en" sz="1850" b="1">
                <a:solidFill>
                  <a:schemeClr val="bg2">
                    <a:lumMod val="25000"/>
                  </a:schemeClr>
                </a:solidFill>
                <a:latin typeface="+mj-lt"/>
              </a:rPr>
              <a:t>is as follows:</a:t>
            </a:r>
            <a:endParaRPr lang="en-US" b="1">
              <a:solidFill>
                <a:schemeClr val="bg2">
                  <a:lumMod val="25000"/>
                </a:schemeClr>
              </a:solidFill>
              <a:latin typeface="+mj-lt"/>
            </a:endParaRPr>
          </a:p>
        </p:txBody>
      </p:sp>
      <p:sp>
        <p:nvSpPr>
          <p:cNvPr id="908" name="Google Shape;908;p38"/>
          <p:cNvSpPr/>
          <p:nvPr/>
        </p:nvSpPr>
        <p:spPr>
          <a:xfrm>
            <a:off x="-2523994" y="258335"/>
            <a:ext cx="3363948" cy="2320963"/>
          </a:xfrm>
          <a:custGeom>
            <a:avLst/>
            <a:gdLst/>
            <a:ahLst/>
            <a:cxnLst/>
            <a:rect l="l" t="t" r="r" b="b"/>
            <a:pathLst>
              <a:path w="15253" h="10524" extrusionOk="0">
                <a:moveTo>
                  <a:pt x="7012" y="1"/>
                </a:moveTo>
                <a:cubicBezTo>
                  <a:pt x="6601" y="1"/>
                  <a:pt x="6193" y="59"/>
                  <a:pt x="5799" y="181"/>
                </a:cubicBezTo>
                <a:cubicBezTo>
                  <a:pt x="4537" y="574"/>
                  <a:pt x="3477" y="1669"/>
                  <a:pt x="3287" y="2979"/>
                </a:cubicBezTo>
                <a:cubicBezTo>
                  <a:pt x="3200" y="2970"/>
                  <a:pt x="3112" y="2965"/>
                  <a:pt x="3025" y="2965"/>
                </a:cubicBezTo>
                <a:cubicBezTo>
                  <a:pt x="1898" y="2965"/>
                  <a:pt x="735" y="3729"/>
                  <a:pt x="381" y="4801"/>
                </a:cubicBezTo>
                <a:cubicBezTo>
                  <a:pt x="0" y="5956"/>
                  <a:pt x="560" y="7349"/>
                  <a:pt x="1643" y="7896"/>
                </a:cubicBezTo>
                <a:cubicBezTo>
                  <a:pt x="2244" y="8202"/>
                  <a:pt x="2930" y="8256"/>
                  <a:pt x="3608" y="8256"/>
                </a:cubicBezTo>
                <a:cubicBezTo>
                  <a:pt x="3695" y="8256"/>
                  <a:pt x="3783" y="8255"/>
                  <a:pt x="3870" y="8254"/>
                </a:cubicBezTo>
                <a:cubicBezTo>
                  <a:pt x="4239" y="9230"/>
                  <a:pt x="5239" y="9873"/>
                  <a:pt x="6227" y="10230"/>
                </a:cubicBezTo>
                <a:cubicBezTo>
                  <a:pt x="6525" y="10337"/>
                  <a:pt x="6835" y="10421"/>
                  <a:pt x="7156" y="10480"/>
                </a:cubicBezTo>
                <a:cubicBezTo>
                  <a:pt x="7353" y="10509"/>
                  <a:pt x="7551" y="10523"/>
                  <a:pt x="7746" y="10523"/>
                </a:cubicBezTo>
                <a:cubicBezTo>
                  <a:pt x="9085" y="10523"/>
                  <a:pt x="10352" y="9862"/>
                  <a:pt x="11121" y="8730"/>
                </a:cubicBezTo>
                <a:cubicBezTo>
                  <a:pt x="11516" y="8913"/>
                  <a:pt x="11945" y="9006"/>
                  <a:pt x="12373" y="9006"/>
                </a:cubicBezTo>
                <a:cubicBezTo>
                  <a:pt x="12835" y="9006"/>
                  <a:pt x="13296" y="8898"/>
                  <a:pt x="13716" y="8682"/>
                </a:cubicBezTo>
                <a:cubicBezTo>
                  <a:pt x="14526" y="8254"/>
                  <a:pt x="15074" y="7456"/>
                  <a:pt x="15169" y="6551"/>
                </a:cubicBezTo>
                <a:cubicBezTo>
                  <a:pt x="15252" y="5622"/>
                  <a:pt x="14824" y="4717"/>
                  <a:pt x="14062" y="4182"/>
                </a:cubicBezTo>
                <a:cubicBezTo>
                  <a:pt x="14490" y="3586"/>
                  <a:pt x="14526" y="2812"/>
                  <a:pt x="14181" y="2170"/>
                </a:cubicBezTo>
                <a:cubicBezTo>
                  <a:pt x="13812" y="1539"/>
                  <a:pt x="13169" y="1134"/>
                  <a:pt x="12442" y="1086"/>
                </a:cubicBezTo>
                <a:cubicBezTo>
                  <a:pt x="12397" y="1083"/>
                  <a:pt x="12351" y="1082"/>
                  <a:pt x="12306" y="1082"/>
                </a:cubicBezTo>
                <a:cubicBezTo>
                  <a:pt x="11635" y="1082"/>
                  <a:pt x="10957" y="1404"/>
                  <a:pt x="10478" y="1872"/>
                </a:cubicBezTo>
                <a:cubicBezTo>
                  <a:pt x="10418" y="1384"/>
                  <a:pt x="10014" y="1027"/>
                  <a:pt x="9597" y="765"/>
                </a:cubicBezTo>
                <a:cubicBezTo>
                  <a:pt x="8827" y="281"/>
                  <a:pt x="7916" y="1"/>
                  <a:pt x="7012"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 name="Google Shape;962;p41">
            <a:extLst>
              <a:ext uri="{FF2B5EF4-FFF2-40B4-BE49-F238E27FC236}">
                <a16:creationId xmlns:a16="http://schemas.microsoft.com/office/drawing/2014/main" id="{E12E379D-8968-FDFE-A813-609C589B2C25}"/>
              </a:ext>
            </a:extLst>
          </p:cNvPr>
          <p:cNvSpPr txBox="1">
            <a:spLocks/>
          </p:cNvSpPr>
          <p:nvPr/>
        </p:nvSpPr>
        <p:spPr>
          <a:xfrm>
            <a:off x="831848" y="230876"/>
            <a:ext cx="8799258" cy="539432"/>
          </a:xfrm>
          <a:prstGeom prst="rect">
            <a:avLst/>
          </a:prstGeom>
        </p:spPr>
        <p:txBody>
          <a:bodyPr spcFirstLastPara="1" vert="horz" wrap="square" lIns="121900" tIns="121900" rIns="121900" bIns="1219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MY" sz="4000">
                <a:solidFill>
                  <a:schemeClr val="accent5">
                    <a:lumMod val="75000"/>
                  </a:schemeClr>
                </a:solidFill>
                <a:latin typeface="Bebas Neue"/>
              </a:rPr>
              <a:t>Overview of our Dataset</a:t>
            </a:r>
            <a:endParaRPr lang="en" sz="4000">
              <a:solidFill>
                <a:schemeClr val="accent5">
                  <a:lumMod val="75000"/>
                </a:schemeClr>
              </a:solidFill>
              <a:latin typeface="Bebas Neue"/>
            </a:endParaRPr>
          </a:p>
        </p:txBody>
      </p:sp>
      <p:graphicFrame>
        <p:nvGraphicFramePr>
          <p:cNvPr id="6" name="Table 5">
            <a:extLst>
              <a:ext uri="{FF2B5EF4-FFF2-40B4-BE49-F238E27FC236}">
                <a16:creationId xmlns:a16="http://schemas.microsoft.com/office/drawing/2014/main" id="{76509CF2-CBB8-35B9-B574-CBE160F13281}"/>
              </a:ext>
            </a:extLst>
          </p:cNvPr>
          <p:cNvGraphicFramePr>
            <a:graphicFrameLocks noGrp="1"/>
          </p:cNvGraphicFramePr>
          <p:nvPr>
            <p:extLst>
              <p:ext uri="{D42A27DB-BD31-4B8C-83A1-F6EECF244321}">
                <p14:modId xmlns:p14="http://schemas.microsoft.com/office/powerpoint/2010/main" val="3196805794"/>
              </p:ext>
            </p:extLst>
          </p:nvPr>
        </p:nvGraphicFramePr>
        <p:xfrm>
          <a:off x="986788" y="4403714"/>
          <a:ext cx="9724199" cy="1291030"/>
        </p:xfrm>
        <a:graphic>
          <a:graphicData uri="http://schemas.openxmlformats.org/drawingml/2006/table">
            <a:tbl>
              <a:tblPr firstRow="1" bandRow="1">
                <a:tableStyleId>{16D9F66E-5EB9-4882-86FB-DCBF35E3C3E4}</a:tableStyleId>
              </a:tblPr>
              <a:tblGrid>
                <a:gridCol w="1947331">
                  <a:extLst>
                    <a:ext uri="{9D8B030D-6E8A-4147-A177-3AD203B41FA5}">
                      <a16:colId xmlns:a16="http://schemas.microsoft.com/office/drawing/2014/main" val="1173824331"/>
                    </a:ext>
                  </a:extLst>
                </a:gridCol>
                <a:gridCol w="7776868">
                  <a:extLst>
                    <a:ext uri="{9D8B030D-6E8A-4147-A177-3AD203B41FA5}">
                      <a16:colId xmlns:a16="http://schemas.microsoft.com/office/drawing/2014/main" val="414679059"/>
                    </a:ext>
                  </a:extLst>
                </a:gridCol>
              </a:tblGrid>
              <a:tr h="889986">
                <a:tc>
                  <a:txBody>
                    <a:bodyPr/>
                    <a:lstStyle/>
                    <a:p>
                      <a:pPr lvl="0" algn="r">
                        <a:buNone/>
                      </a:pPr>
                      <a:r>
                        <a:rPr lang="en" sz="1600" b="1" u="none" strike="noStrike" noProof="0">
                          <a:solidFill>
                            <a:schemeClr val="accent1">
                              <a:lumMod val="50000"/>
                            </a:schemeClr>
                          </a:solidFill>
                        </a:rPr>
                        <a:t>Features:</a:t>
                      </a:r>
                      <a:endParaRPr lang="en-US" sz="1400" i="0">
                        <a:solidFill>
                          <a:schemeClr val="accent1">
                            <a:lumMod val="50000"/>
                          </a:schemeClr>
                        </a:solidFill>
                        <a:latin typeface="+mn-lt"/>
                      </a:endParaRPr>
                    </a:p>
                  </a:txBody>
                  <a:tcPr/>
                </a:tc>
                <a:tc>
                  <a:txBody>
                    <a:bodyPr/>
                    <a:lstStyle/>
                    <a:p>
                      <a:pPr lvl="0">
                        <a:buNone/>
                      </a:pPr>
                      <a:endParaRPr lang="en-US" sz="1400" i="0">
                        <a:latin typeface="+mn-lt"/>
                      </a:endParaRPr>
                    </a:p>
                  </a:txBody>
                  <a:tcPr/>
                </a:tc>
                <a:extLst>
                  <a:ext uri="{0D108BD9-81ED-4DB2-BD59-A6C34878D82A}">
                    <a16:rowId xmlns:a16="http://schemas.microsoft.com/office/drawing/2014/main" val="3558537405"/>
                  </a:ext>
                </a:extLst>
              </a:tr>
              <a:tr h="401044">
                <a:tc>
                  <a:txBody>
                    <a:bodyPr/>
                    <a:lstStyle/>
                    <a:p>
                      <a:pPr lvl="0" algn="r">
                        <a:buNone/>
                      </a:pPr>
                      <a:r>
                        <a:rPr lang="en" sz="1600" b="1" u="none" strike="noStrike" noProof="0">
                          <a:solidFill>
                            <a:schemeClr val="accent1">
                              <a:lumMod val="50000"/>
                            </a:schemeClr>
                          </a:solidFill>
                        </a:rPr>
                        <a:t>Target feature:</a:t>
                      </a:r>
                      <a:endParaRPr lang="en-US" sz="1400" i="0">
                        <a:solidFill>
                          <a:schemeClr val="accent1">
                            <a:lumMod val="50000"/>
                          </a:schemeClr>
                        </a:solidFill>
                        <a:latin typeface="+mn-lt"/>
                      </a:endParaRPr>
                    </a:p>
                  </a:txBody>
                  <a:tcPr/>
                </a:tc>
                <a:tc>
                  <a:txBody>
                    <a:bodyPr/>
                    <a:lstStyle/>
                    <a:p>
                      <a:pPr lvl="0">
                        <a:buNone/>
                      </a:pPr>
                      <a:endParaRPr lang="en-GB" sz="1400" i="0">
                        <a:latin typeface="+mn-lt"/>
                      </a:endParaRPr>
                    </a:p>
                  </a:txBody>
                  <a:tcPr/>
                </a:tc>
                <a:extLst>
                  <a:ext uri="{0D108BD9-81ED-4DB2-BD59-A6C34878D82A}">
                    <a16:rowId xmlns:a16="http://schemas.microsoft.com/office/drawing/2014/main" val="2849361875"/>
                  </a:ext>
                </a:extLst>
              </a:tr>
            </a:tbl>
          </a:graphicData>
        </a:graphic>
      </p:graphicFrame>
      <p:pic>
        <p:nvPicPr>
          <p:cNvPr id="7" name="Picture 6">
            <a:extLst>
              <a:ext uri="{FF2B5EF4-FFF2-40B4-BE49-F238E27FC236}">
                <a16:creationId xmlns:a16="http://schemas.microsoft.com/office/drawing/2014/main" id="{782FB0A7-7F3A-6B2F-0C00-EFA5A255CF69}"/>
              </a:ext>
            </a:extLst>
          </p:cNvPr>
          <p:cNvPicPr>
            <a:picLocks noChangeAspect="1"/>
          </p:cNvPicPr>
          <p:nvPr/>
        </p:nvPicPr>
        <p:blipFill rotWithShape="1">
          <a:blip r:embed="rId3"/>
          <a:srcRect b="38792"/>
          <a:stretch/>
        </p:blipFill>
        <p:spPr>
          <a:xfrm>
            <a:off x="986788" y="1357842"/>
            <a:ext cx="9724199" cy="2711057"/>
          </a:xfrm>
          <a:prstGeom prst="rect">
            <a:avLst/>
          </a:prstGeom>
        </p:spPr>
      </p:pic>
      <p:sp>
        <p:nvSpPr>
          <p:cNvPr id="4" name="TextBox 3">
            <a:extLst>
              <a:ext uri="{FF2B5EF4-FFF2-40B4-BE49-F238E27FC236}">
                <a16:creationId xmlns:a16="http://schemas.microsoft.com/office/drawing/2014/main" id="{40734D12-2913-28E8-29B1-1B02E9479C7E}"/>
              </a:ext>
            </a:extLst>
          </p:cNvPr>
          <p:cNvSpPr txBox="1"/>
          <p:nvPr/>
        </p:nvSpPr>
        <p:spPr>
          <a:xfrm>
            <a:off x="2946207" y="4403714"/>
            <a:ext cx="7764780" cy="923330"/>
          </a:xfrm>
          <a:prstGeom prst="rect">
            <a:avLst/>
          </a:prstGeom>
          <a:noFill/>
        </p:spPr>
        <p:txBody>
          <a:bodyPr wrap="square">
            <a:spAutoFit/>
          </a:bodyPr>
          <a:lstStyle/>
          <a:p>
            <a:pPr lvl="0">
              <a:buNone/>
            </a:pPr>
            <a:r>
              <a:rPr lang="en" sz="1800" b="0" u="none" strike="noStrike" noProof="0">
                <a:solidFill>
                  <a:schemeClr val="bg2">
                    <a:lumMod val="25000"/>
                  </a:schemeClr>
                </a:solidFill>
              </a:rPr>
              <a:t>Property name, Completion year, Property type, Rooms, Bathrooms, Parking slots, Size of property, Furnished condition, Facilities and Additional Facilities available, City, Area</a:t>
            </a:r>
            <a:endParaRPr lang="en-US" sz="1600" i="0">
              <a:latin typeface="+mn-lt"/>
            </a:endParaRPr>
          </a:p>
        </p:txBody>
      </p:sp>
      <p:sp>
        <p:nvSpPr>
          <p:cNvPr id="8" name="TextBox 7">
            <a:extLst>
              <a:ext uri="{FF2B5EF4-FFF2-40B4-BE49-F238E27FC236}">
                <a16:creationId xmlns:a16="http://schemas.microsoft.com/office/drawing/2014/main" id="{8D5613FA-2E68-FC7A-0711-655D5E7AE5EB}"/>
              </a:ext>
            </a:extLst>
          </p:cNvPr>
          <p:cNvSpPr txBox="1"/>
          <p:nvPr/>
        </p:nvSpPr>
        <p:spPr>
          <a:xfrm>
            <a:off x="2946207" y="5292527"/>
            <a:ext cx="7764780" cy="369332"/>
          </a:xfrm>
          <a:prstGeom prst="rect">
            <a:avLst/>
          </a:prstGeom>
          <a:noFill/>
        </p:spPr>
        <p:txBody>
          <a:bodyPr wrap="square">
            <a:spAutoFit/>
          </a:bodyPr>
          <a:lstStyle/>
          <a:p>
            <a:pPr lvl="0">
              <a:buNone/>
            </a:pPr>
            <a:r>
              <a:rPr lang="en" sz="1800" b="0" u="none" strike="noStrike" noProof="0">
                <a:solidFill>
                  <a:schemeClr val="bg2">
                    <a:lumMod val="25000"/>
                  </a:schemeClr>
                </a:solidFill>
              </a:rPr>
              <a:t>Monthly rent</a:t>
            </a:r>
            <a:endParaRPr lang="en-GB" sz="1600" i="0">
              <a:latin typeface="+mn-lt"/>
            </a:endParaRPr>
          </a:p>
        </p:txBody>
      </p:sp>
    </p:spTree>
    <p:extLst>
      <p:ext uri="{BB962C8B-B14F-4D97-AF65-F5344CB8AC3E}">
        <p14:creationId xmlns:p14="http://schemas.microsoft.com/office/powerpoint/2010/main" val="28973839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8" name="Google Shape;908;p38"/>
          <p:cNvSpPr/>
          <p:nvPr/>
        </p:nvSpPr>
        <p:spPr>
          <a:xfrm>
            <a:off x="-2523994" y="258335"/>
            <a:ext cx="3363948" cy="2320963"/>
          </a:xfrm>
          <a:custGeom>
            <a:avLst/>
            <a:gdLst/>
            <a:ahLst/>
            <a:cxnLst/>
            <a:rect l="l" t="t" r="r" b="b"/>
            <a:pathLst>
              <a:path w="15253" h="10524" extrusionOk="0">
                <a:moveTo>
                  <a:pt x="7012" y="1"/>
                </a:moveTo>
                <a:cubicBezTo>
                  <a:pt x="6601" y="1"/>
                  <a:pt x="6193" y="59"/>
                  <a:pt x="5799" y="181"/>
                </a:cubicBezTo>
                <a:cubicBezTo>
                  <a:pt x="4537" y="574"/>
                  <a:pt x="3477" y="1669"/>
                  <a:pt x="3287" y="2979"/>
                </a:cubicBezTo>
                <a:cubicBezTo>
                  <a:pt x="3200" y="2970"/>
                  <a:pt x="3112" y="2965"/>
                  <a:pt x="3025" y="2965"/>
                </a:cubicBezTo>
                <a:cubicBezTo>
                  <a:pt x="1898" y="2965"/>
                  <a:pt x="735" y="3729"/>
                  <a:pt x="381" y="4801"/>
                </a:cubicBezTo>
                <a:cubicBezTo>
                  <a:pt x="0" y="5956"/>
                  <a:pt x="560" y="7349"/>
                  <a:pt x="1643" y="7896"/>
                </a:cubicBezTo>
                <a:cubicBezTo>
                  <a:pt x="2244" y="8202"/>
                  <a:pt x="2930" y="8256"/>
                  <a:pt x="3608" y="8256"/>
                </a:cubicBezTo>
                <a:cubicBezTo>
                  <a:pt x="3695" y="8256"/>
                  <a:pt x="3783" y="8255"/>
                  <a:pt x="3870" y="8254"/>
                </a:cubicBezTo>
                <a:cubicBezTo>
                  <a:pt x="4239" y="9230"/>
                  <a:pt x="5239" y="9873"/>
                  <a:pt x="6227" y="10230"/>
                </a:cubicBezTo>
                <a:cubicBezTo>
                  <a:pt x="6525" y="10337"/>
                  <a:pt x="6835" y="10421"/>
                  <a:pt x="7156" y="10480"/>
                </a:cubicBezTo>
                <a:cubicBezTo>
                  <a:pt x="7353" y="10509"/>
                  <a:pt x="7551" y="10523"/>
                  <a:pt x="7746" y="10523"/>
                </a:cubicBezTo>
                <a:cubicBezTo>
                  <a:pt x="9085" y="10523"/>
                  <a:pt x="10352" y="9862"/>
                  <a:pt x="11121" y="8730"/>
                </a:cubicBezTo>
                <a:cubicBezTo>
                  <a:pt x="11516" y="8913"/>
                  <a:pt x="11945" y="9006"/>
                  <a:pt x="12373" y="9006"/>
                </a:cubicBezTo>
                <a:cubicBezTo>
                  <a:pt x="12835" y="9006"/>
                  <a:pt x="13296" y="8898"/>
                  <a:pt x="13716" y="8682"/>
                </a:cubicBezTo>
                <a:cubicBezTo>
                  <a:pt x="14526" y="8254"/>
                  <a:pt x="15074" y="7456"/>
                  <a:pt x="15169" y="6551"/>
                </a:cubicBezTo>
                <a:cubicBezTo>
                  <a:pt x="15252" y="5622"/>
                  <a:pt x="14824" y="4717"/>
                  <a:pt x="14062" y="4182"/>
                </a:cubicBezTo>
                <a:cubicBezTo>
                  <a:pt x="14490" y="3586"/>
                  <a:pt x="14526" y="2812"/>
                  <a:pt x="14181" y="2170"/>
                </a:cubicBezTo>
                <a:cubicBezTo>
                  <a:pt x="13812" y="1539"/>
                  <a:pt x="13169" y="1134"/>
                  <a:pt x="12442" y="1086"/>
                </a:cubicBezTo>
                <a:cubicBezTo>
                  <a:pt x="12397" y="1083"/>
                  <a:pt x="12351" y="1082"/>
                  <a:pt x="12306" y="1082"/>
                </a:cubicBezTo>
                <a:cubicBezTo>
                  <a:pt x="11635" y="1082"/>
                  <a:pt x="10957" y="1404"/>
                  <a:pt x="10478" y="1872"/>
                </a:cubicBezTo>
                <a:cubicBezTo>
                  <a:pt x="10418" y="1384"/>
                  <a:pt x="10014" y="1027"/>
                  <a:pt x="9597" y="765"/>
                </a:cubicBezTo>
                <a:cubicBezTo>
                  <a:pt x="8827" y="281"/>
                  <a:pt x="7916" y="1"/>
                  <a:pt x="7012"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 name="Google Shape;962;p41">
            <a:extLst>
              <a:ext uri="{FF2B5EF4-FFF2-40B4-BE49-F238E27FC236}">
                <a16:creationId xmlns:a16="http://schemas.microsoft.com/office/drawing/2014/main" id="{E12E379D-8968-FDFE-A813-609C589B2C25}"/>
              </a:ext>
            </a:extLst>
          </p:cNvPr>
          <p:cNvSpPr txBox="1">
            <a:spLocks/>
          </p:cNvSpPr>
          <p:nvPr/>
        </p:nvSpPr>
        <p:spPr>
          <a:xfrm>
            <a:off x="839954" y="192955"/>
            <a:ext cx="8799258" cy="539432"/>
          </a:xfrm>
          <a:prstGeom prst="rect">
            <a:avLst/>
          </a:prstGeom>
        </p:spPr>
        <p:txBody>
          <a:bodyPr spcFirstLastPara="1" vert="horz" wrap="square" lIns="121900" tIns="121900" rIns="121900" bIns="1219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MY" sz="4000">
                <a:solidFill>
                  <a:schemeClr val="accent5">
                    <a:lumMod val="75000"/>
                  </a:schemeClr>
                </a:solidFill>
                <a:latin typeface="Bebas Neue"/>
              </a:rPr>
              <a:t>Issues in our dataset</a:t>
            </a:r>
            <a:endParaRPr lang="en" sz="4000">
              <a:solidFill>
                <a:schemeClr val="accent5">
                  <a:lumMod val="75000"/>
                </a:schemeClr>
              </a:solidFill>
              <a:latin typeface="Bebas Neue"/>
            </a:endParaRPr>
          </a:p>
        </p:txBody>
      </p:sp>
      <p:sp>
        <p:nvSpPr>
          <p:cNvPr id="7" name="Google Shape;962;p41">
            <a:extLst>
              <a:ext uri="{FF2B5EF4-FFF2-40B4-BE49-F238E27FC236}">
                <a16:creationId xmlns:a16="http://schemas.microsoft.com/office/drawing/2014/main" id="{E12E379D-8968-FDFE-A813-609C589B2C25}"/>
              </a:ext>
            </a:extLst>
          </p:cNvPr>
          <p:cNvSpPr txBox="1">
            <a:spLocks/>
          </p:cNvSpPr>
          <p:nvPr/>
        </p:nvSpPr>
        <p:spPr>
          <a:xfrm>
            <a:off x="839954" y="192955"/>
            <a:ext cx="8799258" cy="539432"/>
          </a:xfrm>
          <a:prstGeom prst="rect">
            <a:avLst/>
          </a:prstGeom>
        </p:spPr>
        <p:txBody>
          <a:bodyPr spcFirstLastPara="1" vert="horz" wrap="square" lIns="121900" tIns="121900" rIns="121900" bIns="1219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MY" sz="4000">
                <a:solidFill>
                  <a:schemeClr val="accent5">
                    <a:lumMod val="75000"/>
                  </a:schemeClr>
                </a:solidFill>
                <a:latin typeface="Bebas Neue"/>
              </a:rPr>
              <a:t>Issues in our dataset</a:t>
            </a:r>
            <a:endParaRPr lang="en" sz="4000">
              <a:solidFill>
                <a:schemeClr val="accent5">
                  <a:lumMod val="75000"/>
                </a:schemeClr>
              </a:solidFill>
              <a:latin typeface="Bebas Neue"/>
            </a:endParaRPr>
          </a:p>
        </p:txBody>
      </p:sp>
      <p:graphicFrame>
        <p:nvGraphicFramePr>
          <p:cNvPr id="8" name="Table 7">
            <a:extLst>
              <a:ext uri="{FF2B5EF4-FFF2-40B4-BE49-F238E27FC236}">
                <a16:creationId xmlns:a16="http://schemas.microsoft.com/office/drawing/2014/main" id="{69807191-C7C6-9E14-7A3D-D567EEADC676}"/>
              </a:ext>
            </a:extLst>
          </p:cNvPr>
          <p:cNvGraphicFramePr>
            <a:graphicFrameLocks noGrp="1"/>
          </p:cNvGraphicFramePr>
          <p:nvPr>
            <p:extLst>
              <p:ext uri="{D42A27DB-BD31-4B8C-83A1-F6EECF244321}">
                <p14:modId xmlns:p14="http://schemas.microsoft.com/office/powerpoint/2010/main" val="2727173070"/>
              </p:ext>
            </p:extLst>
          </p:nvPr>
        </p:nvGraphicFramePr>
        <p:xfrm>
          <a:off x="861744" y="1146521"/>
          <a:ext cx="10468512" cy="1104707"/>
        </p:xfrm>
        <a:graphic>
          <a:graphicData uri="http://schemas.openxmlformats.org/drawingml/2006/table">
            <a:tbl>
              <a:tblPr firstRow="1" bandRow="1">
                <a:tableStyleId>{5C22544A-7EE6-4342-B048-85BDC9FD1C3A}</a:tableStyleId>
              </a:tblPr>
              <a:tblGrid>
                <a:gridCol w="3263216">
                  <a:extLst>
                    <a:ext uri="{9D8B030D-6E8A-4147-A177-3AD203B41FA5}">
                      <a16:colId xmlns:a16="http://schemas.microsoft.com/office/drawing/2014/main" val="2468362226"/>
                    </a:ext>
                  </a:extLst>
                </a:gridCol>
                <a:gridCol w="329053">
                  <a:extLst>
                    <a:ext uri="{9D8B030D-6E8A-4147-A177-3AD203B41FA5}">
                      <a16:colId xmlns:a16="http://schemas.microsoft.com/office/drawing/2014/main" val="2547164999"/>
                    </a:ext>
                  </a:extLst>
                </a:gridCol>
                <a:gridCol w="6876243">
                  <a:extLst>
                    <a:ext uri="{9D8B030D-6E8A-4147-A177-3AD203B41FA5}">
                      <a16:colId xmlns:a16="http://schemas.microsoft.com/office/drawing/2014/main" val="1187186448"/>
                    </a:ext>
                  </a:extLst>
                </a:gridCol>
              </a:tblGrid>
              <a:tr h="6994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sz="1800" b="0">
                          <a:solidFill>
                            <a:schemeClr val="accent5">
                              <a:lumMod val="50000"/>
                            </a:schemeClr>
                          </a:solidFill>
                          <a:latin typeface="+mn-lt"/>
                          <a:ea typeface="+mj-lt"/>
                          <a:cs typeface="+mj-lt"/>
                        </a:rPr>
                        <a:t>Repetitive Information</a:t>
                      </a:r>
                      <a:endParaRPr lang="en" sz="1800">
                        <a:solidFill>
                          <a:schemeClr val="accent5">
                            <a:lumMod val="50000"/>
                          </a:schemeClr>
                        </a:solidFill>
                        <a:latin typeface="+mn-lt"/>
                        <a:ea typeface="+mj-lt"/>
                        <a:cs typeface="+mj-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5">
                        <a:lumMod val="40000"/>
                        <a:lumOff val="60000"/>
                        <a:alpha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 sz="1800">
                        <a:solidFill>
                          <a:schemeClr val="tx1"/>
                        </a:solidFill>
                        <a:latin typeface="+mn-lt"/>
                        <a:ea typeface="+mj-lt"/>
                        <a:cs typeface="+mj-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sz="1800" b="0" cap="none">
                          <a:solidFill>
                            <a:schemeClr val="accent1">
                              <a:lumMod val="75000"/>
                            </a:schemeClr>
                          </a:solidFill>
                          <a:latin typeface="+mn-lt"/>
                        </a:rPr>
                        <a:t>Overlapping data in </a:t>
                      </a:r>
                      <a:r>
                        <a:rPr lang="en" sz="1600" b="0" i="0" cap="none">
                          <a:solidFill>
                            <a:schemeClr val="accent1">
                              <a:lumMod val="75000"/>
                            </a:schemeClr>
                          </a:solidFill>
                          <a:latin typeface="Consolas" panose="020B0609020204030204" pitchFamily="49" charset="0"/>
                        </a:rPr>
                        <a:t>facilities</a:t>
                      </a:r>
                      <a:r>
                        <a:rPr lang="en" sz="1800" b="0" cap="none">
                          <a:solidFill>
                            <a:schemeClr val="accent1">
                              <a:lumMod val="75000"/>
                            </a:schemeClr>
                          </a:solidFill>
                          <a:latin typeface="+mn-lt"/>
                        </a:rPr>
                        <a:t> and </a:t>
                      </a:r>
                      <a:r>
                        <a:rPr lang="en" sz="1600" b="0" i="0" cap="none">
                          <a:solidFill>
                            <a:schemeClr val="accent1">
                              <a:lumMod val="75000"/>
                            </a:schemeClr>
                          </a:solidFill>
                          <a:latin typeface="Consolas" panose="020B0609020204030204" pitchFamily="49" charset="0"/>
                        </a:rPr>
                        <a:t>additional_facilities </a:t>
                      </a:r>
                      <a:r>
                        <a:rPr lang="en" sz="1800" b="0" cap="none">
                          <a:solidFill>
                            <a:schemeClr val="accent1">
                              <a:lumMod val="75000"/>
                            </a:schemeClr>
                          </a:solidFill>
                          <a:latin typeface="+mn-lt"/>
                        </a:rPr>
                        <a:t>because they have been cumulatively entered as strings</a:t>
                      </a:r>
                      <a:endParaRPr lang="en" sz="1800" b="0" i="1" cap="none">
                        <a:solidFill>
                          <a:schemeClr val="accent1">
                            <a:lumMod val="75000"/>
                          </a:schemeClr>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alpha val="90000"/>
                      </a:schemeClr>
                    </a:solidFill>
                  </a:tcPr>
                </a:tc>
                <a:extLst>
                  <a:ext uri="{0D108BD9-81ED-4DB2-BD59-A6C34878D82A}">
                    <a16:rowId xmlns:a16="http://schemas.microsoft.com/office/drawing/2014/main" val="358279090"/>
                  </a:ext>
                </a:extLst>
              </a:tr>
              <a:tr h="4052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 sz="1800">
                        <a:solidFill>
                          <a:schemeClr val="accent5">
                            <a:lumMod val="50000"/>
                          </a:schemeClr>
                        </a:solidFill>
                        <a:latin typeface="+mn-lt"/>
                        <a:ea typeface="+mj-lt"/>
                        <a:cs typeface="+mj-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 sz="1800">
                        <a:solidFill>
                          <a:schemeClr val="tx1"/>
                        </a:solidFill>
                        <a:latin typeface="+mn-lt"/>
                        <a:ea typeface="+mj-lt"/>
                        <a:cs typeface="+mj-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AU" sz="1800">
                        <a:solidFill>
                          <a:schemeClr val="accent1">
                            <a:lumMod val="75000"/>
                          </a:schemeClr>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177562213"/>
                  </a:ext>
                </a:extLst>
              </a:tr>
            </a:tbl>
          </a:graphicData>
        </a:graphic>
      </p:graphicFrame>
      <p:graphicFrame>
        <p:nvGraphicFramePr>
          <p:cNvPr id="9" name="Table 8">
            <a:extLst>
              <a:ext uri="{FF2B5EF4-FFF2-40B4-BE49-F238E27FC236}">
                <a16:creationId xmlns:a16="http://schemas.microsoft.com/office/drawing/2014/main" id="{999F85B2-3356-787D-4FEC-CEA6838B9000}"/>
              </a:ext>
            </a:extLst>
          </p:cNvPr>
          <p:cNvGraphicFramePr>
            <a:graphicFrameLocks noGrp="1"/>
          </p:cNvGraphicFramePr>
          <p:nvPr>
            <p:extLst>
              <p:ext uri="{D42A27DB-BD31-4B8C-83A1-F6EECF244321}">
                <p14:modId xmlns:p14="http://schemas.microsoft.com/office/powerpoint/2010/main" val="1831982317"/>
              </p:ext>
            </p:extLst>
          </p:nvPr>
        </p:nvGraphicFramePr>
        <p:xfrm>
          <a:off x="861744" y="2179119"/>
          <a:ext cx="10468512" cy="810488"/>
        </p:xfrm>
        <a:graphic>
          <a:graphicData uri="http://schemas.openxmlformats.org/drawingml/2006/table">
            <a:tbl>
              <a:tblPr firstRow="1" bandRow="1">
                <a:tableStyleId>{5C22544A-7EE6-4342-B048-85BDC9FD1C3A}</a:tableStyleId>
              </a:tblPr>
              <a:tblGrid>
                <a:gridCol w="3242896">
                  <a:extLst>
                    <a:ext uri="{9D8B030D-6E8A-4147-A177-3AD203B41FA5}">
                      <a16:colId xmlns:a16="http://schemas.microsoft.com/office/drawing/2014/main" val="1671019085"/>
                    </a:ext>
                  </a:extLst>
                </a:gridCol>
                <a:gridCol w="319876">
                  <a:extLst>
                    <a:ext uri="{9D8B030D-6E8A-4147-A177-3AD203B41FA5}">
                      <a16:colId xmlns:a16="http://schemas.microsoft.com/office/drawing/2014/main" val="853813830"/>
                    </a:ext>
                  </a:extLst>
                </a:gridCol>
                <a:gridCol w="6905740">
                  <a:extLst>
                    <a:ext uri="{9D8B030D-6E8A-4147-A177-3AD203B41FA5}">
                      <a16:colId xmlns:a16="http://schemas.microsoft.com/office/drawing/2014/main" val="2094785354"/>
                    </a:ext>
                  </a:extLst>
                </a:gridCol>
              </a:tblGrid>
              <a:tr h="405244">
                <a:tc>
                  <a:txBody>
                    <a:bodyPr/>
                    <a:lstStyle/>
                    <a:p>
                      <a:r>
                        <a:rPr lang="en" sz="1800" b="0">
                          <a:solidFill>
                            <a:schemeClr val="accent5">
                              <a:lumMod val="50000"/>
                            </a:schemeClr>
                          </a:solidFill>
                          <a:latin typeface="+mn-lt"/>
                          <a:ea typeface="+mj-lt"/>
                          <a:cs typeface="+mj-lt"/>
                        </a:rPr>
                        <a:t>Blank Cells</a:t>
                      </a:r>
                      <a:endParaRPr lang="en-AU" sz="1800">
                        <a:solidFill>
                          <a:schemeClr val="accent5">
                            <a:lumMod val="50000"/>
                          </a:schemeClr>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5">
                        <a:lumMod val="40000"/>
                        <a:lumOff val="60000"/>
                        <a:alpha val="90000"/>
                      </a:schemeClr>
                    </a:solidFill>
                  </a:tcPr>
                </a:tc>
                <a:tc>
                  <a:txBody>
                    <a:bodyPr/>
                    <a:lstStyle/>
                    <a:p>
                      <a:endParaRPr lang="en-AU" sz="180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sz="1800" b="0" cap="none">
                          <a:solidFill>
                            <a:schemeClr val="accent1">
                              <a:lumMod val="75000"/>
                            </a:schemeClr>
                          </a:solidFill>
                          <a:latin typeface="+mn-lt"/>
                        </a:rPr>
                        <a:t>Numerous instances of </a:t>
                      </a:r>
                      <a:r>
                        <a:rPr lang="en" sz="1800" b="0" i="0" cap="none">
                          <a:solidFill>
                            <a:schemeClr val="accent1">
                              <a:lumMod val="75000"/>
                            </a:schemeClr>
                          </a:solidFill>
                          <a:latin typeface="+mn-lt"/>
                        </a:rPr>
                        <a:t>missing</a:t>
                      </a:r>
                      <a:r>
                        <a:rPr lang="en" sz="1800" b="0" i="1" cap="none">
                          <a:solidFill>
                            <a:schemeClr val="accent1">
                              <a:lumMod val="75000"/>
                            </a:schemeClr>
                          </a:solidFill>
                          <a:latin typeface="+mn-lt"/>
                        </a:rPr>
                        <a:t> </a:t>
                      </a:r>
                      <a:r>
                        <a:rPr lang="en" sz="1800" b="0" i="0" cap="none">
                          <a:solidFill>
                            <a:schemeClr val="accent1">
                              <a:lumMod val="75000"/>
                            </a:schemeClr>
                          </a:solidFill>
                          <a:latin typeface="+mn-lt"/>
                        </a:rPr>
                        <a:t>values </a:t>
                      </a:r>
                      <a:r>
                        <a:rPr lang="en" sz="1800" b="0" cap="none">
                          <a:solidFill>
                            <a:schemeClr val="accent1">
                              <a:lumMod val="75000"/>
                            </a:schemeClr>
                          </a:solidFill>
                          <a:latin typeface="+mn-lt"/>
                        </a:rPr>
                        <a:t>throughout the dataset.</a:t>
                      </a:r>
                      <a:endParaRPr lang="en-US" sz="1800" b="0" cap="none">
                        <a:solidFill>
                          <a:schemeClr val="accent1">
                            <a:lumMod val="75000"/>
                          </a:schemeClr>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alpha val="90000"/>
                      </a:schemeClr>
                    </a:solidFill>
                  </a:tcPr>
                </a:tc>
                <a:extLst>
                  <a:ext uri="{0D108BD9-81ED-4DB2-BD59-A6C34878D82A}">
                    <a16:rowId xmlns:a16="http://schemas.microsoft.com/office/drawing/2014/main" val="3672930891"/>
                  </a:ext>
                </a:extLst>
              </a:tr>
              <a:tr h="405244">
                <a:tc>
                  <a:txBody>
                    <a:bodyPr/>
                    <a:lstStyle/>
                    <a:p>
                      <a:endParaRPr lang="en-AU" sz="1800">
                        <a:solidFill>
                          <a:schemeClr val="accent5">
                            <a:lumMod val="50000"/>
                          </a:schemeClr>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AU" sz="180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AU" sz="1800">
                        <a:solidFill>
                          <a:schemeClr val="accent1">
                            <a:lumMod val="75000"/>
                          </a:schemeClr>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4103506546"/>
                  </a:ext>
                </a:extLst>
              </a:tr>
            </a:tbl>
          </a:graphicData>
        </a:graphic>
      </p:graphicFrame>
      <p:graphicFrame>
        <p:nvGraphicFramePr>
          <p:cNvPr id="10" name="Table 9">
            <a:extLst>
              <a:ext uri="{FF2B5EF4-FFF2-40B4-BE49-F238E27FC236}">
                <a16:creationId xmlns:a16="http://schemas.microsoft.com/office/drawing/2014/main" id="{EC46AFD2-3D5B-FCBD-D576-52AA2D33EAB4}"/>
              </a:ext>
            </a:extLst>
          </p:cNvPr>
          <p:cNvGraphicFramePr>
            <a:graphicFrameLocks noGrp="1"/>
          </p:cNvGraphicFramePr>
          <p:nvPr>
            <p:extLst>
              <p:ext uri="{D42A27DB-BD31-4B8C-83A1-F6EECF244321}">
                <p14:modId xmlns:p14="http://schemas.microsoft.com/office/powerpoint/2010/main" val="321232437"/>
              </p:ext>
            </p:extLst>
          </p:nvPr>
        </p:nvGraphicFramePr>
        <p:xfrm>
          <a:off x="861744" y="2989607"/>
          <a:ext cx="10468512" cy="1104707"/>
        </p:xfrm>
        <a:graphic>
          <a:graphicData uri="http://schemas.openxmlformats.org/drawingml/2006/table">
            <a:tbl>
              <a:tblPr firstRow="1" bandRow="1">
                <a:tableStyleId>{5C22544A-7EE6-4342-B048-85BDC9FD1C3A}</a:tableStyleId>
              </a:tblPr>
              <a:tblGrid>
                <a:gridCol w="3242896">
                  <a:extLst>
                    <a:ext uri="{9D8B030D-6E8A-4147-A177-3AD203B41FA5}">
                      <a16:colId xmlns:a16="http://schemas.microsoft.com/office/drawing/2014/main" val="3501954015"/>
                    </a:ext>
                  </a:extLst>
                </a:gridCol>
                <a:gridCol w="310044">
                  <a:extLst>
                    <a:ext uri="{9D8B030D-6E8A-4147-A177-3AD203B41FA5}">
                      <a16:colId xmlns:a16="http://schemas.microsoft.com/office/drawing/2014/main" val="417969854"/>
                    </a:ext>
                  </a:extLst>
                </a:gridCol>
                <a:gridCol w="6915572">
                  <a:extLst>
                    <a:ext uri="{9D8B030D-6E8A-4147-A177-3AD203B41FA5}">
                      <a16:colId xmlns:a16="http://schemas.microsoft.com/office/drawing/2014/main" val="625107242"/>
                    </a:ext>
                  </a:extLst>
                </a:gridCol>
              </a:tblGrid>
              <a:tr h="699463">
                <a:tc>
                  <a:txBody>
                    <a:bodyPr/>
                    <a:lstStyle/>
                    <a:p>
                      <a:r>
                        <a:rPr lang="en" sz="1800" b="0">
                          <a:solidFill>
                            <a:schemeClr val="accent5">
                              <a:lumMod val="50000"/>
                            </a:schemeClr>
                          </a:solidFill>
                          <a:latin typeface="+mn-lt"/>
                          <a:ea typeface="+mj-lt"/>
                          <a:cs typeface="+mj-lt"/>
                        </a:rPr>
                        <a:t>Inconsistent City Names</a:t>
                      </a:r>
                      <a:endParaRPr lang="en-AU" sz="1800">
                        <a:solidFill>
                          <a:schemeClr val="accent5">
                            <a:lumMod val="50000"/>
                          </a:schemeClr>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5">
                        <a:lumMod val="40000"/>
                        <a:lumOff val="60000"/>
                        <a:alpha val="90000"/>
                      </a:schemeClr>
                    </a:solidFill>
                  </a:tcPr>
                </a:tc>
                <a:tc>
                  <a:txBody>
                    <a:bodyPr/>
                    <a:lstStyle/>
                    <a:p>
                      <a:endParaRPr lang="en-AU" sz="180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 sz="1600" b="0" i="0" cap="none">
                          <a:solidFill>
                            <a:schemeClr val="accent1">
                              <a:lumMod val="75000"/>
                            </a:schemeClr>
                          </a:solidFill>
                          <a:latin typeface="Consolas" panose="020B0609020204030204" pitchFamily="49" charset="0"/>
                          <a:cs typeface="Times New Roman"/>
                        </a:rPr>
                        <a:t>Kuala Lumpur</a:t>
                      </a:r>
                      <a:r>
                        <a:rPr lang="en" sz="1800" b="0" cap="none">
                          <a:solidFill>
                            <a:schemeClr val="accent1">
                              <a:lumMod val="75000"/>
                            </a:schemeClr>
                          </a:solidFill>
                          <a:latin typeface="+mn-lt"/>
                          <a:cs typeface="Times New Roman"/>
                        </a:rPr>
                        <a:t> and </a:t>
                      </a:r>
                      <a:r>
                        <a:rPr lang="en" sz="1600" b="0" i="0" cap="none">
                          <a:solidFill>
                            <a:schemeClr val="accent1">
                              <a:lumMod val="75000"/>
                            </a:schemeClr>
                          </a:solidFill>
                          <a:latin typeface="Consolas" panose="020B0609020204030204" pitchFamily="49" charset="0"/>
                          <a:cs typeface="Times New Roman"/>
                        </a:rPr>
                        <a:t>Selangor</a:t>
                      </a:r>
                      <a:r>
                        <a:rPr lang="en" sz="1800" b="0" cap="none">
                          <a:solidFill>
                            <a:schemeClr val="accent1">
                              <a:lumMod val="75000"/>
                            </a:schemeClr>
                          </a:solidFill>
                          <a:latin typeface="+mn-lt"/>
                          <a:cs typeface="Times New Roman"/>
                        </a:rPr>
                        <a:t> have unwanted spaces in the entry names.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alpha val="90000"/>
                      </a:schemeClr>
                    </a:solidFill>
                  </a:tcPr>
                </a:tc>
                <a:extLst>
                  <a:ext uri="{0D108BD9-81ED-4DB2-BD59-A6C34878D82A}">
                    <a16:rowId xmlns:a16="http://schemas.microsoft.com/office/drawing/2014/main" val="2817217093"/>
                  </a:ext>
                </a:extLst>
              </a:tr>
              <a:tr h="405244">
                <a:tc>
                  <a:txBody>
                    <a:bodyPr/>
                    <a:lstStyle/>
                    <a:p>
                      <a:endParaRPr lang="en-AU" sz="1800">
                        <a:solidFill>
                          <a:schemeClr val="accent5">
                            <a:lumMod val="50000"/>
                          </a:schemeClr>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AU" sz="180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 sz="1800" cap="none">
                        <a:solidFill>
                          <a:schemeClr val="accent1">
                            <a:lumMod val="75000"/>
                          </a:schemeClr>
                        </a:solidFill>
                        <a:latin typeface="+mn-lt"/>
                        <a:cs typeface="Times New Roman"/>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396035839"/>
                  </a:ext>
                </a:extLst>
              </a:tr>
            </a:tbl>
          </a:graphicData>
        </a:graphic>
      </p:graphicFrame>
      <p:graphicFrame>
        <p:nvGraphicFramePr>
          <p:cNvPr id="11" name="Table 10">
            <a:extLst>
              <a:ext uri="{FF2B5EF4-FFF2-40B4-BE49-F238E27FC236}">
                <a16:creationId xmlns:a16="http://schemas.microsoft.com/office/drawing/2014/main" id="{A0E167C6-18F0-F316-3866-A79EC5C20D78}"/>
              </a:ext>
            </a:extLst>
          </p:cNvPr>
          <p:cNvGraphicFramePr>
            <a:graphicFrameLocks noGrp="1"/>
          </p:cNvGraphicFramePr>
          <p:nvPr>
            <p:extLst>
              <p:ext uri="{D42A27DB-BD31-4B8C-83A1-F6EECF244321}">
                <p14:modId xmlns:p14="http://schemas.microsoft.com/office/powerpoint/2010/main" val="2917658334"/>
              </p:ext>
            </p:extLst>
          </p:nvPr>
        </p:nvGraphicFramePr>
        <p:xfrm>
          <a:off x="861744" y="4022205"/>
          <a:ext cx="10468512" cy="1104707"/>
        </p:xfrm>
        <a:graphic>
          <a:graphicData uri="http://schemas.openxmlformats.org/drawingml/2006/table">
            <a:tbl>
              <a:tblPr firstRow="1" bandRow="1">
                <a:tableStyleId>{5C22544A-7EE6-4342-B048-85BDC9FD1C3A}</a:tableStyleId>
              </a:tblPr>
              <a:tblGrid>
                <a:gridCol w="3232736">
                  <a:extLst>
                    <a:ext uri="{9D8B030D-6E8A-4147-A177-3AD203B41FA5}">
                      <a16:colId xmlns:a16="http://schemas.microsoft.com/office/drawing/2014/main" val="3062237241"/>
                    </a:ext>
                  </a:extLst>
                </a:gridCol>
                <a:gridCol w="310372">
                  <a:extLst>
                    <a:ext uri="{9D8B030D-6E8A-4147-A177-3AD203B41FA5}">
                      <a16:colId xmlns:a16="http://schemas.microsoft.com/office/drawing/2014/main" val="3557850555"/>
                    </a:ext>
                  </a:extLst>
                </a:gridCol>
                <a:gridCol w="6925404">
                  <a:extLst>
                    <a:ext uri="{9D8B030D-6E8A-4147-A177-3AD203B41FA5}">
                      <a16:colId xmlns:a16="http://schemas.microsoft.com/office/drawing/2014/main" val="2785984803"/>
                    </a:ext>
                  </a:extLst>
                </a:gridCol>
              </a:tblGrid>
              <a:tr h="6994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sz="1800" b="0">
                          <a:solidFill>
                            <a:schemeClr val="accent5">
                              <a:lumMod val="50000"/>
                            </a:schemeClr>
                          </a:solidFill>
                          <a:latin typeface="+mn-lt"/>
                          <a:ea typeface="+mj-lt"/>
                          <a:cs typeface="+mj-lt"/>
                        </a:rPr>
                        <a:t>Not-referable monthly-rent and size Information</a:t>
                      </a:r>
                      <a:endParaRPr lang="en-US" sz="1800">
                        <a:solidFill>
                          <a:schemeClr val="accent5">
                            <a:lumMod val="50000"/>
                          </a:schemeClr>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5">
                        <a:lumMod val="40000"/>
                        <a:lumOff val="60000"/>
                        <a:alpha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sz="1800" b="0" cap="none">
                          <a:solidFill>
                            <a:schemeClr val="accent1">
                              <a:lumMod val="75000"/>
                            </a:schemeClr>
                          </a:solidFill>
                          <a:latin typeface="+mn-lt"/>
                        </a:rPr>
                        <a:t>Some data seems unreliable. i.e., “</a:t>
                      </a:r>
                      <a:r>
                        <a:rPr lang="en" sz="1800" b="0" i="0" cap="none">
                          <a:solidFill>
                            <a:schemeClr val="accent1">
                              <a:lumMod val="75000"/>
                            </a:schemeClr>
                          </a:solidFill>
                          <a:latin typeface="+mn-lt"/>
                        </a:rPr>
                        <a:t>rent: </a:t>
                      </a:r>
                      <a:r>
                        <a:rPr lang="en" sz="1600" b="0" i="0" cap="none">
                          <a:solidFill>
                            <a:schemeClr val="accent1">
                              <a:lumMod val="75000"/>
                            </a:schemeClr>
                          </a:solidFill>
                          <a:latin typeface="Consolas" panose="020B0609020204030204" pitchFamily="49" charset="0"/>
                        </a:rPr>
                        <a:t>RM240000</a:t>
                      </a:r>
                      <a:r>
                        <a:rPr lang="en" sz="1800" b="0" i="1" cap="none">
                          <a:solidFill>
                            <a:schemeClr val="accent1">
                              <a:lumMod val="75000"/>
                            </a:schemeClr>
                          </a:solidFill>
                          <a:latin typeface="+mn-lt"/>
                        </a:rPr>
                        <a:t> </a:t>
                      </a:r>
                      <a:r>
                        <a:rPr lang="en" sz="1800" b="0" i="0" cap="none">
                          <a:solidFill>
                            <a:schemeClr val="accent1">
                              <a:lumMod val="75000"/>
                            </a:schemeClr>
                          </a:solidFill>
                          <a:latin typeface="+mn-lt"/>
                        </a:rPr>
                        <a:t>in</a:t>
                      </a:r>
                      <a:r>
                        <a:rPr lang="en" sz="1800" b="0" i="1" cap="none">
                          <a:solidFill>
                            <a:schemeClr val="accent1">
                              <a:lumMod val="75000"/>
                            </a:schemeClr>
                          </a:solidFill>
                          <a:latin typeface="+mn-lt"/>
                        </a:rPr>
                        <a:t> </a:t>
                      </a:r>
                      <a:r>
                        <a:rPr lang="en" sz="1600" b="0" i="0" u="none" cap="none">
                          <a:solidFill>
                            <a:schemeClr val="accent1">
                              <a:lumMod val="75000"/>
                            </a:schemeClr>
                          </a:solidFill>
                          <a:latin typeface="Consolas" panose="020B0609020204030204" pitchFamily="49" charset="0"/>
                        </a:rPr>
                        <a:t>Sunway Vivaldi</a:t>
                      </a:r>
                      <a:r>
                        <a:rPr lang="en" sz="1600" b="0" i="0" u="none" cap="none">
                          <a:solidFill>
                            <a:schemeClr val="accent1">
                              <a:lumMod val="75000"/>
                            </a:schemeClr>
                          </a:solidFill>
                          <a:latin typeface="+mn-lt"/>
                        </a:rPr>
                        <a:t>”</a:t>
                      </a:r>
                      <a:r>
                        <a:rPr lang="en" sz="1600" b="0" i="0" u="none" cap="none">
                          <a:solidFill>
                            <a:schemeClr val="accent1">
                              <a:lumMod val="75000"/>
                            </a:schemeClr>
                          </a:solidFill>
                          <a:latin typeface="Consolas" panose="020B0609020204030204" pitchFamily="49" charset="0"/>
                        </a:rPr>
                        <a:t>  </a:t>
                      </a:r>
                      <a:r>
                        <a:rPr lang="en" sz="1800" b="0" cap="none">
                          <a:solidFill>
                            <a:schemeClr val="accent1">
                              <a:lumMod val="75000"/>
                            </a:schemeClr>
                          </a:solidFill>
                          <a:latin typeface="+mn-lt"/>
                        </a:rPr>
                        <a:t>and </a:t>
                      </a:r>
                      <a:r>
                        <a:rPr lang="en" sz="1800" b="0" i="0" cap="none">
                          <a:solidFill>
                            <a:schemeClr val="accent1">
                              <a:lumMod val="75000"/>
                            </a:schemeClr>
                          </a:solidFill>
                          <a:latin typeface="+mn-lt"/>
                        </a:rPr>
                        <a:t>“size: </a:t>
                      </a:r>
                      <a:r>
                        <a:rPr lang="en" sz="1600" b="0" i="0" u="none" cap="none">
                          <a:solidFill>
                            <a:schemeClr val="accent1">
                              <a:lumMod val="75000"/>
                            </a:schemeClr>
                          </a:solidFill>
                          <a:latin typeface="Consolas" panose="020B0609020204030204" pitchFamily="49" charset="0"/>
                        </a:rPr>
                        <a:t>1 sqft</a:t>
                      </a:r>
                      <a:r>
                        <a:rPr lang="en" sz="1800" b="0" i="0" cap="none">
                          <a:solidFill>
                            <a:schemeClr val="accent1">
                              <a:lumMod val="75000"/>
                            </a:schemeClr>
                          </a:solidFill>
                          <a:latin typeface="+mn-lt"/>
                        </a:rPr>
                        <a:t> in</a:t>
                      </a:r>
                      <a:r>
                        <a:rPr lang="en" sz="1800" b="0" i="1" cap="none">
                          <a:solidFill>
                            <a:schemeClr val="accent1">
                              <a:lumMod val="75000"/>
                            </a:schemeClr>
                          </a:solidFill>
                          <a:latin typeface="+mn-lt"/>
                        </a:rPr>
                        <a:t> </a:t>
                      </a:r>
                      <a:r>
                        <a:rPr lang="en" sz="1600" b="0" i="0" cap="none">
                          <a:solidFill>
                            <a:schemeClr val="accent1">
                              <a:lumMod val="75000"/>
                            </a:schemeClr>
                          </a:solidFill>
                          <a:latin typeface="Consolas" panose="020B0609020204030204" pitchFamily="49" charset="0"/>
                        </a:rPr>
                        <a:t>Kelana Sentral</a:t>
                      </a:r>
                      <a:r>
                        <a:rPr lang="en" sz="1800" b="0" i="0" cap="none">
                          <a:solidFill>
                            <a:schemeClr val="accent1">
                              <a:lumMod val="75000"/>
                            </a:schemeClr>
                          </a:solidFill>
                          <a:latin typeface="+mn-lt"/>
                        </a:rPr>
                        <a:t>”</a:t>
                      </a:r>
                      <a:r>
                        <a:rPr lang="en" sz="1800" b="0" cap="none">
                          <a:solidFill>
                            <a:schemeClr val="accent1">
                              <a:lumMod val="75000"/>
                            </a:schemeClr>
                          </a:solidFill>
                          <a:latin typeface="+mn-lt"/>
                        </a:rPr>
                        <a:t>.</a:t>
                      </a:r>
                      <a:endParaRPr lang="en-US" sz="1800" b="0">
                        <a:solidFill>
                          <a:schemeClr val="accent1">
                            <a:lumMod val="75000"/>
                          </a:schemeClr>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alpha val="90000"/>
                      </a:schemeClr>
                    </a:solidFill>
                  </a:tcPr>
                </a:tc>
                <a:extLst>
                  <a:ext uri="{0D108BD9-81ED-4DB2-BD59-A6C34878D82A}">
                    <a16:rowId xmlns:a16="http://schemas.microsoft.com/office/drawing/2014/main" val="1115114543"/>
                  </a:ext>
                </a:extLst>
              </a:tr>
              <a:tr h="4052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solidFill>
                          <a:schemeClr val="accent5">
                            <a:lumMod val="50000"/>
                          </a:schemeClr>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solidFill>
                          <a:schemeClr val="accent1">
                            <a:lumMod val="75000"/>
                          </a:schemeClr>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592435330"/>
                  </a:ext>
                </a:extLst>
              </a:tr>
            </a:tbl>
          </a:graphicData>
        </a:graphic>
      </p:graphicFrame>
      <p:graphicFrame>
        <p:nvGraphicFramePr>
          <p:cNvPr id="12" name="Table 11">
            <a:extLst>
              <a:ext uri="{FF2B5EF4-FFF2-40B4-BE49-F238E27FC236}">
                <a16:creationId xmlns:a16="http://schemas.microsoft.com/office/drawing/2014/main" id="{7A6EE20D-C4F8-C9EB-65BD-3490803C996D}"/>
              </a:ext>
            </a:extLst>
          </p:cNvPr>
          <p:cNvGraphicFramePr>
            <a:graphicFrameLocks noGrp="1"/>
          </p:cNvGraphicFramePr>
          <p:nvPr>
            <p:extLst>
              <p:ext uri="{D42A27DB-BD31-4B8C-83A1-F6EECF244321}">
                <p14:modId xmlns:p14="http://schemas.microsoft.com/office/powerpoint/2010/main" val="1347247737"/>
              </p:ext>
            </p:extLst>
          </p:nvPr>
        </p:nvGraphicFramePr>
        <p:xfrm>
          <a:off x="861744" y="5012016"/>
          <a:ext cx="10468512" cy="699463"/>
        </p:xfrm>
        <a:graphic>
          <a:graphicData uri="http://schemas.openxmlformats.org/drawingml/2006/table">
            <a:tbl>
              <a:tblPr firstRow="1" bandRow="1">
                <a:tableStyleId>{5C22544A-7EE6-4342-B048-85BDC9FD1C3A}</a:tableStyleId>
              </a:tblPr>
              <a:tblGrid>
                <a:gridCol w="3232736">
                  <a:extLst>
                    <a:ext uri="{9D8B030D-6E8A-4147-A177-3AD203B41FA5}">
                      <a16:colId xmlns:a16="http://schemas.microsoft.com/office/drawing/2014/main" val="3636913426"/>
                    </a:ext>
                  </a:extLst>
                </a:gridCol>
                <a:gridCol w="320204">
                  <a:extLst>
                    <a:ext uri="{9D8B030D-6E8A-4147-A177-3AD203B41FA5}">
                      <a16:colId xmlns:a16="http://schemas.microsoft.com/office/drawing/2014/main" val="3374036915"/>
                    </a:ext>
                  </a:extLst>
                </a:gridCol>
                <a:gridCol w="6915572">
                  <a:extLst>
                    <a:ext uri="{9D8B030D-6E8A-4147-A177-3AD203B41FA5}">
                      <a16:colId xmlns:a16="http://schemas.microsoft.com/office/drawing/2014/main" val="2197580620"/>
                    </a:ext>
                  </a:extLst>
                </a:gridCol>
              </a:tblGrid>
              <a:tr h="699463">
                <a:tc>
                  <a:txBody>
                    <a:bodyPr/>
                    <a:lstStyle/>
                    <a:p>
                      <a:r>
                        <a:rPr lang="en" sz="1800" b="0">
                          <a:solidFill>
                            <a:schemeClr val="accent5">
                              <a:lumMod val="50000"/>
                            </a:schemeClr>
                          </a:solidFill>
                          <a:latin typeface="+mn-lt"/>
                          <a:ea typeface="+mj-lt"/>
                          <a:cs typeface="+mj-lt"/>
                        </a:rPr>
                        <a:t>Inconsistent data types</a:t>
                      </a:r>
                      <a:endParaRPr lang="en-AU" sz="1800">
                        <a:solidFill>
                          <a:schemeClr val="accent5">
                            <a:lumMod val="50000"/>
                          </a:schemeClr>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5">
                        <a:lumMod val="40000"/>
                        <a:lumOff val="60000"/>
                        <a:alpha val="90000"/>
                      </a:schemeClr>
                    </a:solidFill>
                  </a:tcPr>
                </a:tc>
                <a:tc>
                  <a:txBody>
                    <a:bodyPr/>
                    <a:lstStyle/>
                    <a:p>
                      <a:endParaRPr lang="en-AU" sz="180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sz="1800" b="0" cap="none">
                          <a:solidFill>
                            <a:schemeClr val="accent1">
                              <a:lumMod val="75000"/>
                            </a:schemeClr>
                          </a:solidFill>
                          <a:latin typeface="+mn-lt"/>
                        </a:rPr>
                        <a:t>Some columns have suboptimal datatype. i.e., </a:t>
                      </a:r>
                      <a:r>
                        <a:rPr lang="en" sz="1600" b="0" i="0" cap="none">
                          <a:solidFill>
                            <a:schemeClr val="accent1">
                              <a:lumMod val="75000"/>
                            </a:schemeClr>
                          </a:solidFill>
                          <a:latin typeface="Consolas" panose="020B0609020204030204" pitchFamily="49" charset="0"/>
                        </a:rPr>
                        <a:t>year</a:t>
                      </a:r>
                      <a:r>
                        <a:rPr lang="en" sz="1800" b="0" cap="none">
                          <a:solidFill>
                            <a:schemeClr val="accent1">
                              <a:lumMod val="75000"/>
                            </a:schemeClr>
                          </a:solidFill>
                          <a:latin typeface="+mn-lt"/>
                        </a:rPr>
                        <a:t> (</a:t>
                      </a:r>
                      <a:r>
                        <a:rPr lang="en" sz="1600" b="0" cap="none">
                          <a:solidFill>
                            <a:schemeClr val="accent1">
                              <a:lumMod val="75000"/>
                            </a:schemeClr>
                          </a:solidFill>
                          <a:latin typeface="Consolas" panose="020B0609020204030204" pitchFamily="49" charset="0"/>
                        </a:rPr>
                        <a:t>float64</a:t>
                      </a:r>
                      <a:r>
                        <a:rPr lang="en" sz="1800" b="0" cap="none">
                          <a:solidFill>
                            <a:schemeClr val="accent1">
                              <a:lumMod val="75000"/>
                            </a:schemeClr>
                          </a:solidFill>
                          <a:latin typeface="+mn-lt"/>
                        </a:rPr>
                        <a:t>).</a:t>
                      </a:r>
                      <a:endParaRPr lang="en-US" sz="1800" b="0">
                        <a:solidFill>
                          <a:schemeClr val="accent1">
                            <a:lumMod val="75000"/>
                          </a:schemeClr>
                        </a:solidFill>
                        <a:latin typeface="+mn-lt"/>
                      </a:endParaRPr>
                    </a:p>
                    <a:p>
                      <a:endParaRPr lang="en-AU" sz="1800">
                        <a:solidFill>
                          <a:schemeClr val="accent1">
                            <a:lumMod val="75000"/>
                          </a:schemeClr>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lumMod val="20000"/>
                        <a:lumOff val="80000"/>
                        <a:alpha val="90000"/>
                      </a:schemeClr>
                    </a:solidFill>
                  </a:tcPr>
                </a:tc>
                <a:extLst>
                  <a:ext uri="{0D108BD9-81ED-4DB2-BD59-A6C34878D82A}">
                    <a16:rowId xmlns:a16="http://schemas.microsoft.com/office/drawing/2014/main" val="1551495100"/>
                  </a:ext>
                </a:extLst>
              </a:tr>
            </a:tbl>
          </a:graphicData>
        </a:graphic>
      </p:graphicFrame>
    </p:spTree>
    <p:extLst>
      <p:ext uri="{BB962C8B-B14F-4D97-AF65-F5344CB8AC3E}">
        <p14:creationId xmlns:p14="http://schemas.microsoft.com/office/powerpoint/2010/main" val="4131276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5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25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5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11" name="Rectangle 10">
            <a:extLst>
              <a:ext uri="{FF2B5EF4-FFF2-40B4-BE49-F238E27FC236}">
                <a16:creationId xmlns:a16="http://schemas.microsoft.com/office/drawing/2014/main" id="{FB29EEDE-C0DC-A425-0F30-28BA05ED94FD}"/>
              </a:ext>
            </a:extLst>
          </p:cNvPr>
          <p:cNvSpPr/>
          <p:nvPr/>
        </p:nvSpPr>
        <p:spPr>
          <a:xfrm>
            <a:off x="7146761" y="1999376"/>
            <a:ext cx="733245" cy="5032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8" name="Google Shape;908;p38"/>
          <p:cNvSpPr/>
          <p:nvPr/>
        </p:nvSpPr>
        <p:spPr>
          <a:xfrm>
            <a:off x="-2523994" y="258335"/>
            <a:ext cx="3363948" cy="2320963"/>
          </a:xfrm>
          <a:custGeom>
            <a:avLst/>
            <a:gdLst/>
            <a:ahLst/>
            <a:cxnLst/>
            <a:rect l="l" t="t" r="r" b="b"/>
            <a:pathLst>
              <a:path w="15253" h="10524" extrusionOk="0">
                <a:moveTo>
                  <a:pt x="7012" y="1"/>
                </a:moveTo>
                <a:cubicBezTo>
                  <a:pt x="6601" y="1"/>
                  <a:pt x="6193" y="59"/>
                  <a:pt x="5799" y="181"/>
                </a:cubicBezTo>
                <a:cubicBezTo>
                  <a:pt x="4537" y="574"/>
                  <a:pt x="3477" y="1669"/>
                  <a:pt x="3287" y="2979"/>
                </a:cubicBezTo>
                <a:cubicBezTo>
                  <a:pt x="3200" y="2970"/>
                  <a:pt x="3112" y="2965"/>
                  <a:pt x="3025" y="2965"/>
                </a:cubicBezTo>
                <a:cubicBezTo>
                  <a:pt x="1898" y="2965"/>
                  <a:pt x="735" y="3729"/>
                  <a:pt x="381" y="4801"/>
                </a:cubicBezTo>
                <a:cubicBezTo>
                  <a:pt x="0" y="5956"/>
                  <a:pt x="560" y="7349"/>
                  <a:pt x="1643" y="7896"/>
                </a:cubicBezTo>
                <a:cubicBezTo>
                  <a:pt x="2244" y="8202"/>
                  <a:pt x="2930" y="8256"/>
                  <a:pt x="3608" y="8256"/>
                </a:cubicBezTo>
                <a:cubicBezTo>
                  <a:pt x="3695" y="8256"/>
                  <a:pt x="3783" y="8255"/>
                  <a:pt x="3870" y="8254"/>
                </a:cubicBezTo>
                <a:cubicBezTo>
                  <a:pt x="4239" y="9230"/>
                  <a:pt x="5239" y="9873"/>
                  <a:pt x="6227" y="10230"/>
                </a:cubicBezTo>
                <a:cubicBezTo>
                  <a:pt x="6525" y="10337"/>
                  <a:pt x="6835" y="10421"/>
                  <a:pt x="7156" y="10480"/>
                </a:cubicBezTo>
                <a:cubicBezTo>
                  <a:pt x="7353" y="10509"/>
                  <a:pt x="7551" y="10523"/>
                  <a:pt x="7746" y="10523"/>
                </a:cubicBezTo>
                <a:cubicBezTo>
                  <a:pt x="9085" y="10523"/>
                  <a:pt x="10352" y="9862"/>
                  <a:pt x="11121" y="8730"/>
                </a:cubicBezTo>
                <a:cubicBezTo>
                  <a:pt x="11516" y="8913"/>
                  <a:pt x="11945" y="9006"/>
                  <a:pt x="12373" y="9006"/>
                </a:cubicBezTo>
                <a:cubicBezTo>
                  <a:pt x="12835" y="9006"/>
                  <a:pt x="13296" y="8898"/>
                  <a:pt x="13716" y="8682"/>
                </a:cubicBezTo>
                <a:cubicBezTo>
                  <a:pt x="14526" y="8254"/>
                  <a:pt x="15074" y="7456"/>
                  <a:pt x="15169" y="6551"/>
                </a:cubicBezTo>
                <a:cubicBezTo>
                  <a:pt x="15252" y="5622"/>
                  <a:pt x="14824" y="4717"/>
                  <a:pt x="14062" y="4182"/>
                </a:cubicBezTo>
                <a:cubicBezTo>
                  <a:pt x="14490" y="3586"/>
                  <a:pt x="14526" y="2812"/>
                  <a:pt x="14181" y="2170"/>
                </a:cubicBezTo>
                <a:cubicBezTo>
                  <a:pt x="13812" y="1539"/>
                  <a:pt x="13169" y="1134"/>
                  <a:pt x="12442" y="1086"/>
                </a:cubicBezTo>
                <a:cubicBezTo>
                  <a:pt x="12397" y="1083"/>
                  <a:pt x="12351" y="1082"/>
                  <a:pt x="12306" y="1082"/>
                </a:cubicBezTo>
                <a:cubicBezTo>
                  <a:pt x="11635" y="1082"/>
                  <a:pt x="10957" y="1404"/>
                  <a:pt x="10478" y="1872"/>
                </a:cubicBezTo>
                <a:cubicBezTo>
                  <a:pt x="10418" y="1384"/>
                  <a:pt x="10014" y="1027"/>
                  <a:pt x="9597" y="765"/>
                </a:cubicBezTo>
                <a:cubicBezTo>
                  <a:pt x="8827" y="281"/>
                  <a:pt x="7916" y="1"/>
                  <a:pt x="7012"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 name="Google Shape;962;p41">
            <a:extLst>
              <a:ext uri="{FF2B5EF4-FFF2-40B4-BE49-F238E27FC236}">
                <a16:creationId xmlns:a16="http://schemas.microsoft.com/office/drawing/2014/main" id="{E12E379D-8968-FDFE-A813-609C589B2C25}"/>
              </a:ext>
            </a:extLst>
          </p:cNvPr>
          <p:cNvSpPr txBox="1">
            <a:spLocks/>
          </p:cNvSpPr>
          <p:nvPr/>
        </p:nvSpPr>
        <p:spPr>
          <a:xfrm>
            <a:off x="895348" y="548376"/>
            <a:ext cx="8799258" cy="539432"/>
          </a:xfrm>
          <a:prstGeom prst="rect">
            <a:avLst/>
          </a:prstGeom>
        </p:spPr>
        <p:txBody>
          <a:bodyPr spcFirstLastPara="1" vert="horz" wrap="square" lIns="121900" tIns="121900" rIns="121900" bIns="1219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MY" sz="4000">
                <a:solidFill>
                  <a:schemeClr val="accent5">
                    <a:lumMod val="75000"/>
                  </a:schemeClr>
                </a:solidFill>
                <a:latin typeface="Bebas Neue"/>
              </a:rPr>
              <a:t>Post data cleaning</a:t>
            </a:r>
            <a:endParaRPr lang="en" sz="4000">
              <a:solidFill>
                <a:schemeClr val="accent5">
                  <a:lumMod val="75000"/>
                </a:schemeClr>
              </a:solidFill>
              <a:latin typeface="Bebas Neue"/>
            </a:endParaRPr>
          </a:p>
          <a:p>
            <a:endParaRPr lang="en" sz="4000">
              <a:solidFill>
                <a:schemeClr val="accent5">
                  <a:lumMod val="75000"/>
                </a:schemeClr>
              </a:solidFill>
              <a:latin typeface="Bebas Neue"/>
            </a:endParaRPr>
          </a:p>
        </p:txBody>
      </p:sp>
      <p:sp>
        <p:nvSpPr>
          <p:cNvPr id="12" name="Rectangle 11">
            <a:extLst>
              <a:ext uri="{FF2B5EF4-FFF2-40B4-BE49-F238E27FC236}">
                <a16:creationId xmlns:a16="http://schemas.microsoft.com/office/drawing/2014/main" id="{06BFF539-A225-2756-7B05-9A84FFDE71A3}"/>
              </a:ext>
            </a:extLst>
          </p:cNvPr>
          <p:cNvSpPr/>
          <p:nvPr/>
        </p:nvSpPr>
        <p:spPr>
          <a:xfrm>
            <a:off x="279505" y="1194129"/>
            <a:ext cx="3471141" cy="47603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4453885F-9217-28F8-592D-EA7DD441F6C9}"/>
              </a:ext>
            </a:extLst>
          </p:cNvPr>
          <p:cNvSpPr/>
          <p:nvPr/>
        </p:nvSpPr>
        <p:spPr>
          <a:xfrm>
            <a:off x="409301" y="1533165"/>
            <a:ext cx="3211548" cy="42751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5B18D594-3894-4F0A-45EC-4043DB09369B}"/>
              </a:ext>
            </a:extLst>
          </p:cNvPr>
          <p:cNvSpPr txBox="1"/>
          <p:nvPr/>
        </p:nvSpPr>
        <p:spPr>
          <a:xfrm>
            <a:off x="559144" y="1841582"/>
            <a:ext cx="1492181" cy="369332"/>
          </a:xfrm>
          <a:prstGeom prst="rect">
            <a:avLst/>
          </a:prstGeom>
          <a:noFill/>
        </p:spPr>
        <p:txBody>
          <a:bodyPr wrap="square">
            <a:spAutoFit/>
          </a:bodyPr>
          <a:lstStyle/>
          <a:p>
            <a:r>
              <a:rPr lang="en" sz="1800" b="1">
                <a:latin typeface="+mn-lt"/>
              </a:rPr>
              <a:t>Objectives</a:t>
            </a:r>
          </a:p>
        </p:txBody>
      </p:sp>
      <p:cxnSp>
        <p:nvCxnSpPr>
          <p:cNvPr id="26" name="Straight Connector 25">
            <a:extLst>
              <a:ext uri="{FF2B5EF4-FFF2-40B4-BE49-F238E27FC236}">
                <a16:creationId xmlns:a16="http://schemas.microsoft.com/office/drawing/2014/main" id="{2A589B62-7B63-DB15-50B1-5110E0DB2B87}"/>
              </a:ext>
            </a:extLst>
          </p:cNvPr>
          <p:cNvCxnSpPr>
            <a:cxnSpLocks/>
          </p:cNvCxnSpPr>
          <p:nvPr/>
        </p:nvCxnSpPr>
        <p:spPr>
          <a:xfrm flipH="1">
            <a:off x="769362" y="4905017"/>
            <a:ext cx="2598420" cy="0"/>
          </a:xfrm>
          <a:prstGeom prst="line">
            <a:avLst/>
          </a:prstGeom>
          <a:ln w="12700"/>
        </p:spPr>
        <p:style>
          <a:lnRef idx="1">
            <a:schemeClr val="dk1"/>
          </a:lnRef>
          <a:fillRef idx="0">
            <a:schemeClr val="dk1"/>
          </a:fillRef>
          <a:effectRef idx="0">
            <a:schemeClr val="dk1"/>
          </a:effectRef>
          <a:fontRef idx="minor">
            <a:schemeClr val="tx1"/>
          </a:fontRef>
        </p:style>
      </p:cxnSp>
      <p:grpSp>
        <p:nvGrpSpPr>
          <p:cNvPr id="21" name="Group 20">
            <a:extLst>
              <a:ext uri="{FF2B5EF4-FFF2-40B4-BE49-F238E27FC236}">
                <a16:creationId xmlns:a16="http://schemas.microsoft.com/office/drawing/2014/main" id="{052279E3-1B8A-25BA-FA45-5B6129959DA9}"/>
              </a:ext>
            </a:extLst>
          </p:cNvPr>
          <p:cNvGrpSpPr/>
          <p:nvPr/>
        </p:nvGrpSpPr>
        <p:grpSpPr>
          <a:xfrm>
            <a:off x="1441147" y="1367823"/>
            <a:ext cx="1065126" cy="223490"/>
            <a:chOff x="2272695" y="1572686"/>
            <a:chExt cx="1065126" cy="223490"/>
          </a:xfrm>
        </p:grpSpPr>
        <p:sp>
          <p:nvSpPr>
            <p:cNvPr id="16" name="Rectangle: Top Corners Rounded 15">
              <a:extLst>
                <a:ext uri="{FF2B5EF4-FFF2-40B4-BE49-F238E27FC236}">
                  <a16:creationId xmlns:a16="http://schemas.microsoft.com/office/drawing/2014/main" id="{CD0A43E3-4E2B-84DF-BFD4-189CE8764B68}"/>
                </a:ext>
              </a:extLst>
            </p:cNvPr>
            <p:cNvSpPr/>
            <p:nvPr/>
          </p:nvSpPr>
          <p:spPr>
            <a:xfrm>
              <a:off x="2272695" y="1662686"/>
              <a:ext cx="1065126" cy="133490"/>
            </a:xfrm>
            <a:prstGeom prst="round2SameRect">
              <a:avLst>
                <a:gd name="adj1" fmla="val 50000"/>
                <a:gd name="adj2" fmla="val 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Oval 16">
              <a:extLst>
                <a:ext uri="{FF2B5EF4-FFF2-40B4-BE49-F238E27FC236}">
                  <a16:creationId xmlns:a16="http://schemas.microsoft.com/office/drawing/2014/main" id="{6A2FA3A9-164F-ACDA-A29E-2B0E26913787}"/>
                </a:ext>
              </a:extLst>
            </p:cNvPr>
            <p:cNvSpPr/>
            <p:nvPr/>
          </p:nvSpPr>
          <p:spPr>
            <a:xfrm>
              <a:off x="2715258" y="1572686"/>
              <a:ext cx="180000" cy="180000"/>
            </a:xfrm>
            <a:prstGeom prst="ellips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Oval 17">
              <a:extLst>
                <a:ext uri="{FF2B5EF4-FFF2-40B4-BE49-F238E27FC236}">
                  <a16:creationId xmlns:a16="http://schemas.microsoft.com/office/drawing/2014/main" id="{9D22B805-D7FD-24F9-9C23-24A876631605}"/>
                </a:ext>
              </a:extLst>
            </p:cNvPr>
            <p:cNvSpPr/>
            <p:nvPr/>
          </p:nvSpPr>
          <p:spPr>
            <a:xfrm>
              <a:off x="2787258" y="1644686"/>
              <a:ext cx="36000" cy="36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pic>
        <p:nvPicPr>
          <p:cNvPr id="23" name="Graphic 22" descr="Pencil with solid fill">
            <a:extLst>
              <a:ext uri="{FF2B5EF4-FFF2-40B4-BE49-F238E27FC236}">
                <a16:creationId xmlns:a16="http://schemas.microsoft.com/office/drawing/2014/main" id="{13D0F7BE-EAF0-9E88-5863-7204A93679A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09705" y="4524017"/>
            <a:ext cx="746760" cy="746760"/>
          </a:xfrm>
          <a:prstGeom prst="rect">
            <a:avLst/>
          </a:prstGeom>
        </p:spPr>
      </p:pic>
      <p:cxnSp>
        <p:nvCxnSpPr>
          <p:cNvPr id="25" name="Straight Connector 24">
            <a:extLst>
              <a:ext uri="{FF2B5EF4-FFF2-40B4-BE49-F238E27FC236}">
                <a16:creationId xmlns:a16="http://schemas.microsoft.com/office/drawing/2014/main" id="{06154981-6CD4-D6B8-4FB8-432351CCD82C}"/>
              </a:ext>
            </a:extLst>
          </p:cNvPr>
          <p:cNvCxnSpPr/>
          <p:nvPr/>
        </p:nvCxnSpPr>
        <p:spPr>
          <a:xfrm flipH="1">
            <a:off x="769362" y="5270777"/>
            <a:ext cx="2110740" cy="0"/>
          </a:xfrm>
          <a:prstGeom prst="line">
            <a:avLst/>
          </a:prstGeom>
          <a:ln w="12700"/>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43D2E8CE-9252-96B7-3AC2-AF833B160465}"/>
              </a:ext>
            </a:extLst>
          </p:cNvPr>
          <p:cNvSpPr txBox="1"/>
          <p:nvPr/>
        </p:nvSpPr>
        <p:spPr>
          <a:xfrm>
            <a:off x="531214" y="2305296"/>
            <a:ext cx="3154533" cy="2031325"/>
          </a:xfrm>
          <a:prstGeom prst="rect">
            <a:avLst/>
          </a:prstGeom>
          <a:noFill/>
        </p:spPr>
        <p:txBody>
          <a:bodyPr wrap="square">
            <a:spAutoFit/>
          </a:bodyPr>
          <a:lstStyle/>
          <a:p>
            <a:pPr marL="285750" indent="-285750">
              <a:buFont typeface="Arial" panose="020B0604020202020204" pitchFamily="34" charset="0"/>
              <a:buChar char="•"/>
            </a:pPr>
            <a:r>
              <a:rPr lang="en" sz="1800" b="0">
                <a:solidFill>
                  <a:schemeClr val="tx2">
                    <a:lumMod val="75000"/>
                    <a:lumOff val="25000"/>
                  </a:schemeClr>
                </a:solidFill>
                <a:latin typeface="+mn-lt"/>
              </a:rPr>
              <a:t>No outliers</a:t>
            </a:r>
          </a:p>
          <a:p>
            <a:pPr marL="285750" indent="-285750">
              <a:buFont typeface="Arial" panose="020B0604020202020204" pitchFamily="34" charset="0"/>
              <a:buChar char="•"/>
            </a:pPr>
            <a:endParaRPr lang="en" sz="1800" b="0">
              <a:solidFill>
                <a:schemeClr val="tx2">
                  <a:lumMod val="75000"/>
                  <a:lumOff val="25000"/>
                </a:schemeClr>
              </a:solidFill>
              <a:latin typeface="+mn-lt"/>
            </a:endParaRPr>
          </a:p>
          <a:p>
            <a:pPr marL="285750" indent="-285750">
              <a:buFont typeface="Arial" panose="020B0604020202020204" pitchFamily="34" charset="0"/>
              <a:buChar char="•"/>
            </a:pPr>
            <a:r>
              <a:rPr lang="en">
                <a:solidFill>
                  <a:schemeClr val="tx2">
                    <a:lumMod val="75000"/>
                    <a:lumOff val="25000"/>
                  </a:schemeClr>
                </a:solidFill>
              </a:rPr>
              <a:t>No missing data</a:t>
            </a:r>
          </a:p>
          <a:p>
            <a:pPr marL="285750" indent="-285750">
              <a:buFont typeface="Arial" panose="020B0604020202020204" pitchFamily="34" charset="0"/>
              <a:buChar char="•"/>
            </a:pPr>
            <a:endParaRPr lang="en">
              <a:solidFill>
                <a:schemeClr val="tx2">
                  <a:lumMod val="75000"/>
                  <a:lumOff val="25000"/>
                </a:schemeClr>
              </a:solidFill>
            </a:endParaRPr>
          </a:p>
          <a:p>
            <a:pPr marL="285750" indent="-285750">
              <a:buFont typeface="Arial" panose="020B0604020202020204" pitchFamily="34" charset="0"/>
              <a:buChar char="•"/>
            </a:pPr>
            <a:r>
              <a:rPr lang="en-MY" sz="1800" b="0">
                <a:solidFill>
                  <a:schemeClr val="tx2">
                    <a:lumMod val="75000"/>
                    <a:lumOff val="25000"/>
                  </a:schemeClr>
                </a:solidFill>
                <a:latin typeface="+mn-lt"/>
              </a:rPr>
              <a:t>Fix structural errors.</a:t>
            </a:r>
          </a:p>
          <a:p>
            <a:pPr marL="285750" indent="-285750">
              <a:buFont typeface="Arial" panose="020B0604020202020204" pitchFamily="34" charset="0"/>
              <a:buChar char="•"/>
            </a:pPr>
            <a:endParaRPr lang="en-MY" sz="1800" b="0">
              <a:solidFill>
                <a:schemeClr val="tx2">
                  <a:lumMod val="75000"/>
                  <a:lumOff val="25000"/>
                </a:schemeClr>
              </a:solidFill>
              <a:latin typeface="+mn-lt"/>
            </a:endParaRPr>
          </a:p>
          <a:p>
            <a:pPr marL="285750" indent="-285750">
              <a:buFont typeface="Arial" panose="020B0604020202020204" pitchFamily="34" charset="0"/>
              <a:buChar char="•"/>
            </a:pPr>
            <a:r>
              <a:rPr lang="en-MY">
                <a:solidFill>
                  <a:schemeClr val="tx2">
                    <a:lumMod val="75000"/>
                    <a:lumOff val="25000"/>
                  </a:schemeClr>
                </a:solidFill>
              </a:rPr>
              <a:t>Remove duplicate data</a:t>
            </a:r>
            <a:endParaRPr lang="en" sz="1800" b="0">
              <a:solidFill>
                <a:schemeClr val="tx2">
                  <a:lumMod val="75000"/>
                  <a:lumOff val="25000"/>
                </a:schemeClr>
              </a:solidFill>
              <a:latin typeface="+mn-lt"/>
            </a:endParaRPr>
          </a:p>
        </p:txBody>
      </p:sp>
      <p:cxnSp>
        <p:nvCxnSpPr>
          <p:cNvPr id="30" name="Straight Connector 29">
            <a:extLst>
              <a:ext uri="{FF2B5EF4-FFF2-40B4-BE49-F238E27FC236}">
                <a16:creationId xmlns:a16="http://schemas.microsoft.com/office/drawing/2014/main" id="{ABE37873-7829-2C5F-11A9-52567B7F6CB8}"/>
              </a:ext>
            </a:extLst>
          </p:cNvPr>
          <p:cNvCxnSpPr>
            <a:cxnSpLocks/>
          </p:cNvCxnSpPr>
          <p:nvPr/>
        </p:nvCxnSpPr>
        <p:spPr>
          <a:xfrm flipH="1">
            <a:off x="769362" y="4524017"/>
            <a:ext cx="2598420" cy="0"/>
          </a:xfrm>
          <a:prstGeom prst="line">
            <a:avLst/>
          </a:prstGeom>
          <a:ln w="12700"/>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1E4DE19C-687F-574A-C794-949E8EEEEB4A}"/>
              </a:ext>
            </a:extLst>
          </p:cNvPr>
          <p:cNvSpPr/>
          <p:nvPr/>
        </p:nvSpPr>
        <p:spPr>
          <a:xfrm>
            <a:off x="3961908" y="1278069"/>
            <a:ext cx="2592237" cy="2054454"/>
          </a:xfrm>
          <a:prstGeom prst="rect">
            <a:avLst/>
          </a:prstGeom>
          <a:solidFill>
            <a:schemeClr val="bg2"/>
          </a:solidFill>
          <a:ln w="5715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AU"/>
          </a:p>
        </p:txBody>
      </p:sp>
      <p:sp>
        <p:nvSpPr>
          <p:cNvPr id="33" name="TextBox 32">
            <a:extLst>
              <a:ext uri="{FF2B5EF4-FFF2-40B4-BE49-F238E27FC236}">
                <a16:creationId xmlns:a16="http://schemas.microsoft.com/office/drawing/2014/main" id="{0E7B2A69-90B1-EC08-7BD0-6F018E3AA655}"/>
              </a:ext>
            </a:extLst>
          </p:cNvPr>
          <p:cNvSpPr txBox="1"/>
          <p:nvPr/>
        </p:nvSpPr>
        <p:spPr>
          <a:xfrm>
            <a:off x="4127202" y="2133670"/>
            <a:ext cx="2191610" cy="646331"/>
          </a:xfrm>
          <a:prstGeom prst="rect">
            <a:avLst/>
          </a:prstGeom>
          <a:noFill/>
        </p:spPr>
        <p:txBody>
          <a:bodyPr wrap="square">
            <a:spAutoFit/>
          </a:bodyPr>
          <a:lstStyle/>
          <a:p>
            <a:r>
              <a:rPr lang="en" b="0">
                <a:solidFill>
                  <a:schemeClr val="tx2">
                    <a:lumMod val="75000"/>
                    <a:lumOff val="25000"/>
                  </a:schemeClr>
                </a:solidFill>
                <a:latin typeface="+mn-lt"/>
              </a:rPr>
              <a:t>Merged facilities &amp; additional_facilities</a:t>
            </a:r>
          </a:p>
        </p:txBody>
      </p:sp>
      <p:sp>
        <p:nvSpPr>
          <p:cNvPr id="34" name="TextBox 33">
            <a:extLst>
              <a:ext uri="{FF2B5EF4-FFF2-40B4-BE49-F238E27FC236}">
                <a16:creationId xmlns:a16="http://schemas.microsoft.com/office/drawing/2014/main" id="{683103CA-6FF9-3680-96BB-40D2EFAF2049}"/>
              </a:ext>
            </a:extLst>
          </p:cNvPr>
          <p:cNvSpPr txBox="1"/>
          <p:nvPr/>
        </p:nvSpPr>
        <p:spPr>
          <a:xfrm>
            <a:off x="4127202" y="1444874"/>
            <a:ext cx="2443043" cy="523220"/>
          </a:xfrm>
          <a:prstGeom prst="rect">
            <a:avLst/>
          </a:prstGeom>
          <a:noFill/>
        </p:spPr>
        <p:txBody>
          <a:bodyPr wrap="square">
            <a:spAutoFit/>
          </a:bodyPr>
          <a:lstStyle/>
          <a:p>
            <a:r>
              <a:rPr lang="en" sz="2800" b="1">
                <a:latin typeface="+mn-lt"/>
              </a:rPr>
              <a:t>1</a:t>
            </a:r>
          </a:p>
        </p:txBody>
      </p:sp>
      <p:sp>
        <p:nvSpPr>
          <p:cNvPr id="36" name="Rectangle 35">
            <a:extLst>
              <a:ext uri="{FF2B5EF4-FFF2-40B4-BE49-F238E27FC236}">
                <a16:creationId xmlns:a16="http://schemas.microsoft.com/office/drawing/2014/main" id="{111308E6-7210-C6AA-D471-2E7EEF113DC6}"/>
              </a:ext>
            </a:extLst>
          </p:cNvPr>
          <p:cNvSpPr/>
          <p:nvPr/>
        </p:nvSpPr>
        <p:spPr>
          <a:xfrm>
            <a:off x="6880682" y="1278069"/>
            <a:ext cx="2443043" cy="2054454"/>
          </a:xfrm>
          <a:prstGeom prst="rect">
            <a:avLst/>
          </a:prstGeom>
          <a:solidFill>
            <a:schemeClr val="bg2"/>
          </a:solidFill>
          <a:ln w="5715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AU"/>
          </a:p>
        </p:txBody>
      </p:sp>
      <p:sp>
        <p:nvSpPr>
          <p:cNvPr id="37" name="TextBox 36">
            <a:extLst>
              <a:ext uri="{FF2B5EF4-FFF2-40B4-BE49-F238E27FC236}">
                <a16:creationId xmlns:a16="http://schemas.microsoft.com/office/drawing/2014/main" id="{473F1468-880D-22F6-787D-2249490D3380}"/>
              </a:ext>
            </a:extLst>
          </p:cNvPr>
          <p:cNvSpPr txBox="1"/>
          <p:nvPr/>
        </p:nvSpPr>
        <p:spPr>
          <a:xfrm>
            <a:off x="7114219" y="2133670"/>
            <a:ext cx="2126568" cy="923330"/>
          </a:xfrm>
          <a:prstGeom prst="rect">
            <a:avLst/>
          </a:prstGeom>
          <a:noFill/>
        </p:spPr>
        <p:txBody>
          <a:bodyPr wrap="square">
            <a:spAutoFit/>
          </a:bodyPr>
          <a:lstStyle/>
          <a:p>
            <a:r>
              <a:rPr lang="en-US" b="0">
                <a:solidFill>
                  <a:schemeClr val="tx2">
                    <a:lumMod val="75000"/>
                    <a:lumOff val="25000"/>
                  </a:schemeClr>
                </a:solidFill>
                <a:latin typeface="+mn-lt"/>
              </a:rPr>
              <a:t>Cleared observations with missing values</a:t>
            </a:r>
          </a:p>
        </p:txBody>
      </p:sp>
      <p:sp>
        <p:nvSpPr>
          <p:cNvPr id="38" name="TextBox 37">
            <a:extLst>
              <a:ext uri="{FF2B5EF4-FFF2-40B4-BE49-F238E27FC236}">
                <a16:creationId xmlns:a16="http://schemas.microsoft.com/office/drawing/2014/main" id="{3164BD52-EF11-F6F4-1B25-426A55CF2864}"/>
              </a:ext>
            </a:extLst>
          </p:cNvPr>
          <p:cNvSpPr txBox="1"/>
          <p:nvPr/>
        </p:nvSpPr>
        <p:spPr>
          <a:xfrm>
            <a:off x="7045976" y="1444874"/>
            <a:ext cx="2443043" cy="523220"/>
          </a:xfrm>
          <a:prstGeom prst="rect">
            <a:avLst/>
          </a:prstGeom>
          <a:noFill/>
        </p:spPr>
        <p:txBody>
          <a:bodyPr wrap="square">
            <a:spAutoFit/>
          </a:bodyPr>
          <a:lstStyle/>
          <a:p>
            <a:r>
              <a:rPr lang="en" sz="2800" b="1">
                <a:latin typeface="+mn-lt"/>
              </a:rPr>
              <a:t>2</a:t>
            </a:r>
          </a:p>
        </p:txBody>
      </p:sp>
      <p:sp>
        <p:nvSpPr>
          <p:cNvPr id="39" name="Rectangle 38">
            <a:extLst>
              <a:ext uri="{FF2B5EF4-FFF2-40B4-BE49-F238E27FC236}">
                <a16:creationId xmlns:a16="http://schemas.microsoft.com/office/drawing/2014/main" id="{54477C49-0C49-7366-0683-073240203230}"/>
              </a:ext>
            </a:extLst>
          </p:cNvPr>
          <p:cNvSpPr/>
          <p:nvPr/>
        </p:nvSpPr>
        <p:spPr>
          <a:xfrm>
            <a:off x="9855883" y="1999376"/>
            <a:ext cx="733245" cy="5032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0F6B4B43-A51B-7D7D-20B1-69AD6518ADC8}"/>
              </a:ext>
            </a:extLst>
          </p:cNvPr>
          <p:cNvSpPr/>
          <p:nvPr/>
        </p:nvSpPr>
        <p:spPr>
          <a:xfrm>
            <a:off x="9589804" y="1278069"/>
            <a:ext cx="2443043" cy="2054454"/>
          </a:xfrm>
          <a:prstGeom prst="rect">
            <a:avLst/>
          </a:prstGeom>
          <a:solidFill>
            <a:schemeClr val="bg2"/>
          </a:solidFill>
          <a:ln w="5715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AU"/>
          </a:p>
        </p:txBody>
      </p:sp>
      <p:sp>
        <p:nvSpPr>
          <p:cNvPr id="42" name="TextBox 41">
            <a:extLst>
              <a:ext uri="{FF2B5EF4-FFF2-40B4-BE49-F238E27FC236}">
                <a16:creationId xmlns:a16="http://schemas.microsoft.com/office/drawing/2014/main" id="{34A46C3F-9BFA-32E0-89A1-2696B94D57B5}"/>
              </a:ext>
            </a:extLst>
          </p:cNvPr>
          <p:cNvSpPr txBox="1"/>
          <p:nvPr/>
        </p:nvSpPr>
        <p:spPr>
          <a:xfrm>
            <a:off x="9819231" y="1444260"/>
            <a:ext cx="2443043" cy="523220"/>
          </a:xfrm>
          <a:prstGeom prst="rect">
            <a:avLst/>
          </a:prstGeom>
          <a:noFill/>
        </p:spPr>
        <p:txBody>
          <a:bodyPr wrap="square" lIns="91440" tIns="45720" rIns="91440" bIns="45720" anchor="t">
            <a:spAutoFit/>
          </a:bodyPr>
          <a:lstStyle/>
          <a:p>
            <a:r>
              <a:rPr lang="en" sz="2800" b="1"/>
              <a:t>3</a:t>
            </a:r>
            <a:endParaRPr lang="en" sz="2800" b="1">
              <a:latin typeface="+mn-lt"/>
            </a:endParaRPr>
          </a:p>
        </p:txBody>
      </p:sp>
      <p:sp>
        <p:nvSpPr>
          <p:cNvPr id="43" name="Rectangle 42">
            <a:extLst>
              <a:ext uri="{FF2B5EF4-FFF2-40B4-BE49-F238E27FC236}">
                <a16:creationId xmlns:a16="http://schemas.microsoft.com/office/drawing/2014/main" id="{E8A4AC83-D962-2F82-C390-657A2A4D4FBE}"/>
              </a:ext>
            </a:extLst>
          </p:cNvPr>
          <p:cNvSpPr/>
          <p:nvPr/>
        </p:nvSpPr>
        <p:spPr>
          <a:xfrm>
            <a:off x="7146761" y="4519414"/>
            <a:ext cx="733245" cy="5032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a:extLst>
              <a:ext uri="{FF2B5EF4-FFF2-40B4-BE49-F238E27FC236}">
                <a16:creationId xmlns:a16="http://schemas.microsoft.com/office/drawing/2014/main" id="{74915BE2-7336-0A64-022C-4FD0ED1BB824}"/>
              </a:ext>
            </a:extLst>
          </p:cNvPr>
          <p:cNvSpPr/>
          <p:nvPr/>
        </p:nvSpPr>
        <p:spPr>
          <a:xfrm>
            <a:off x="3961908" y="3798107"/>
            <a:ext cx="2592237" cy="2054454"/>
          </a:xfrm>
          <a:prstGeom prst="rect">
            <a:avLst/>
          </a:prstGeom>
          <a:solidFill>
            <a:schemeClr val="bg2"/>
          </a:solidFill>
          <a:ln w="5715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AU"/>
          </a:p>
        </p:txBody>
      </p:sp>
      <p:sp>
        <p:nvSpPr>
          <p:cNvPr id="45" name="TextBox 44">
            <a:extLst>
              <a:ext uri="{FF2B5EF4-FFF2-40B4-BE49-F238E27FC236}">
                <a16:creationId xmlns:a16="http://schemas.microsoft.com/office/drawing/2014/main" id="{B7C1167A-1D1C-EAF6-3906-D970FE476EA2}"/>
              </a:ext>
            </a:extLst>
          </p:cNvPr>
          <p:cNvSpPr txBox="1"/>
          <p:nvPr/>
        </p:nvSpPr>
        <p:spPr>
          <a:xfrm>
            <a:off x="9820636" y="2022651"/>
            <a:ext cx="2191610" cy="646331"/>
          </a:xfrm>
          <a:prstGeom prst="rect">
            <a:avLst/>
          </a:prstGeom>
          <a:noFill/>
        </p:spPr>
        <p:txBody>
          <a:bodyPr wrap="square">
            <a:spAutoFit/>
          </a:bodyPr>
          <a:lstStyle/>
          <a:p>
            <a:r>
              <a:rPr lang="en-US" b="0">
                <a:solidFill>
                  <a:schemeClr val="tx2">
                    <a:lumMod val="75000"/>
                    <a:lumOff val="25000"/>
                  </a:schemeClr>
                </a:solidFill>
                <a:latin typeface="+mn-lt"/>
              </a:rPr>
              <a:t>Corrected format of city names</a:t>
            </a:r>
          </a:p>
        </p:txBody>
      </p:sp>
      <p:sp>
        <p:nvSpPr>
          <p:cNvPr id="46" name="TextBox 45">
            <a:extLst>
              <a:ext uri="{FF2B5EF4-FFF2-40B4-BE49-F238E27FC236}">
                <a16:creationId xmlns:a16="http://schemas.microsoft.com/office/drawing/2014/main" id="{F2DEF617-CB6D-48BC-6146-5D39A0C323ED}"/>
              </a:ext>
            </a:extLst>
          </p:cNvPr>
          <p:cNvSpPr txBox="1"/>
          <p:nvPr/>
        </p:nvSpPr>
        <p:spPr>
          <a:xfrm>
            <a:off x="4127202" y="3964912"/>
            <a:ext cx="2443043" cy="523220"/>
          </a:xfrm>
          <a:prstGeom prst="rect">
            <a:avLst/>
          </a:prstGeom>
          <a:noFill/>
        </p:spPr>
        <p:txBody>
          <a:bodyPr wrap="square">
            <a:spAutoFit/>
          </a:bodyPr>
          <a:lstStyle/>
          <a:p>
            <a:r>
              <a:rPr lang="en" sz="2800" b="1">
                <a:latin typeface="+mn-lt"/>
              </a:rPr>
              <a:t>4</a:t>
            </a:r>
          </a:p>
        </p:txBody>
      </p:sp>
      <p:sp>
        <p:nvSpPr>
          <p:cNvPr id="47" name="Rectangle 46">
            <a:extLst>
              <a:ext uri="{FF2B5EF4-FFF2-40B4-BE49-F238E27FC236}">
                <a16:creationId xmlns:a16="http://schemas.microsoft.com/office/drawing/2014/main" id="{C048BB22-4E49-6ABB-1E99-123154957E3B}"/>
              </a:ext>
            </a:extLst>
          </p:cNvPr>
          <p:cNvSpPr/>
          <p:nvPr/>
        </p:nvSpPr>
        <p:spPr>
          <a:xfrm>
            <a:off x="6880682" y="3798107"/>
            <a:ext cx="2443043" cy="2054454"/>
          </a:xfrm>
          <a:prstGeom prst="rect">
            <a:avLst/>
          </a:prstGeom>
          <a:solidFill>
            <a:schemeClr val="bg2"/>
          </a:solidFill>
          <a:ln w="57150">
            <a:solidFill>
              <a:srgbClr val="00206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AU"/>
          </a:p>
        </p:txBody>
      </p:sp>
      <p:sp>
        <p:nvSpPr>
          <p:cNvPr id="48" name="TextBox 47">
            <a:extLst>
              <a:ext uri="{FF2B5EF4-FFF2-40B4-BE49-F238E27FC236}">
                <a16:creationId xmlns:a16="http://schemas.microsoft.com/office/drawing/2014/main" id="{F89B7A80-FA2E-46E1-13C8-972294CA7AEA}"/>
              </a:ext>
            </a:extLst>
          </p:cNvPr>
          <p:cNvSpPr txBox="1"/>
          <p:nvPr/>
        </p:nvSpPr>
        <p:spPr>
          <a:xfrm>
            <a:off x="4224370" y="4524312"/>
            <a:ext cx="2126568" cy="923330"/>
          </a:xfrm>
          <a:prstGeom prst="rect">
            <a:avLst/>
          </a:prstGeom>
          <a:noFill/>
        </p:spPr>
        <p:txBody>
          <a:bodyPr wrap="square">
            <a:spAutoFit/>
          </a:bodyPr>
          <a:lstStyle/>
          <a:p>
            <a:r>
              <a:rPr lang="en-US" b="0">
                <a:solidFill>
                  <a:schemeClr val="tx2">
                    <a:lumMod val="75000"/>
                    <a:lumOff val="25000"/>
                  </a:schemeClr>
                </a:solidFill>
                <a:latin typeface="+mn-lt"/>
              </a:rPr>
              <a:t>Converted all variables  to desired datatypes</a:t>
            </a:r>
          </a:p>
        </p:txBody>
      </p:sp>
      <p:sp>
        <p:nvSpPr>
          <p:cNvPr id="49" name="TextBox 48">
            <a:extLst>
              <a:ext uri="{FF2B5EF4-FFF2-40B4-BE49-F238E27FC236}">
                <a16:creationId xmlns:a16="http://schemas.microsoft.com/office/drawing/2014/main" id="{210B1A29-F35E-22FE-6608-0326577EE5F5}"/>
              </a:ext>
            </a:extLst>
          </p:cNvPr>
          <p:cNvSpPr txBox="1"/>
          <p:nvPr/>
        </p:nvSpPr>
        <p:spPr>
          <a:xfrm>
            <a:off x="7045976" y="3964912"/>
            <a:ext cx="2443043" cy="523220"/>
          </a:xfrm>
          <a:prstGeom prst="rect">
            <a:avLst/>
          </a:prstGeom>
          <a:noFill/>
        </p:spPr>
        <p:txBody>
          <a:bodyPr wrap="square">
            <a:spAutoFit/>
          </a:bodyPr>
          <a:lstStyle/>
          <a:p>
            <a:r>
              <a:rPr lang="en" sz="2800" b="1">
                <a:latin typeface="+mn-lt"/>
              </a:rPr>
              <a:t>5</a:t>
            </a:r>
          </a:p>
        </p:txBody>
      </p:sp>
      <p:sp>
        <p:nvSpPr>
          <p:cNvPr id="52" name="TextBox 51">
            <a:extLst>
              <a:ext uri="{FF2B5EF4-FFF2-40B4-BE49-F238E27FC236}">
                <a16:creationId xmlns:a16="http://schemas.microsoft.com/office/drawing/2014/main" id="{E47B8A8B-9FD5-BCE7-E977-B3605AC29E5C}"/>
              </a:ext>
            </a:extLst>
          </p:cNvPr>
          <p:cNvSpPr txBox="1"/>
          <p:nvPr/>
        </p:nvSpPr>
        <p:spPr>
          <a:xfrm>
            <a:off x="7144278" y="4520852"/>
            <a:ext cx="2137160" cy="923330"/>
          </a:xfrm>
          <a:prstGeom prst="rect">
            <a:avLst/>
          </a:prstGeom>
          <a:noFill/>
        </p:spPr>
        <p:txBody>
          <a:bodyPr wrap="square">
            <a:spAutoFit/>
          </a:bodyPr>
          <a:lstStyle/>
          <a:p>
            <a:r>
              <a:rPr lang="en-US" b="0">
                <a:solidFill>
                  <a:schemeClr val="tx2">
                    <a:lumMod val="75000"/>
                    <a:lumOff val="25000"/>
                  </a:schemeClr>
                </a:solidFill>
                <a:latin typeface="+mn-lt"/>
              </a:rPr>
              <a:t>Took 95% confidence interval of required data</a:t>
            </a:r>
          </a:p>
        </p:txBody>
      </p:sp>
    </p:spTree>
    <p:extLst>
      <p:ext uri="{BB962C8B-B14F-4D97-AF65-F5344CB8AC3E}">
        <p14:creationId xmlns:p14="http://schemas.microsoft.com/office/powerpoint/2010/main" val="2097638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3" grpId="0"/>
      <p:bldP spid="34" grpId="0"/>
      <p:bldP spid="36" grpId="0" animBg="1"/>
      <p:bldP spid="37" grpId="0"/>
      <p:bldP spid="38" grpId="0"/>
      <p:bldP spid="40" grpId="0" animBg="1"/>
      <p:bldP spid="42" grpId="0"/>
      <p:bldP spid="44" grpId="0" animBg="1"/>
      <p:bldP spid="45" grpId="0"/>
      <p:bldP spid="46" grpId="0"/>
      <p:bldP spid="47" grpId="0" animBg="1"/>
      <p:bldP spid="48" grpId="0"/>
      <p:bldP spid="49" grpId="0"/>
      <p:bldP spid="5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8" name="Google Shape;908;p38"/>
          <p:cNvSpPr/>
          <p:nvPr/>
        </p:nvSpPr>
        <p:spPr>
          <a:xfrm>
            <a:off x="-2523994" y="258335"/>
            <a:ext cx="3363948" cy="2320963"/>
          </a:xfrm>
          <a:custGeom>
            <a:avLst/>
            <a:gdLst/>
            <a:ahLst/>
            <a:cxnLst/>
            <a:rect l="l" t="t" r="r" b="b"/>
            <a:pathLst>
              <a:path w="15253" h="10524" extrusionOk="0">
                <a:moveTo>
                  <a:pt x="7012" y="1"/>
                </a:moveTo>
                <a:cubicBezTo>
                  <a:pt x="6601" y="1"/>
                  <a:pt x="6193" y="59"/>
                  <a:pt x="5799" y="181"/>
                </a:cubicBezTo>
                <a:cubicBezTo>
                  <a:pt x="4537" y="574"/>
                  <a:pt x="3477" y="1669"/>
                  <a:pt x="3287" y="2979"/>
                </a:cubicBezTo>
                <a:cubicBezTo>
                  <a:pt x="3200" y="2970"/>
                  <a:pt x="3112" y="2965"/>
                  <a:pt x="3025" y="2965"/>
                </a:cubicBezTo>
                <a:cubicBezTo>
                  <a:pt x="1898" y="2965"/>
                  <a:pt x="735" y="3729"/>
                  <a:pt x="381" y="4801"/>
                </a:cubicBezTo>
                <a:cubicBezTo>
                  <a:pt x="0" y="5956"/>
                  <a:pt x="560" y="7349"/>
                  <a:pt x="1643" y="7896"/>
                </a:cubicBezTo>
                <a:cubicBezTo>
                  <a:pt x="2244" y="8202"/>
                  <a:pt x="2930" y="8256"/>
                  <a:pt x="3608" y="8256"/>
                </a:cubicBezTo>
                <a:cubicBezTo>
                  <a:pt x="3695" y="8256"/>
                  <a:pt x="3783" y="8255"/>
                  <a:pt x="3870" y="8254"/>
                </a:cubicBezTo>
                <a:cubicBezTo>
                  <a:pt x="4239" y="9230"/>
                  <a:pt x="5239" y="9873"/>
                  <a:pt x="6227" y="10230"/>
                </a:cubicBezTo>
                <a:cubicBezTo>
                  <a:pt x="6525" y="10337"/>
                  <a:pt x="6835" y="10421"/>
                  <a:pt x="7156" y="10480"/>
                </a:cubicBezTo>
                <a:cubicBezTo>
                  <a:pt x="7353" y="10509"/>
                  <a:pt x="7551" y="10523"/>
                  <a:pt x="7746" y="10523"/>
                </a:cubicBezTo>
                <a:cubicBezTo>
                  <a:pt x="9085" y="10523"/>
                  <a:pt x="10352" y="9862"/>
                  <a:pt x="11121" y="8730"/>
                </a:cubicBezTo>
                <a:cubicBezTo>
                  <a:pt x="11516" y="8913"/>
                  <a:pt x="11945" y="9006"/>
                  <a:pt x="12373" y="9006"/>
                </a:cubicBezTo>
                <a:cubicBezTo>
                  <a:pt x="12835" y="9006"/>
                  <a:pt x="13296" y="8898"/>
                  <a:pt x="13716" y="8682"/>
                </a:cubicBezTo>
                <a:cubicBezTo>
                  <a:pt x="14526" y="8254"/>
                  <a:pt x="15074" y="7456"/>
                  <a:pt x="15169" y="6551"/>
                </a:cubicBezTo>
                <a:cubicBezTo>
                  <a:pt x="15252" y="5622"/>
                  <a:pt x="14824" y="4717"/>
                  <a:pt x="14062" y="4182"/>
                </a:cubicBezTo>
                <a:cubicBezTo>
                  <a:pt x="14490" y="3586"/>
                  <a:pt x="14526" y="2812"/>
                  <a:pt x="14181" y="2170"/>
                </a:cubicBezTo>
                <a:cubicBezTo>
                  <a:pt x="13812" y="1539"/>
                  <a:pt x="13169" y="1134"/>
                  <a:pt x="12442" y="1086"/>
                </a:cubicBezTo>
                <a:cubicBezTo>
                  <a:pt x="12397" y="1083"/>
                  <a:pt x="12351" y="1082"/>
                  <a:pt x="12306" y="1082"/>
                </a:cubicBezTo>
                <a:cubicBezTo>
                  <a:pt x="11635" y="1082"/>
                  <a:pt x="10957" y="1404"/>
                  <a:pt x="10478" y="1872"/>
                </a:cubicBezTo>
                <a:cubicBezTo>
                  <a:pt x="10418" y="1384"/>
                  <a:pt x="10014" y="1027"/>
                  <a:pt x="9597" y="765"/>
                </a:cubicBezTo>
                <a:cubicBezTo>
                  <a:pt x="8827" y="281"/>
                  <a:pt x="7916" y="1"/>
                  <a:pt x="7012"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 name="Google Shape;962;p41">
            <a:extLst>
              <a:ext uri="{FF2B5EF4-FFF2-40B4-BE49-F238E27FC236}">
                <a16:creationId xmlns:a16="http://schemas.microsoft.com/office/drawing/2014/main" id="{E12E379D-8968-FDFE-A813-609C589B2C25}"/>
              </a:ext>
            </a:extLst>
          </p:cNvPr>
          <p:cNvSpPr txBox="1">
            <a:spLocks/>
          </p:cNvSpPr>
          <p:nvPr/>
        </p:nvSpPr>
        <p:spPr>
          <a:xfrm>
            <a:off x="895348" y="548376"/>
            <a:ext cx="8799258" cy="539432"/>
          </a:xfrm>
          <a:prstGeom prst="rect">
            <a:avLst/>
          </a:prstGeom>
        </p:spPr>
        <p:txBody>
          <a:bodyPr spcFirstLastPara="1" vert="horz" wrap="square" lIns="121900" tIns="121900" rIns="121900" bIns="1219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MY" sz="4000">
                <a:solidFill>
                  <a:schemeClr val="accent5">
                    <a:lumMod val="75000"/>
                  </a:schemeClr>
                </a:solidFill>
                <a:latin typeface="Bebas Neue"/>
              </a:rPr>
              <a:t>Post data cleaning</a:t>
            </a:r>
            <a:endParaRPr lang="en" sz="4000">
              <a:solidFill>
                <a:schemeClr val="accent5">
                  <a:lumMod val="75000"/>
                </a:schemeClr>
              </a:solidFill>
              <a:latin typeface="Bebas Neue"/>
            </a:endParaRPr>
          </a:p>
          <a:p>
            <a:endParaRPr lang="en" sz="4000">
              <a:solidFill>
                <a:schemeClr val="accent5">
                  <a:lumMod val="75000"/>
                </a:schemeClr>
              </a:solidFill>
              <a:latin typeface="Bebas Neue"/>
            </a:endParaRPr>
          </a:p>
        </p:txBody>
      </p:sp>
      <p:pic>
        <p:nvPicPr>
          <p:cNvPr id="4" name="Picture 3">
            <a:extLst>
              <a:ext uri="{FF2B5EF4-FFF2-40B4-BE49-F238E27FC236}">
                <a16:creationId xmlns:a16="http://schemas.microsoft.com/office/drawing/2014/main" id="{E5751397-7009-E9D0-C533-9E8B3B8EFD33}"/>
              </a:ext>
            </a:extLst>
          </p:cNvPr>
          <p:cNvPicPr>
            <a:picLocks noChangeAspect="1"/>
          </p:cNvPicPr>
          <p:nvPr/>
        </p:nvPicPr>
        <p:blipFill>
          <a:blip r:embed="rId3"/>
          <a:stretch>
            <a:fillRect/>
          </a:stretch>
        </p:blipFill>
        <p:spPr>
          <a:xfrm>
            <a:off x="837466" y="2709136"/>
            <a:ext cx="10517068" cy="1876687"/>
          </a:xfrm>
          <a:prstGeom prst="rect">
            <a:avLst/>
          </a:prstGeom>
        </p:spPr>
      </p:pic>
      <p:sp>
        <p:nvSpPr>
          <p:cNvPr id="5" name="Google Shape;907;p38">
            <a:extLst>
              <a:ext uri="{FF2B5EF4-FFF2-40B4-BE49-F238E27FC236}">
                <a16:creationId xmlns:a16="http://schemas.microsoft.com/office/drawing/2014/main" id="{2F138731-EC4C-1A8D-177B-B258DFC5080D}"/>
              </a:ext>
            </a:extLst>
          </p:cNvPr>
          <p:cNvSpPr txBox="1">
            <a:spLocks noGrp="1"/>
          </p:cNvSpPr>
          <p:nvPr>
            <p:ph type="title"/>
          </p:nvPr>
        </p:nvSpPr>
        <p:spPr>
          <a:xfrm>
            <a:off x="837466" y="1685604"/>
            <a:ext cx="6336883" cy="425735"/>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 sz="1850" b="1">
                <a:solidFill>
                  <a:schemeClr val="bg2">
                    <a:lumMod val="25000"/>
                  </a:schemeClr>
                </a:solidFill>
                <a:latin typeface="+mj-lt"/>
              </a:rPr>
              <a:t>Thus, we end up with:</a:t>
            </a:r>
            <a:endParaRPr lang="en-US" b="1">
              <a:solidFill>
                <a:schemeClr val="bg2">
                  <a:lumMod val="25000"/>
                </a:schemeClr>
              </a:solidFill>
              <a:latin typeface="+mj-lt"/>
            </a:endParaRPr>
          </a:p>
        </p:txBody>
      </p:sp>
    </p:spTree>
    <p:extLst>
      <p:ext uri="{BB962C8B-B14F-4D97-AF65-F5344CB8AC3E}">
        <p14:creationId xmlns:p14="http://schemas.microsoft.com/office/powerpoint/2010/main" val="32847027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2" name="Rectangle 1">
            <a:extLst>
              <a:ext uri="{FF2B5EF4-FFF2-40B4-BE49-F238E27FC236}">
                <a16:creationId xmlns:a16="http://schemas.microsoft.com/office/drawing/2014/main" id="{B9A48408-5B87-1116-5537-D0A57A824085}"/>
              </a:ext>
            </a:extLst>
          </p:cNvPr>
          <p:cNvSpPr/>
          <p:nvPr/>
        </p:nvSpPr>
        <p:spPr>
          <a:xfrm>
            <a:off x="7880292" y="1289571"/>
            <a:ext cx="2476050" cy="44736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1" name="TextBox 280">
            <a:extLst>
              <a:ext uri="{FF2B5EF4-FFF2-40B4-BE49-F238E27FC236}">
                <a16:creationId xmlns:a16="http://schemas.microsoft.com/office/drawing/2014/main" id="{9C2A5057-DBEB-1A58-FF5A-1EE75BAB451A}"/>
              </a:ext>
            </a:extLst>
          </p:cNvPr>
          <p:cNvSpPr txBox="1"/>
          <p:nvPr/>
        </p:nvSpPr>
        <p:spPr>
          <a:xfrm>
            <a:off x="2696210" y="1924319"/>
            <a:ext cx="6878319" cy="646331"/>
          </a:xfrm>
          <a:prstGeom prst="rect">
            <a:avLst/>
          </a:prstGeom>
          <a:noFill/>
          <a:ln>
            <a:noFill/>
          </a:ln>
        </p:spPr>
        <p:txBody>
          <a:bodyPr wrap="square">
            <a:spAutoFit/>
          </a:bodyPr>
          <a:lstStyle/>
          <a:p>
            <a:r>
              <a:rPr lang="en-GB" sz="3600" b="1">
                <a:latin typeface="Univers Condensed"/>
              </a:rPr>
              <a:t>Research questions</a:t>
            </a:r>
            <a:endParaRPr lang="en-AU" sz="3600" b="1"/>
          </a:p>
        </p:txBody>
      </p:sp>
      <p:sp>
        <p:nvSpPr>
          <p:cNvPr id="5" name="Rectangle 4">
            <a:extLst>
              <a:ext uri="{FF2B5EF4-FFF2-40B4-BE49-F238E27FC236}">
                <a16:creationId xmlns:a16="http://schemas.microsoft.com/office/drawing/2014/main" id="{A9EBFC3C-5159-7B9A-BA1F-D491DB95F382}"/>
              </a:ext>
            </a:extLst>
          </p:cNvPr>
          <p:cNvSpPr/>
          <p:nvPr/>
        </p:nvSpPr>
        <p:spPr>
          <a:xfrm>
            <a:off x="0" y="1361440"/>
            <a:ext cx="2235200" cy="528320"/>
          </a:xfrm>
          <a:prstGeom prst="rect">
            <a:avLst/>
          </a:prstGeom>
          <a:solidFill>
            <a:srgbClr val="C00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Google Shape;962;p41">
            <a:extLst>
              <a:ext uri="{FF2B5EF4-FFF2-40B4-BE49-F238E27FC236}">
                <a16:creationId xmlns:a16="http://schemas.microsoft.com/office/drawing/2014/main" id="{72F3DF1A-FA2C-2469-B4B5-1387AD92C622}"/>
              </a:ext>
            </a:extLst>
          </p:cNvPr>
          <p:cNvSpPr txBox="1">
            <a:spLocks noGrp="1"/>
          </p:cNvSpPr>
          <p:nvPr>
            <p:ph type="title"/>
          </p:nvPr>
        </p:nvSpPr>
        <p:spPr>
          <a:xfrm>
            <a:off x="792970" y="16229"/>
            <a:ext cx="11072323" cy="77623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GB" sz="5400">
                <a:solidFill>
                  <a:schemeClr val="bg2">
                    <a:lumMod val="50000"/>
                  </a:schemeClr>
                </a:solidFill>
                <a:latin typeface="Bebas Neue"/>
              </a:rPr>
              <a:t>overview</a:t>
            </a:r>
          </a:p>
        </p:txBody>
      </p:sp>
      <p:sp>
        <p:nvSpPr>
          <p:cNvPr id="261" name="Rectangle 260">
            <a:extLst>
              <a:ext uri="{FF2B5EF4-FFF2-40B4-BE49-F238E27FC236}">
                <a16:creationId xmlns:a16="http://schemas.microsoft.com/office/drawing/2014/main" id="{0FDA8375-4C15-23B6-31B8-7E874F9CAF70}"/>
              </a:ext>
            </a:extLst>
          </p:cNvPr>
          <p:cNvSpPr/>
          <p:nvPr/>
        </p:nvSpPr>
        <p:spPr>
          <a:xfrm>
            <a:off x="18288" y="2016664"/>
            <a:ext cx="2235200" cy="528320"/>
          </a:xfrm>
          <a:prstGeom prst="rect">
            <a:avLst/>
          </a:prstGeom>
          <a:solidFill>
            <a:srgbClr val="FFC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2" name="Rectangle 261">
            <a:extLst>
              <a:ext uri="{FF2B5EF4-FFF2-40B4-BE49-F238E27FC236}">
                <a16:creationId xmlns:a16="http://schemas.microsoft.com/office/drawing/2014/main" id="{7F38F1B7-6215-6A45-7937-62FADEBB94C7}"/>
              </a:ext>
            </a:extLst>
          </p:cNvPr>
          <p:cNvSpPr/>
          <p:nvPr/>
        </p:nvSpPr>
        <p:spPr>
          <a:xfrm>
            <a:off x="845820" y="2682866"/>
            <a:ext cx="2235200" cy="528320"/>
          </a:xfrm>
          <a:prstGeom prst="rect">
            <a:avLst/>
          </a:prstGeom>
          <a:solidFill>
            <a:srgbClr val="FFFF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3" name="Rectangle 262">
            <a:extLst>
              <a:ext uri="{FF2B5EF4-FFF2-40B4-BE49-F238E27FC236}">
                <a16:creationId xmlns:a16="http://schemas.microsoft.com/office/drawing/2014/main" id="{BFD3E4A5-6D4F-8744-B441-C7E3AEC64359}"/>
              </a:ext>
            </a:extLst>
          </p:cNvPr>
          <p:cNvSpPr/>
          <p:nvPr/>
        </p:nvSpPr>
        <p:spPr>
          <a:xfrm>
            <a:off x="0" y="3349068"/>
            <a:ext cx="2235200" cy="528320"/>
          </a:xfrm>
          <a:prstGeom prst="rect">
            <a:avLst/>
          </a:prstGeom>
          <a:solidFill>
            <a:srgbClr val="92D05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4" name="Rectangle 263">
            <a:extLst>
              <a:ext uri="{FF2B5EF4-FFF2-40B4-BE49-F238E27FC236}">
                <a16:creationId xmlns:a16="http://schemas.microsoft.com/office/drawing/2014/main" id="{D49B5F23-211B-2F77-1191-CEB9467833F2}"/>
              </a:ext>
            </a:extLst>
          </p:cNvPr>
          <p:cNvSpPr/>
          <p:nvPr/>
        </p:nvSpPr>
        <p:spPr>
          <a:xfrm>
            <a:off x="0" y="4015270"/>
            <a:ext cx="2235200" cy="528320"/>
          </a:xfrm>
          <a:prstGeom prst="rect">
            <a:avLst/>
          </a:prstGeom>
          <a:solidFill>
            <a:srgbClr val="0070C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8" name="Rectangle 287">
            <a:extLst>
              <a:ext uri="{FF2B5EF4-FFF2-40B4-BE49-F238E27FC236}">
                <a16:creationId xmlns:a16="http://schemas.microsoft.com/office/drawing/2014/main" id="{BA7F8A5C-6517-FF51-0273-471D92DDD097}"/>
              </a:ext>
            </a:extLst>
          </p:cNvPr>
          <p:cNvSpPr/>
          <p:nvPr/>
        </p:nvSpPr>
        <p:spPr>
          <a:xfrm>
            <a:off x="-520066" y="6091398"/>
            <a:ext cx="1881505" cy="400110"/>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5" name="Rectangle 264">
            <a:extLst>
              <a:ext uri="{FF2B5EF4-FFF2-40B4-BE49-F238E27FC236}">
                <a16:creationId xmlns:a16="http://schemas.microsoft.com/office/drawing/2014/main" id="{CF63AB26-5D48-4936-2A75-453F631D6184}"/>
              </a:ext>
            </a:extLst>
          </p:cNvPr>
          <p:cNvSpPr/>
          <p:nvPr/>
        </p:nvSpPr>
        <p:spPr>
          <a:xfrm>
            <a:off x="0" y="4681472"/>
            <a:ext cx="2235200" cy="528320"/>
          </a:xfrm>
          <a:prstGeom prst="rect">
            <a:avLst/>
          </a:prstGeom>
          <a:solidFill>
            <a:srgbClr val="00206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6" name="Rectangle 265">
            <a:extLst>
              <a:ext uri="{FF2B5EF4-FFF2-40B4-BE49-F238E27FC236}">
                <a16:creationId xmlns:a16="http://schemas.microsoft.com/office/drawing/2014/main" id="{5DDD9953-028D-AEA9-6F7F-612B09FB6E1C}"/>
              </a:ext>
            </a:extLst>
          </p:cNvPr>
          <p:cNvSpPr/>
          <p:nvPr/>
        </p:nvSpPr>
        <p:spPr>
          <a:xfrm>
            <a:off x="0" y="5439584"/>
            <a:ext cx="2235200" cy="528320"/>
          </a:xfrm>
          <a:prstGeom prst="rect">
            <a:avLst/>
          </a:prstGeom>
          <a:solidFill>
            <a:srgbClr val="7030A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4" name="Rectangle: Rounded Corners 253">
            <a:extLst>
              <a:ext uri="{FF2B5EF4-FFF2-40B4-BE49-F238E27FC236}">
                <a16:creationId xmlns:a16="http://schemas.microsoft.com/office/drawing/2014/main" id="{DC1FC88D-8429-5281-1D64-F9180008EE5C}"/>
              </a:ext>
            </a:extLst>
          </p:cNvPr>
          <p:cNvSpPr/>
          <p:nvPr/>
        </p:nvSpPr>
        <p:spPr>
          <a:xfrm>
            <a:off x="-465275" y="978186"/>
            <a:ext cx="1440000" cy="5788374"/>
          </a:xfrm>
          <a:prstGeom prst="roundRect">
            <a:avLst>
              <a:gd name="adj" fmla="val 15141"/>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4" name="TextBox 273">
            <a:extLst>
              <a:ext uri="{FF2B5EF4-FFF2-40B4-BE49-F238E27FC236}">
                <a16:creationId xmlns:a16="http://schemas.microsoft.com/office/drawing/2014/main" id="{B96D11E9-8110-BAF3-E9DE-D6DACE433439}"/>
              </a:ext>
            </a:extLst>
          </p:cNvPr>
          <p:cNvSpPr txBox="1"/>
          <p:nvPr/>
        </p:nvSpPr>
        <p:spPr>
          <a:xfrm>
            <a:off x="1967738" y="1763660"/>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2</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5" name="TextBox 274">
            <a:extLst>
              <a:ext uri="{FF2B5EF4-FFF2-40B4-BE49-F238E27FC236}">
                <a16:creationId xmlns:a16="http://schemas.microsoft.com/office/drawing/2014/main" id="{87CC5273-E3FA-6BE6-8080-6FE757DE0730}"/>
              </a:ext>
            </a:extLst>
          </p:cNvPr>
          <p:cNvSpPr txBox="1"/>
          <p:nvPr/>
        </p:nvSpPr>
        <p:spPr>
          <a:xfrm>
            <a:off x="2774188" y="242977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3</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6" name="TextBox 275">
            <a:extLst>
              <a:ext uri="{FF2B5EF4-FFF2-40B4-BE49-F238E27FC236}">
                <a16:creationId xmlns:a16="http://schemas.microsoft.com/office/drawing/2014/main" id="{D2E2BE5F-C829-9B6D-64BD-2D8A74E69D93}"/>
              </a:ext>
            </a:extLst>
          </p:cNvPr>
          <p:cNvSpPr txBox="1"/>
          <p:nvPr/>
        </p:nvSpPr>
        <p:spPr>
          <a:xfrm>
            <a:off x="1928368" y="3103601"/>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4</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7" name="TextBox 276">
            <a:extLst>
              <a:ext uri="{FF2B5EF4-FFF2-40B4-BE49-F238E27FC236}">
                <a16:creationId xmlns:a16="http://schemas.microsoft.com/office/drawing/2014/main" id="{3D08F43D-BDF0-521F-D637-143709B30C70}"/>
              </a:ext>
            </a:extLst>
          </p:cNvPr>
          <p:cNvSpPr txBox="1"/>
          <p:nvPr/>
        </p:nvSpPr>
        <p:spPr>
          <a:xfrm>
            <a:off x="1928368" y="377249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5</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8" name="TextBox 277">
            <a:extLst>
              <a:ext uri="{FF2B5EF4-FFF2-40B4-BE49-F238E27FC236}">
                <a16:creationId xmlns:a16="http://schemas.microsoft.com/office/drawing/2014/main" id="{C417BB84-9C18-6B03-2B85-A70E76B42033}"/>
              </a:ext>
            </a:extLst>
          </p:cNvPr>
          <p:cNvSpPr txBox="1"/>
          <p:nvPr/>
        </p:nvSpPr>
        <p:spPr>
          <a:xfrm>
            <a:off x="1928368" y="446437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6</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9" name="TextBox 278">
            <a:extLst>
              <a:ext uri="{FF2B5EF4-FFF2-40B4-BE49-F238E27FC236}">
                <a16:creationId xmlns:a16="http://schemas.microsoft.com/office/drawing/2014/main" id="{0A7296AF-53ED-E45A-C765-02A5DB122934}"/>
              </a:ext>
            </a:extLst>
          </p:cNvPr>
          <p:cNvSpPr txBox="1"/>
          <p:nvPr/>
        </p:nvSpPr>
        <p:spPr>
          <a:xfrm>
            <a:off x="1949450" y="520923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7</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82" name="TextBox 281">
            <a:extLst>
              <a:ext uri="{FF2B5EF4-FFF2-40B4-BE49-F238E27FC236}">
                <a16:creationId xmlns:a16="http://schemas.microsoft.com/office/drawing/2014/main" id="{2724724F-E306-8C47-A497-550147B29830}"/>
              </a:ext>
            </a:extLst>
          </p:cNvPr>
          <p:cNvSpPr txBox="1"/>
          <p:nvPr/>
        </p:nvSpPr>
        <p:spPr>
          <a:xfrm>
            <a:off x="3523741" y="2668163"/>
            <a:ext cx="6878320" cy="646331"/>
          </a:xfrm>
          <a:prstGeom prst="rect">
            <a:avLst/>
          </a:prstGeom>
          <a:noFill/>
          <a:ln>
            <a:noFill/>
          </a:ln>
        </p:spPr>
        <p:txBody>
          <a:bodyPr wrap="square">
            <a:spAutoFit/>
          </a:bodyPr>
          <a:lstStyle/>
          <a:p>
            <a:r>
              <a:rPr lang="en-GB" sz="3600" b="1">
                <a:latin typeface="Univers Condensed"/>
              </a:rPr>
              <a:t>Data pre-processing</a:t>
            </a:r>
          </a:p>
        </p:txBody>
      </p:sp>
      <p:sp>
        <p:nvSpPr>
          <p:cNvPr id="283" name="TextBox 282">
            <a:extLst>
              <a:ext uri="{FF2B5EF4-FFF2-40B4-BE49-F238E27FC236}">
                <a16:creationId xmlns:a16="http://schemas.microsoft.com/office/drawing/2014/main" id="{2EDC6EDD-704F-DE4B-7ACA-9183014412D4}"/>
              </a:ext>
            </a:extLst>
          </p:cNvPr>
          <p:cNvSpPr txBox="1"/>
          <p:nvPr/>
        </p:nvSpPr>
        <p:spPr>
          <a:xfrm>
            <a:off x="2656840" y="3338218"/>
            <a:ext cx="6878320" cy="646331"/>
          </a:xfrm>
          <a:prstGeom prst="rect">
            <a:avLst/>
          </a:prstGeom>
          <a:noFill/>
          <a:ln>
            <a:noFill/>
          </a:ln>
        </p:spPr>
        <p:txBody>
          <a:bodyPr wrap="square">
            <a:spAutoFit/>
          </a:bodyPr>
          <a:lstStyle/>
          <a:p>
            <a:r>
              <a:rPr lang="en-GB" sz="3600" b="1">
                <a:latin typeface="Univers Condensed"/>
              </a:rPr>
              <a:t>Exploratory Data Analysis</a:t>
            </a:r>
          </a:p>
        </p:txBody>
      </p:sp>
      <p:sp>
        <p:nvSpPr>
          <p:cNvPr id="284" name="TextBox 283">
            <a:extLst>
              <a:ext uri="{FF2B5EF4-FFF2-40B4-BE49-F238E27FC236}">
                <a16:creationId xmlns:a16="http://schemas.microsoft.com/office/drawing/2014/main" id="{01DD0F52-0C73-9181-AADA-746B0F4EB196}"/>
              </a:ext>
            </a:extLst>
          </p:cNvPr>
          <p:cNvSpPr txBox="1"/>
          <p:nvPr/>
        </p:nvSpPr>
        <p:spPr>
          <a:xfrm>
            <a:off x="2656840" y="4064728"/>
            <a:ext cx="6878320" cy="646331"/>
          </a:xfrm>
          <a:prstGeom prst="rect">
            <a:avLst/>
          </a:prstGeom>
          <a:noFill/>
          <a:ln>
            <a:noFill/>
          </a:ln>
        </p:spPr>
        <p:txBody>
          <a:bodyPr wrap="square">
            <a:spAutoFit/>
          </a:bodyPr>
          <a:lstStyle/>
          <a:p>
            <a:r>
              <a:rPr lang="en-GB" sz="3600" b="1">
                <a:latin typeface="Univers Condensed"/>
              </a:rPr>
              <a:t>Evaluation &amp; Modelling</a:t>
            </a:r>
          </a:p>
        </p:txBody>
      </p:sp>
      <p:sp>
        <p:nvSpPr>
          <p:cNvPr id="285" name="TextBox 284">
            <a:extLst>
              <a:ext uri="{FF2B5EF4-FFF2-40B4-BE49-F238E27FC236}">
                <a16:creationId xmlns:a16="http://schemas.microsoft.com/office/drawing/2014/main" id="{3E5235F2-7ADD-81EF-E9BA-739B20980FAF}"/>
              </a:ext>
            </a:extLst>
          </p:cNvPr>
          <p:cNvSpPr txBox="1"/>
          <p:nvPr/>
        </p:nvSpPr>
        <p:spPr>
          <a:xfrm>
            <a:off x="2677921" y="4769587"/>
            <a:ext cx="6878320" cy="646331"/>
          </a:xfrm>
          <a:prstGeom prst="rect">
            <a:avLst/>
          </a:prstGeom>
          <a:noFill/>
          <a:ln>
            <a:noFill/>
          </a:ln>
        </p:spPr>
        <p:txBody>
          <a:bodyPr wrap="square">
            <a:spAutoFit/>
          </a:bodyPr>
          <a:lstStyle/>
          <a:p>
            <a:r>
              <a:rPr lang="en-GB" sz="3600" b="1">
                <a:latin typeface="Univers Condensed"/>
              </a:rPr>
              <a:t>Discussion</a:t>
            </a:r>
          </a:p>
        </p:txBody>
      </p:sp>
      <p:sp>
        <p:nvSpPr>
          <p:cNvPr id="286" name="TextBox 285">
            <a:extLst>
              <a:ext uri="{FF2B5EF4-FFF2-40B4-BE49-F238E27FC236}">
                <a16:creationId xmlns:a16="http://schemas.microsoft.com/office/drawing/2014/main" id="{1BA364F2-C6F6-E5FF-03E2-A1BA1114CD74}"/>
              </a:ext>
            </a:extLst>
          </p:cNvPr>
          <p:cNvSpPr txBox="1"/>
          <p:nvPr/>
        </p:nvSpPr>
        <p:spPr>
          <a:xfrm>
            <a:off x="2700475" y="5445067"/>
            <a:ext cx="6878320" cy="646331"/>
          </a:xfrm>
          <a:prstGeom prst="rect">
            <a:avLst/>
          </a:prstGeom>
          <a:noFill/>
          <a:ln>
            <a:noFill/>
          </a:ln>
        </p:spPr>
        <p:txBody>
          <a:bodyPr wrap="square">
            <a:spAutoFit/>
          </a:bodyPr>
          <a:lstStyle/>
          <a:p>
            <a:r>
              <a:rPr lang="en-GB" sz="3600" b="1">
                <a:latin typeface="Univers Condensed"/>
              </a:rPr>
              <a:t>Conclusion</a:t>
            </a:r>
          </a:p>
        </p:txBody>
      </p:sp>
      <p:sp>
        <p:nvSpPr>
          <p:cNvPr id="9" name="TextBox 8">
            <a:extLst>
              <a:ext uri="{FF2B5EF4-FFF2-40B4-BE49-F238E27FC236}">
                <a16:creationId xmlns:a16="http://schemas.microsoft.com/office/drawing/2014/main" id="{F697FF5A-42E9-9413-F87B-7C1E24CFCE63}"/>
              </a:ext>
            </a:extLst>
          </p:cNvPr>
          <p:cNvSpPr txBox="1"/>
          <p:nvPr/>
        </p:nvSpPr>
        <p:spPr>
          <a:xfrm>
            <a:off x="2656840" y="1302434"/>
            <a:ext cx="6878320" cy="646331"/>
          </a:xfrm>
          <a:prstGeom prst="rect">
            <a:avLst/>
          </a:prstGeom>
          <a:noFill/>
          <a:ln>
            <a:noFill/>
          </a:ln>
        </p:spPr>
        <p:txBody>
          <a:bodyPr wrap="square">
            <a:spAutoFit/>
          </a:bodyPr>
          <a:lstStyle/>
          <a:p>
            <a:r>
              <a:rPr lang="en-GB" sz="3600" b="1">
                <a:latin typeface="Univers Condensed"/>
              </a:rPr>
              <a:t>Background</a:t>
            </a:r>
            <a:endParaRPr lang="en-AU" sz="3600" b="1"/>
          </a:p>
        </p:txBody>
      </p:sp>
      <p:cxnSp>
        <p:nvCxnSpPr>
          <p:cNvPr id="3" name="Straight Connector 2">
            <a:extLst>
              <a:ext uri="{FF2B5EF4-FFF2-40B4-BE49-F238E27FC236}">
                <a16:creationId xmlns:a16="http://schemas.microsoft.com/office/drawing/2014/main" id="{F353DF56-15D6-475A-DAC5-19E22F775426}"/>
              </a:ext>
            </a:extLst>
          </p:cNvPr>
          <p:cNvCxnSpPr>
            <a:cxnSpLocks/>
          </p:cNvCxnSpPr>
          <p:nvPr/>
        </p:nvCxnSpPr>
        <p:spPr>
          <a:xfrm>
            <a:off x="7859210" y="1302434"/>
            <a:ext cx="0" cy="4473663"/>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8050D822-D05E-0482-81E2-F1128D3A3CF0}"/>
              </a:ext>
            </a:extLst>
          </p:cNvPr>
          <p:cNvSpPr/>
          <p:nvPr/>
        </p:nvSpPr>
        <p:spPr>
          <a:xfrm>
            <a:off x="7836350" y="2818438"/>
            <a:ext cx="45719" cy="5243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438A107E-4195-BBCD-62DF-F72D684A1360}"/>
              </a:ext>
            </a:extLst>
          </p:cNvPr>
          <p:cNvSpPr txBox="1"/>
          <p:nvPr/>
        </p:nvSpPr>
        <p:spPr>
          <a:xfrm>
            <a:off x="1928368" y="109476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1</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7" name="Google Shape;962;p41">
            <a:extLst>
              <a:ext uri="{FF2B5EF4-FFF2-40B4-BE49-F238E27FC236}">
                <a16:creationId xmlns:a16="http://schemas.microsoft.com/office/drawing/2014/main" id="{D1C31F32-15A3-EC32-997E-564EC058C2D1}"/>
              </a:ext>
            </a:extLst>
          </p:cNvPr>
          <p:cNvSpPr txBox="1">
            <a:spLocks noGrp="1"/>
          </p:cNvSpPr>
          <p:nvPr/>
        </p:nvSpPr>
        <p:spPr>
          <a:xfrm>
            <a:off x="8051595" y="2991328"/>
            <a:ext cx="4059123"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4000">
                <a:solidFill>
                  <a:srgbClr val="C55C4B"/>
                </a:solidFill>
                <a:latin typeface="Bebas Neue"/>
              </a:rPr>
              <a:t>Section 3: </a:t>
            </a:r>
          </a:p>
          <a:p>
            <a:r>
              <a:rPr lang="en-GB" sz="6000">
                <a:solidFill>
                  <a:srgbClr val="C55C4B"/>
                </a:solidFill>
                <a:latin typeface="Bebas Neue"/>
              </a:rPr>
              <a:t>Data Preprocessing</a:t>
            </a:r>
            <a:endParaRPr lang="en" sz="6000">
              <a:solidFill>
                <a:srgbClr val="C55C4B"/>
              </a:solidFill>
              <a:latin typeface="Bebas Neue"/>
            </a:endParaRPr>
          </a:p>
        </p:txBody>
      </p:sp>
    </p:spTree>
    <p:extLst>
      <p:ext uri="{BB962C8B-B14F-4D97-AF65-F5344CB8AC3E}">
        <p14:creationId xmlns:p14="http://schemas.microsoft.com/office/powerpoint/2010/main" val="32777292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281" name="TextBox 280">
            <a:extLst>
              <a:ext uri="{FF2B5EF4-FFF2-40B4-BE49-F238E27FC236}">
                <a16:creationId xmlns:a16="http://schemas.microsoft.com/office/drawing/2014/main" id="{9C2A5057-DBEB-1A58-FF5A-1EE75BAB451A}"/>
              </a:ext>
            </a:extLst>
          </p:cNvPr>
          <p:cNvSpPr txBox="1"/>
          <p:nvPr/>
        </p:nvSpPr>
        <p:spPr>
          <a:xfrm>
            <a:off x="2696210" y="1924319"/>
            <a:ext cx="6878319" cy="646331"/>
          </a:xfrm>
          <a:prstGeom prst="rect">
            <a:avLst/>
          </a:prstGeom>
          <a:noFill/>
          <a:ln>
            <a:noFill/>
          </a:ln>
        </p:spPr>
        <p:txBody>
          <a:bodyPr wrap="square">
            <a:spAutoFit/>
          </a:bodyPr>
          <a:lstStyle/>
          <a:p>
            <a:r>
              <a:rPr lang="en-GB" sz="3600" b="1">
                <a:latin typeface="Univers Condensed"/>
              </a:rPr>
              <a:t>Research questions</a:t>
            </a:r>
            <a:endParaRPr lang="en-AU" sz="3600" b="1"/>
          </a:p>
        </p:txBody>
      </p:sp>
      <p:sp>
        <p:nvSpPr>
          <p:cNvPr id="5" name="Rectangle 4">
            <a:extLst>
              <a:ext uri="{FF2B5EF4-FFF2-40B4-BE49-F238E27FC236}">
                <a16:creationId xmlns:a16="http://schemas.microsoft.com/office/drawing/2014/main" id="{A9EBFC3C-5159-7B9A-BA1F-D491DB95F382}"/>
              </a:ext>
            </a:extLst>
          </p:cNvPr>
          <p:cNvSpPr/>
          <p:nvPr/>
        </p:nvSpPr>
        <p:spPr>
          <a:xfrm>
            <a:off x="0" y="1361440"/>
            <a:ext cx="2235200" cy="528320"/>
          </a:xfrm>
          <a:prstGeom prst="rect">
            <a:avLst/>
          </a:prstGeom>
          <a:solidFill>
            <a:srgbClr val="C00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Google Shape;962;p41">
            <a:extLst>
              <a:ext uri="{FF2B5EF4-FFF2-40B4-BE49-F238E27FC236}">
                <a16:creationId xmlns:a16="http://schemas.microsoft.com/office/drawing/2014/main" id="{72F3DF1A-FA2C-2469-B4B5-1387AD92C622}"/>
              </a:ext>
            </a:extLst>
          </p:cNvPr>
          <p:cNvSpPr txBox="1">
            <a:spLocks noGrp="1"/>
          </p:cNvSpPr>
          <p:nvPr>
            <p:ph type="title"/>
          </p:nvPr>
        </p:nvSpPr>
        <p:spPr>
          <a:xfrm>
            <a:off x="792970" y="16229"/>
            <a:ext cx="11072323" cy="77623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GB" sz="5400">
                <a:solidFill>
                  <a:schemeClr val="bg2">
                    <a:lumMod val="50000"/>
                  </a:schemeClr>
                </a:solidFill>
                <a:latin typeface="Bebas Neue"/>
              </a:rPr>
              <a:t>overview</a:t>
            </a:r>
          </a:p>
        </p:txBody>
      </p:sp>
      <p:sp>
        <p:nvSpPr>
          <p:cNvPr id="261" name="Rectangle 260">
            <a:extLst>
              <a:ext uri="{FF2B5EF4-FFF2-40B4-BE49-F238E27FC236}">
                <a16:creationId xmlns:a16="http://schemas.microsoft.com/office/drawing/2014/main" id="{0FDA8375-4C15-23B6-31B8-7E874F9CAF70}"/>
              </a:ext>
            </a:extLst>
          </p:cNvPr>
          <p:cNvSpPr/>
          <p:nvPr/>
        </p:nvSpPr>
        <p:spPr>
          <a:xfrm>
            <a:off x="18288" y="2016664"/>
            <a:ext cx="2235200" cy="528320"/>
          </a:xfrm>
          <a:prstGeom prst="rect">
            <a:avLst/>
          </a:prstGeom>
          <a:solidFill>
            <a:srgbClr val="FFC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2" name="Rectangle 261">
            <a:extLst>
              <a:ext uri="{FF2B5EF4-FFF2-40B4-BE49-F238E27FC236}">
                <a16:creationId xmlns:a16="http://schemas.microsoft.com/office/drawing/2014/main" id="{7F38F1B7-6215-6A45-7937-62FADEBB94C7}"/>
              </a:ext>
            </a:extLst>
          </p:cNvPr>
          <p:cNvSpPr/>
          <p:nvPr/>
        </p:nvSpPr>
        <p:spPr>
          <a:xfrm>
            <a:off x="53340" y="2682866"/>
            <a:ext cx="2235200" cy="528320"/>
          </a:xfrm>
          <a:prstGeom prst="rect">
            <a:avLst/>
          </a:prstGeom>
          <a:solidFill>
            <a:srgbClr val="FFFF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3" name="Rectangle 262">
            <a:extLst>
              <a:ext uri="{FF2B5EF4-FFF2-40B4-BE49-F238E27FC236}">
                <a16:creationId xmlns:a16="http://schemas.microsoft.com/office/drawing/2014/main" id="{BFD3E4A5-6D4F-8744-B441-C7E3AEC64359}"/>
              </a:ext>
            </a:extLst>
          </p:cNvPr>
          <p:cNvSpPr/>
          <p:nvPr/>
        </p:nvSpPr>
        <p:spPr>
          <a:xfrm>
            <a:off x="802640" y="3349068"/>
            <a:ext cx="2235200" cy="528320"/>
          </a:xfrm>
          <a:prstGeom prst="rect">
            <a:avLst/>
          </a:prstGeom>
          <a:solidFill>
            <a:srgbClr val="92D05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4" name="Rectangle 263">
            <a:extLst>
              <a:ext uri="{FF2B5EF4-FFF2-40B4-BE49-F238E27FC236}">
                <a16:creationId xmlns:a16="http://schemas.microsoft.com/office/drawing/2014/main" id="{D49B5F23-211B-2F77-1191-CEB9467833F2}"/>
              </a:ext>
            </a:extLst>
          </p:cNvPr>
          <p:cNvSpPr/>
          <p:nvPr/>
        </p:nvSpPr>
        <p:spPr>
          <a:xfrm>
            <a:off x="0" y="4015270"/>
            <a:ext cx="2235200" cy="528320"/>
          </a:xfrm>
          <a:prstGeom prst="rect">
            <a:avLst/>
          </a:prstGeom>
          <a:solidFill>
            <a:srgbClr val="0070C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2" name="TextBox 281">
            <a:extLst>
              <a:ext uri="{FF2B5EF4-FFF2-40B4-BE49-F238E27FC236}">
                <a16:creationId xmlns:a16="http://schemas.microsoft.com/office/drawing/2014/main" id="{2724724F-E306-8C47-A497-550147B29830}"/>
              </a:ext>
            </a:extLst>
          </p:cNvPr>
          <p:cNvSpPr txBox="1"/>
          <p:nvPr/>
        </p:nvSpPr>
        <p:spPr>
          <a:xfrm>
            <a:off x="2731261" y="2668163"/>
            <a:ext cx="6878320" cy="646331"/>
          </a:xfrm>
          <a:prstGeom prst="rect">
            <a:avLst/>
          </a:prstGeom>
          <a:noFill/>
          <a:ln>
            <a:noFill/>
          </a:ln>
        </p:spPr>
        <p:txBody>
          <a:bodyPr wrap="square">
            <a:spAutoFit/>
          </a:bodyPr>
          <a:lstStyle/>
          <a:p>
            <a:r>
              <a:rPr lang="en-GB" sz="3600" b="1">
                <a:latin typeface="Univers Condensed"/>
              </a:rPr>
              <a:t>Data pre-processing</a:t>
            </a:r>
          </a:p>
        </p:txBody>
      </p:sp>
      <p:sp>
        <p:nvSpPr>
          <p:cNvPr id="288" name="Rectangle 287">
            <a:extLst>
              <a:ext uri="{FF2B5EF4-FFF2-40B4-BE49-F238E27FC236}">
                <a16:creationId xmlns:a16="http://schemas.microsoft.com/office/drawing/2014/main" id="{BA7F8A5C-6517-FF51-0273-471D92DDD097}"/>
              </a:ext>
            </a:extLst>
          </p:cNvPr>
          <p:cNvSpPr/>
          <p:nvPr/>
        </p:nvSpPr>
        <p:spPr>
          <a:xfrm>
            <a:off x="-520066" y="6091398"/>
            <a:ext cx="1881505" cy="400110"/>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5" name="Rectangle 264">
            <a:extLst>
              <a:ext uri="{FF2B5EF4-FFF2-40B4-BE49-F238E27FC236}">
                <a16:creationId xmlns:a16="http://schemas.microsoft.com/office/drawing/2014/main" id="{CF63AB26-5D48-4936-2A75-453F631D6184}"/>
              </a:ext>
            </a:extLst>
          </p:cNvPr>
          <p:cNvSpPr/>
          <p:nvPr/>
        </p:nvSpPr>
        <p:spPr>
          <a:xfrm>
            <a:off x="0" y="4681472"/>
            <a:ext cx="2235200" cy="528320"/>
          </a:xfrm>
          <a:prstGeom prst="rect">
            <a:avLst/>
          </a:prstGeom>
          <a:solidFill>
            <a:srgbClr val="00206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6" name="Rectangle 265">
            <a:extLst>
              <a:ext uri="{FF2B5EF4-FFF2-40B4-BE49-F238E27FC236}">
                <a16:creationId xmlns:a16="http://schemas.microsoft.com/office/drawing/2014/main" id="{5DDD9953-028D-AEA9-6F7F-612B09FB6E1C}"/>
              </a:ext>
            </a:extLst>
          </p:cNvPr>
          <p:cNvSpPr/>
          <p:nvPr/>
        </p:nvSpPr>
        <p:spPr>
          <a:xfrm>
            <a:off x="0" y="5439584"/>
            <a:ext cx="2235200" cy="528320"/>
          </a:xfrm>
          <a:prstGeom prst="rect">
            <a:avLst/>
          </a:prstGeom>
          <a:solidFill>
            <a:srgbClr val="7030A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4" name="Rectangle: Rounded Corners 253">
            <a:extLst>
              <a:ext uri="{FF2B5EF4-FFF2-40B4-BE49-F238E27FC236}">
                <a16:creationId xmlns:a16="http://schemas.microsoft.com/office/drawing/2014/main" id="{DC1FC88D-8429-5281-1D64-F9180008EE5C}"/>
              </a:ext>
            </a:extLst>
          </p:cNvPr>
          <p:cNvSpPr/>
          <p:nvPr/>
        </p:nvSpPr>
        <p:spPr>
          <a:xfrm>
            <a:off x="-465275" y="978186"/>
            <a:ext cx="1440000" cy="5788374"/>
          </a:xfrm>
          <a:prstGeom prst="roundRect">
            <a:avLst>
              <a:gd name="adj" fmla="val 15141"/>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4" name="TextBox 273">
            <a:extLst>
              <a:ext uri="{FF2B5EF4-FFF2-40B4-BE49-F238E27FC236}">
                <a16:creationId xmlns:a16="http://schemas.microsoft.com/office/drawing/2014/main" id="{B96D11E9-8110-BAF3-E9DE-D6DACE433439}"/>
              </a:ext>
            </a:extLst>
          </p:cNvPr>
          <p:cNvSpPr txBox="1"/>
          <p:nvPr/>
        </p:nvSpPr>
        <p:spPr>
          <a:xfrm>
            <a:off x="1967738" y="1763660"/>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2</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5" name="TextBox 274">
            <a:extLst>
              <a:ext uri="{FF2B5EF4-FFF2-40B4-BE49-F238E27FC236}">
                <a16:creationId xmlns:a16="http://schemas.microsoft.com/office/drawing/2014/main" id="{87CC5273-E3FA-6BE6-8080-6FE757DE0730}"/>
              </a:ext>
            </a:extLst>
          </p:cNvPr>
          <p:cNvSpPr txBox="1"/>
          <p:nvPr/>
        </p:nvSpPr>
        <p:spPr>
          <a:xfrm>
            <a:off x="1981708" y="242977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3</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6" name="TextBox 275">
            <a:extLst>
              <a:ext uri="{FF2B5EF4-FFF2-40B4-BE49-F238E27FC236}">
                <a16:creationId xmlns:a16="http://schemas.microsoft.com/office/drawing/2014/main" id="{D2E2BE5F-C829-9B6D-64BD-2D8A74E69D93}"/>
              </a:ext>
            </a:extLst>
          </p:cNvPr>
          <p:cNvSpPr txBox="1"/>
          <p:nvPr/>
        </p:nvSpPr>
        <p:spPr>
          <a:xfrm>
            <a:off x="2731008" y="3103601"/>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4</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7" name="TextBox 276">
            <a:extLst>
              <a:ext uri="{FF2B5EF4-FFF2-40B4-BE49-F238E27FC236}">
                <a16:creationId xmlns:a16="http://schemas.microsoft.com/office/drawing/2014/main" id="{3D08F43D-BDF0-521F-D637-143709B30C70}"/>
              </a:ext>
            </a:extLst>
          </p:cNvPr>
          <p:cNvSpPr txBox="1"/>
          <p:nvPr/>
        </p:nvSpPr>
        <p:spPr>
          <a:xfrm>
            <a:off x="1928368" y="377249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5</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8" name="TextBox 277">
            <a:extLst>
              <a:ext uri="{FF2B5EF4-FFF2-40B4-BE49-F238E27FC236}">
                <a16:creationId xmlns:a16="http://schemas.microsoft.com/office/drawing/2014/main" id="{C417BB84-9C18-6B03-2B85-A70E76B42033}"/>
              </a:ext>
            </a:extLst>
          </p:cNvPr>
          <p:cNvSpPr txBox="1"/>
          <p:nvPr/>
        </p:nvSpPr>
        <p:spPr>
          <a:xfrm>
            <a:off x="1928368" y="446437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6</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9" name="TextBox 278">
            <a:extLst>
              <a:ext uri="{FF2B5EF4-FFF2-40B4-BE49-F238E27FC236}">
                <a16:creationId xmlns:a16="http://schemas.microsoft.com/office/drawing/2014/main" id="{0A7296AF-53ED-E45A-C765-02A5DB122934}"/>
              </a:ext>
            </a:extLst>
          </p:cNvPr>
          <p:cNvSpPr txBox="1"/>
          <p:nvPr/>
        </p:nvSpPr>
        <p:spPr>
          <a:xfrm>
            <a:off x="1949450" y="520923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7</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83" name="TextBox 282">
            <a:extLst>
              <a:ext uri="{FF2B5EF4-FFF2-40B4-BE49-F238E27FC236}">
                <a16:creationId xmlns:a16="http://schemas.microsoft.com/office/drawing/2014/main" id="{2EDC6EDD-704F-DE4B-7ACA-9183014412D4}"/>
              </a:ext>
            </a:extLst>
          </p:cNvPr>
          <p:cNvSpPr txBox="1"/>
          <p:nvPr/>
        </p:nvSpPr>
        <p:spPr>
          <a:xfrm>
            <a:off x="3459480" y="3338218"/>
            <a:ext cx="6878320" cy="646331"/>
          </a:xfrm>
          <a:prstGeom prst="rect">
            <a:avLst/>
          </a:prstGeom>
          <a:noFill/>
          <a:ln>
            <a:noFill/>
          </a:ln>
        </p:spPr>
        <p:txBody>
          <a:bodyPr wrap="square">
            <a:spAutoFit/>
          </a:bodyPr>
          <a:lstStyle/>
          <a:p>
            <a:r>
              <a:rPr lang="en-GB" sz="3600" b="1">
                <a:latin typeface="Univers Condensed"/>
              </a:rPr>
              <a:t>Exploratory Data Analysis</a:t>
            </a:r>
          </a:p>
        </p:txBody>
      </p:sp>
      <p:sp>
        <p:nvSpPr>
          <p:cNvPr id="284" name="TextBox 283">
            <a:extLst>
              <a:ext uri="{FF2B5EF4-FFF2-40B4-BE49-F238E27FC236}">
                <a16:creationId xmlns:a16="http://schemas.microsoft.com/office/drawing/2014/main" id="{01DD0F52-0C73-9181-AADA-746B0F4EB196}"/>
              </a:ext>
            </a:extLst>
          </p:cNvPr>
          <p:cNvSpPr txBox="1"/>
          <p:nvPr/>
        </p:nvSpPr>
        <p:spPr>
          <a:xfrm>
            <a:off x="2656840" y="4064728"/>
            <a:ext cx="6878320" cy="646331"/>
          </a:xfrm>
          <a:prstGeom prst="rect">
            <a:avLst/>
          </a:prstGeom>
          <a:noFill/>
          <a:ln>
            <a:noFill/>
          </a:ln>
        </p:spPr>
        <p:txBody>
          <a:bodyPr wrap="square">
            <a:spAutoFit/>
          </a:bodyPr>
          <a:lstStyle/>
          <a:p>
            <a:r>
              <a:rPr lang="en-GB" sz="3600" b="1">
                <a:latin typeface="Univers Condensed"/>
              </a:rPr>
              <a:t>Evaluation &amp; Modelling</a:t>
            </a:r>
          </a:p>
        </p:txBody>
      </p:sp>
      <p:sp>
        <p:nvSpPr>
          <p:cNvPr id="285" name="TextBox 284">
            <a:extLst>
              <a:ext uri="{FF2B5EF4-FFF2-40B4-BE49-F238E27FC236}">
                <a16:creationId xmlns:a16="http://schemas.microsoft.com/office/drawing/2014/main" id="{3E5235F2-7ADD-81EF-E9BA-739B20980FAF}"/>
              </a:ext>
            </a:extLst>
          </p:cNvPr>
          <p:cNvSpPr txBox="1"/>
          <p:nvPr/>
        </p:nvSpPr>
        <p:spPr>
          <a:xfrm>
            <a:off x="2677921" y="4769587"/>
            <a:ext cx="6878320" cy="646331"/>
          </a:xfrm>
          <a:prstGeom prst="rect">
            <a:avLst/>
          </a:prstGeom>
          <a:noFill/>
          <a:ln>
            <a:noFill/>
          </a:ln>
        </p:spPr>
        <p:txBody>
          <a:bodyPr wrap="square">
            <a:spAutoFit/>
          </a:bodyPr>
          <a:lstStyle/>
          <a:p>
            <a:r>
              <a:rPr lang="en-GB" sz="3600" b="1">
                <a:latin typeface="Univers Condensed"/>
              </a:rPr>
              <a:t>Discussion</a:t>
            </a:r>
          </a:p>
        </p:txBody>
      </p:sp>
      <p:sp>
        <p:nvSpPr>
          <p:cNvPr id="286" name="TextBox 285">
            <a:extLst>
              <a:ext uri="{FF2B5EF4-FFF2-40B4-BE49-F238E27FC236}">
                <a16:creationId xmlns:a16="http://schemas.microsoft.com/office/drawing/2014/main" id="{1BA364F2-C6F6-E5FF-03E2-A1BA1114CD74}"/>
              </a:ext>
            </a:extLst>
          </p:cNvPr>
          <p:cNvSpPr txBox="1"/>
          <p:nvPr/>
        </p:nvSpPr>
        <p:spPr>
          <a:xfrm>
            <a:off x="2700475" y="5445067"/>
            <a:ext cx="6878320" cy="646331"/>
          </a:xfrm>
          <a:prstGeom prst="rect">
            <a:avLst/>
          </a:prstGeom>
          <a:noFill/>
          <a:ln>
            <a:noFill/>
          </a:ln>
        </p:spPr>
        <p:txBody>
          <a:bodyPr wrap="square">
            <a:spAutoFit/>
          </a:bodyPr>
          <a:lstStyle/>
          <a:p>
            <a:r>
              <a:rPr lang="en-GB" sz="3600" b="1">
                <a:latin typeface="Univers Condensed"/>
              </a:rPr>
              <a:t>Conclusion</a:t>
            </a:r>
          </a:p>
        </p:txBody>
      </p:sp>
      <p:sp>
        <p:nvSpPr>
          <p:cNvPr id="2" name="Rectangle 1">
            <a:extLst>
              <a:ext uri="{FF2B5EF4-FFF2-40B4-BE49-F238E27FC236}">
                <a16:creationId xmlns:a16="http://schemas.microsoft.com/office/drawing/2014/main" id="{66569A99-3F8B-B0F1-BA2D-AF7E1158B44E}"/>
              </a:ext>
            </a:extLst>
          </p:cNvPr>
          <p:cNvSpPr/>
          <p:nvPr/>
        </p:nvSpPr>
        <p:spPr>
          <a:xfrm>
            <a:off x="7880292" y="1289571"/>
            <a:ext cx="2476050" cy="44736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F697FF5A-42E9-9413-F87B-7C1E24CFCE63}"/>
              </a:ext>
            </a:extLst>
          </p:cNvPr>
          <p:cNvSpPr txBox="1"/>
          <p:nvPr/>
        </p:nvSpPr>
        <p:spPr>
          <a:xfrm>
            <a:off x="2656840" y="1302434"/>
            <a:ext cx="6878320" cy="646331"/>
          </a:xfrm>
          <a:prstGeom prst="rect">
            <a:avLst/>
          </a:prstGeom>
          <a:noFill/>
          <a:ln>
            <a:noFill/>
          </a:ln>
        </p:spPr>
        <p:txBody>
          <a:bodyPr wrap="square">
            <a:spAutoFit/>
          </a:bodyPr>
          <a:lstStyle/>
          <a:p>
            <a:r>
              <a:rPr lang="en-GB" sz="3600" b="1">
                <a:latin typeface="Univers Condensed"/>
              </a:rPr>
              <a:t>Background</a:t>
            </a:r>
            <a:endParaRPr lang="en-AU" sz="3600" b="1"/>
          </a:p>
        </p:txBody>
      </p:sp>
      <p:cxnSp>
        <p:nvCxnSpPr>
          <p:cNvPr id="3" name="Straight Connector 2">
            <a:extLst>
              <a:ext uri="{FF2B5EF4-FFF2-40B4-BE49-F238E27FC236}">
                <a16:creationId xmlns:a16="http://schemas.microsoft.com/office/drawing/2014/main" id="{F353DF56-15D6-475A-DAC5-19E22F775426}"/>
              </a:ext>
            </a:extLst>
          </p:cNvPr>
          <p:cNvCxnSpPr>
            <a:cxnSpLocks/>
          </p:cNvCxnSpPr>
          <p:nvPr/>
        </p:nvCxnSpPr>
        <p:spPr>
          <a:xfrm>
            <a:off x="7859210" y="1302434"/>
            <a:ext cx="0" cy="4473663"/>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8050D822-D05E-0482-81E2-F1128D3A3CF0}"/>
              </a:ext>
            </a:extLst>
          </p:cNvPr>
          <p:cNvSpPr/>
          <p:nvPr/>
        </p:nvSpPr>
        <p:spPr>
          <a:xfrm>
            <a:off x="7834935" y="3422958"/>
            <a:ext cx="45719" cy="5243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438A107E-4195-BBCD-62DF-F72D684A1360}"/>
              </a:ext>
            </a:extLst>
          </p:cNvPr>
          <p:cNvSpPr txBox="1"/>
          <p:nvPr/>
        </p:nvSpPr>
        <p:spPr>
          <a:xfrm>
            <a:off x="1928368" y="109476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1</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7" name="Google Shape;962;p41">
            <a:extLst>
              <a:ext uri="{FF2B5EF4-FFF2-40B4-BE49-F238E27FC236}">
                <a16:creationId xmlns:a16="http://schemas.microsoft.com/office/drawing/2014/main" id="{17C6903F-C0AA-30BE-D056-EA7F63942219}"/>
              </a:ext>
            </a:extLst>
          </p:cNvPr>
          <p:cNvSpPr txBox="1">
            <a:spLocks noGrp="1"/>
          </p:cNvSpPr>
          <p:nvPr/>
        </p:nvSpPr>
        <p:spPr>
          <a:xfrm>
            <a:off x="7964433" y="3314494"/>
            <a:ext cx="4327526"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3200">
                <a:solidFill>
                  <a:srgbClr val="5F5369"/>
                </a:solidFill>
                <a:latin typeface="Bebas Neue"/>
              </a:rPr>
              <a:t>Section 4: </a:t>
            </a:r>
          </a:p>
          <a:p>
            <a:r>
              <a:rPr lang="en-GB" sz="4800">
                <a:solidFill>
                  <a:srgbClr val="5F5369"/>
                </a:solidFill>
                <a:latin typeface="Bebas Neue"/>
              </a:rPr>
              <a:t>Exploratory data</a:t>
            </a:r>
            <a:br>
              <a:rPr lang="en-GB" sz="4800">
                <a:solidFill>
                  <a:srgbClr val="5F5369"/>
                </a:solidFill>
                <a:latin typeface="Bebas Neue"/>
              </a:rPr>
            </a:br>
            <a:r>
              <a:rPr lang="en-GB" sz="4800">
                <a:solidFill>
                  <a:srgbClr val="5F5369"/>
                </a:solidFill>
                <a:latin typeface="Bebas Neue"/>
              </a:rPr>
              <a:t>analysis</a:t>
            </a:r>
            <a:endParaRPr lang="en" sz="4800">
              <a:solidFill>
                <a:srgbClr val="5F5369"/>
              </a:solidFill>
              <a:latin typeface="Bebas Neue"/>
            </a:endParaRPr>
          </a:p>
        </p:txBody>
      </p:sp>
    </p:spTree>
    <p:extLst>
      <p:ext uri="{BB962C8B-B14F-4D97-AF65-F5344CB8AC3E}">
        <p14:creationId xmlns:p14="http://schemas.microsoft.com/office/powerpoint/2010/main" val="28432701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grpSp>
        <p:nvGrpSpPr>
          <p:cNvPr id="964" name="Google Shape;964;p41"/>
          <p:cNvGrpSpPr/>
          <p:nvPr/>
        </p:nvGrpSpPr>
        <p:grpSpPr>
          <a:xfrm>
            <a:off x="5917734" y="3306117"/>
            <a:ext cx="9397513" cy="3119564"/>
            <a:chOff x="4180550" y="2212179"/>
            <a:chExt cx="7048135" cy="2339673"/>
          </a:xfrm>
        </p:grpSpPr>
        <p:grpSp>
          <p:nvGrpSpPr>
            <p:cNvPr id="965" name="Google Shape;965;p41"/>
            <p:cNvGrpSpPr/>
            <p:nvPr/>
          </p:nvGrpSpPr>
          <p:grpSpPr>
            <a:xfrm>
              <a:off x="4180550" y="2212179"/>
              <a:ext cx="7048135" cy="2339673"/>
              <a:chOff x="4180550" y="2212179"/>
              <a:chExt cx="7048135" cy="2339673"/>
            </a:xfrm>
          </p:grpSpPr>
          <p:sp>
            <p:nvSpPr>
              <p:cNvPr id="966" name="Google Shape;966;p41"/>
              <p:cNvSpPr/>
              <p:nvPr/>
            </p:nvSpPr>
            <p:spPr>
              <a:xfrm>
                <a:off x="8160481" y="3468190"/>
                <a:ext cx="881727" cy="1006624"/>
              </a:xfrm>
              <a:custGeom>
                <a:avLst/>
                <a:gdLst/>
                <a:ahLst/>
                <a:cxnLst/>
                <a:rect l="l" t="t" r="r" b="b"/>
                <a:pathLst>
                  <a:path w="28076" h="32053" extrusionOk="0">
                    <a:moveTo>
                      <a:pt x="14038" y="1"/>
                    </a:moveTo>
                    <a:lnTo>
                      <a:pt x="0" y="18503"/>
                    </a:lnTo>
                    <a:lnTo>
                      <a:pt x="0" y="32052"/>
                    </a:lnTo>
                    <a:lnTo>
                      <a:pt x="28075" y="32052"/>
                    </a:lnTo>
                    <a:lnTo>
                      <a:pt x="28075" y="18503"/>
                    </a:lnTo>
                    <a:lnTo>
                      <a:pt x="14038"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67" name="Google Shape;967;p41"/>
              <p:cNvSpPr/>
              <p:nvPr/>
            </p:nvSpPr>
            <p:spPr>
              <a:xfrm>
                <a:off x="5503429" y="3142520"/>
                <a:ext cx="1121033" cy="1333425"/>
              </a:xfrm>
              <a:custGeom>
                <a:avLst/>
                <a:gdLst/>
                <a:ahLst/>
                <a:cxnLst/>
                <a:rect l="l" t="t" r="r" b="b"/>
                <a:pathLst>
                  <a:path w="35696" h="42459" extrusionOk="0">
                    <a:moveTo>
                      <a:pt x="17848" y="0"/>
                    </a:moveTo>
                    <a:lnTo>
                      <a:pt x="1" y="10585"/>
                    </a:lnTo>
                    <a:lnTo>
                      <a:pt x="1" y="42458"/>
                    </a:lnTo>
                    <a:lnTo>
                      <a:pt x="35696" y="42458"/>
                    </a:lnTo>
                    <a:lnTo>
                      <a:pt x="35696" y="10585"/>
                    </a:lnTo>
                    <a:lnTo>
                      <a:pt x="17848"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68" name="Google Shape;968;p41"/>
              <p:cNvSpPr/>
              <p:nvPr/>
            </p:nvSpPr>
            <p:spPr>
              <a:xfrm>
                <a:off x="8242325" y="3469325"/>
                <a:ext cx="709036" cy="990891"/>
              </a:xfrm>
              <a:custGeom>
                <a:avLst/>
                <a:gdLst/>
                <a:ahLst/>
                <a:cxnLst/>
                <a:rect l="l" t="t" r="r" b="b"/>
                <a:pathLst>
                  <a:path w="20694" h="31552" extrusionOk="0">
                    <a:moveTo>
                      <a:pt x="10716" y="7537"/>
                    </a:moveTo>
                    <a:lnTo>
                      <a:pt x="10776" y="7597"/>
                    </a:lnTo>
                    <a:lnTo>
                      <a:pt x="10716" y="7597"/>
                    </a:lnTo>
                    <a:lnTo>
                      <a:pt x="10716" y="7537"/>
                    </a:lnTo>
                    <a:close/>
                    <a:moveTo>
                      <a:pt x="10276" y="8037"/>
                    </a:moveTo>
                    <a:lnTo>
                      <a:pt x="10276" y="13847"/>
                    </a:lnTo>
                    <a:lnTo>
                      <a:pt x="6251" y="13847"/>
                    </a:lnTo>
                    <a:lnTo>
                      <a:pt x="6251" y="8037"/>
                    </a:lnTo>
                    <a:close/>
                    <a:moveTo>
                      <a:pt x="14740" y="8037"/>
                    </a:moveTo>
                    <a:lnTo>
                      <a:pt x="14740" y="13681"/>
                    </a:lnTo>
                    <a:lnTo>
                      <a:pt x="14574" y="13847"/>
                    </a:lnTo>
                    <a:lnTo>
                      <a:pt x="10716" y="13847"/>
                    </a:lnTo>
                    <a:lnTo>
                      <a:pt x="10716" y="8037"/>
                    </a:lnTo>
                    <a:close/>
                    <a:moveTo>
                      <a:pt x="10276" y="0"/>
                    </a:moveTo>
                    <a:lnTo>
                      <a:pt x="10276" y="6870"/>
                    </a:lnTo>
                    <a:lnTo>
                      <a:pt x="7251" y="3858"/>
                    </a:lnTo>
                    <a:lnTo>
                      <a:pt x="6942" y="4180"/>
                    </a:lnTo>
                    <a:lnTo>
                      <a:pt x="10276" y="7501"/>
                    </a:lnTo>
                    <a:lnTo>
                      <a:pt x="10276" y="7597"/>
                    </a:lnTo>
                    <a:lnTo>
                      <a:pt x="4918" y="7597"/>
                    </a:lnTo>
                    <a:lnTo>
                      <a:pt x="4918" y="8037"/>
                    </a:lnTo>
                    <a:lnTo>
                      <a:pt x="5811" y="8037"/>
                    </a:lnTo>
                    <a:lnTo>
                      <a:pt x="5811" y="13419"/>
                    </a:lnTo>
                    <a:lnTo>
                      <a:pt x="2787" y="10407"/>
                    </a:lnTo>
                    <a:lnTo>
                      <a:pt x="2477" y="10728"/>
                    </a:lnTo>
                    <a:lnTo>
                      <a:pt x="5596" y="13847"/>
                    </a:lnTo>
                    <a:lnTo>
                      <a:pt x="0" y="13847"/>
                    </a:lnTo>
                    <a:lnTo>
                      <a:pt x="0" y="14288"/>
                    </a:lnTo>
                    <a:lnTo>
                      <a:pt x="5811" y="14288"/>
                    </a:lnTo>
                    <a:lnTo>
                      <a:pt x="5811" y="31552"/>
                    </a:lnTo>
                    <a:lnTo>
                      <a:pt x="6251" y="31552"/>
                    </a:lnTo>
                    <a:lnTo>
                      <a:pt x="6251" y="14288"/>
                    </a:lnTo>
                    <a:lnTo>
                      <a:pt x="10276" y="14288"/>
                    </a:lnTo>
                    <a:lnTo>
                      <a:pt x="10276" y="31552"/>
                    </a:lnTo>
                    <a:lnTo>
                      <a:pt x="10716" y="31552"/>
                    </a:lnTo>
                    <a:lnTo>
                      <a:pt x="10716" y="14288"/>
                    </a:lnTo>
                    <a:lnTo>
                      <a:pt x="14740" y="14288"/>
                    </a:lnTo>
                    <a:lnTo>
                      <a:pt x="14740" y="31552"/>
                    </a:lnTo>
                    <a:lnTo>
                      <a:pt x="15181" y="31552"/>
                    </a:lnTo>
                    <a:lnTo>
                      <a:pt x="15181" y="14288"/>
                    </a:lnTo>
                    <a:lnTo>
                      <a:pt x="20694" y="14288"/>
                    </a:lnTo>
                    <a:lnTo>
                      <a:pt x="20694" y="13847"/>
                    </a:lnTo>
                    <a:lnTo>
                      <a:pt x="15205" y="13847"/>
                    </a:lnTo>
                    <a:lnTo>
                      <a:pt x="18312" y="10728"/>
                    </a:lnTo>
                    <a:lnTo>
                      <a:pt x="18003" y="10407"/>
                    </a:lnTo>
                    <a:lnTo>
                      <a:pt x="15181" y="13228"/>
                    </a:lnTo>
                    <a:lnTo>
                      <a:pt x="15181" y="8037"/>
                    </a:lnTo>
                    <a:lnTo>
                      <a:pt x="15776" y="8037"/>
                    </a:lnTo>
                    <a:lnTo>
                      <a:pt x="15776" y="7597"/>
                    </a:lnTo>
                    <a:lnTo>
                      <a:pt x="10883" y="7597"/>
                    </a:lnTo>
                    <a:lnTo>
                      <a:pt x="14300" y="4180"/>
                    </a:lnTo>
                    <a:lnTo>
                      <a:pt x="13978" y="3858"/>
                    </a:lnTo>
                    <a:lnTo>
                      <a:pt x="10716" y="7132"/>
                    </a:lnTo>
                    <a:lnTo>
                      <a:pt x="10716"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69" name="Google Shape;969;p41"/>
              <p:cNvSpPr/>
              <p:nvPr/>
            </p:nvSpPr>
            <p:spPr>
              <a:xfrm>
                <a:off x="5444350" y="3157875"/>
                <a:ext cx="1190564" cy="1321094"/>
              </a:xfrm>
              <a:custGeom>
                <a:avLst/>
                <a:gdLst/>
                <a:ahLst/>
                <a:cxnLst/>
                <a:rect l="l" t="t" r="r" b="b"/>
                <a:pathLst>
                  <a:path w="37910" h="41185" extrusionOk="0">
                    <a:moveTo>
                      <a:pt x="19289" y="7132"/>
                    </a:moveTo>
                    <a:lnTo>
                      <a:pt x="19289" y="13443"/>
                    </a:lnTo>
                    <a:lnTo>
                      <a:pt x="11895" y="13443"/>
                    </a:lnTo>
                    <a:lnTo>
                      <a:pt x="11895" y="7132"/>
                    </a:lnTo>
                    <a:close/>
                    <a:moveTo>
                      <a:pt x="27694" y="7132"/>
                    </a:moveTo>
                    <a:lnTo>
                      <a:pt x="27694" y="13443"/>
                    </a:lnTo>
                    <a:lnTo>
                      <a:pt x="20289" y="13443"/>
                    </a:lnTo>
                    <a:lnTo>
                      <a:pt x="20289" y="7132"/>
                    </a:lnTo>
                    <a:close/>
                    <a:moveTo>
                      <a:pt x="19289" y="14491"/>
                    </a:moveTo>
                    <a:lnTo>
                      <a:pt x="19289" y="24670"/>
                    </a:lnTo>
                    <a:lnTo>
                      <a:pt x="11895" y="24670"/>
                    </a:lnTo>
                    <a:lnTo>
                      <a:pt x="11883" y="14491"/>
                    </a:lnTo>
                    <a:close/>
                    <a:moveTo>
                      <a:pt x="27694" y="14491"/>
                    </a:moveTo>
                    <a:lnTo>
                      <a:pt x="27694" y="24670"/>
                    </a:lnTo>
                    <a:lnTo>
                      <a:pt x="20289" y="24670"/>
                    </a:lnTo>
                    <a:lnTo>
                      <a:pt x="20289" y="14491"/>
                    </a:lnTo>
                    <a:close/>
                    <a:moveTo>
                      <a:pt x="14609" y="25706"/>
                    </a:moveTo>
                    <a:lnTo>
                      <a:pt x="14431" y="25861"/>
                    </a:lnTo>
                    <a:lnTo>
                      <a:pt x="11883" y="27956"/>
                    </a:lnTo>
                    <a:lnTo>
                      <a:pt x="11883" y="25706"/>
                    </a:lnTo>
                    <a:close/>
                    <a:moveTo>
                      <a:pt x="27694" y="25706"/>
                    </a:moveTo>
                    <a:lnTo>
                      <a:pt x="27694" y="27956"/>
                    </a:lnTo>
                    <a:lnTo>
                      <a:pt x="25146" y="25861"/>
                    </a:lnTo>
                    <a:lnTo>
                      <a:pt x="24968" y="25706"/>
                    </a:lnTo>
                    <a:close/>
                    <a:moveTo>
                      <a:pt x="19300" y="25706"/>
                    </a:moveTo>
                    <a:lnTo>
                      <a:pt x="19289" y="28540"/>
                    </a:lnTo>
                    <a:lnTo>
                      <a:pt x="16050" y="25861"/>
                    </a:lnTo>
                    <a:lnTo>
                      <a:pt x="15871" y="25706"/>
                    </a:lnTo>
                    <a:close/>
                    <a:moveTo>
                      <a:pt x="23706" y="25706"/>
                    </a:moveTo>
                    <a:lnTo>
                      <a:pt x="23527" y="25861"/>
                    </a:lnTo>
                    <a:lnTo>
                      <a:pt x="20289" y="28540"/>
                    </a:lnTo>
                    <a:lnTo>
                      <a:pt x="20289" y="25706"/>
                    </a:lnTo>
                    <a:close/>
                    <a:moveTo>
                      <a:pt x="32171" y="25706"/>
                    </a:moveTo>
                    <a:lnTo>
                      <a:pt x="28683" y="28576"/>
                    </a:lnTo>
                    <a:lnTo>
                      <a:pt x="28683" y="25706"/>
                    </a:lnTo>
                    <a:close/>
                    <a:moveTo>
                      <a:pt x="10895" y="25706"/>
                    </a:moveTo>
                    <a:lnTo>
                      <a:pt x="10895" y="28588"/>
                    </a:lnTo>
                    <a:lnTo>
                      <a:pt x="7406" y="25706"/>
                    </a:lnTo>
                    <a:close/>
                    <a:moveTo>
                      <a:pt x="6775" y="26528"/>
                    </a:moveTo>
                    <a:lnTo>
                      <a:pt x="9823" y="29016"/>
                    </a:lnTo>
                    <a:lnTo>
                      <a:pt x="3739" y="29016"/>
                    </a:lnTo>
                    <a:lnTo>
                      <a:pt x="6775" y="26528"/>
                    </a:lnTo>
                    <a:close/>
                    <a:moveTo>
                      <a:pt x="32802" y="26516"/>
                    </a:moveTo>
                    <a:lnTo>
                      <a:pt x="35838" y="29016"/>
                    </a:lnTo>
                    <a:lnTo>
                      <a:pt x="29766" y="29016"/>
                    </a:lnTo>
                    <a:lnTo>
                      <a:pt x="32802" y="26516"/>
                    </a:lnTo>
                    <a:close/>
                    <a:moveTo>
                      <a:pt x="15240" y="26528"/>
                    </a:moveTo>
                    <a:lnTo>
                      <a:pt x="18277" y="29028"/>
                    </a:lnTo>
                    <a:lnTo>
                      <a:pt x="12204" y="29028"/>
                    </a:lnTo>
                    <a:lnTo>
                      <a:pt x="15240" y="26528"/>
                    </a:lnTo>
                    <a:close/>
                    <a:moveTo>
                      <a:pt x="24337" y="26528"/>
                    </a:moveTo>
                    <a:lnTo>
                      <a:pt x="27385" y="29028"/>
                    </a:lnTo>
                    <a:lnTo>
                      <a:pt x="21301" y="29028"/>
                    </a:lnTo>
                    <a:lnTo>
                      <a:pt x="24337" y="26528"/>
                    </a:lnTo>
                    <a:close/>
                    <a:moveTo>
                      <a:pt x="19289" y="30064"/>
                    </a:moveTo>
                    <a:lnTo>
                      <a:pt x="19289" y="40148"/>
                    </a:lnTo>
                    <a:lnTo>
                      <a:pt x="11895" y="40148"/>
                    </a:lnTo>
                    <a:lnTo>
                      <a:pt x="11895" y="30064"/>
                    </a:lnTo>
                    <a:close/>
                    <a:moveTo>
                      <a:pt x="27694" y="30064"/>
                    </a:moveTo>
                    <a:lnTo>
                      <a:pt x="27694" y="40148"/>
                    </a:lnTo>
                    <a:lnTo>
                      <a:pt x="20289" y="40148"/>
                    </a:lnTo>
                    <a:lnTo>
                      <a:pt x="20289" y="30064"/>
                    </a:lnTo>
                    <a:close/>
                    <a:moveTo>
                      <a:pt x="19289" y="1"/>
                    </a:moveTo>
                    <a:lnTo>
                      <a:pt x="19289" y="5585"/>
                    </a:lnTo>
                    <a:lnTo>
                      <a:pt x="14705" y="1810"/>
                    </a:lnTo>
                    <a:lnTo>
                      <a:pt x="13907" y="2465"/>
                    </a:lnTo>
                    <a:lnTo>
                      <a:pt x="18300" y="6085"/>
                    </a:lnTo>
                    <a:lnTo>
                      <a:pt x="10716" y="6085"/>
                    </a:lnTo>
                    <a:lnTo>
                      <a:pt x="10716" y="7132"/>
                    </a:lnTo>
                    <a:lnTo>
                      <a:pt x="10883" y="7132"/>
                    </a:lnTo>
                    <a:lnTo>
                      <a:pt x="10883" y="12788"/>
                    </a:lnTo>
                    <a:lnTo>
                      <a:pt x="5251" y="8514"/>
                    </a:lnTo>
                    <a:lnTo>
                      <a:pt x="4370" y="9299"/>
                    </a:lnTo>
                    <a:lnTo>
                      <a:pt x="9847" y="13443"/>
                    </a:lnTo>
                    <a:lnTo>
                      <a:pt x="1667" y="13443"/>
                    </a:lnTo>
                    <a:lnTo>
                      <a:pt x="0" y="14491"/>
                    </a:lnTo>
                    <a:lnTo>
                      <a:pt x="10895" y="14491"/>
                    </a:lnTo>
                    <a:lnTo>
                      <a:pt x="10895" y="24670"/>
                    </a:lnTo>
                    <a:lnTo>
                      <a:pt x="1667" y="24670"/>
                    </a:lnTo>
                    <a:lnTo>
                      <a:pt x="1667" y="25706"/>
                    </a:lnTo>
                    <a:lnTo>
                      <a:pt x="6144" y="25706"/>
                    </a:lnTo>
                    <a:lnTo>
                      <a:pt x="5965" y="25861"/>
                    </a:lnTo>
                    <a:lnTo>
                      <a:pt x="2120" y="29016"/>
                    </a:lnTo>
                    <a:lnTo>
                      <a:pt x="1667" y="29016"/>
                    </a:lnTo>
                    <a:lnTo>
                      <a:pt x="1667" y="30064"/>
                    </a:lnTo>
                    <a:lnTo>
                      <a:pt x="10895" y="30064"/>
                    </a:lnTo>
                    <a:lnTo>
                      <a:pt x="10895" y="40148"/>
                    </a:lnTo>
                    <a:lnTo>
                      <a:pt x="1667" y="40148"/>
                    </a:lnTo>
                    <a:lnTo>
                      <a:pt x="1667" y="41184"/>
                    </a:lnTo>
                    <a:lnTo>
                      <a:pt x="37910" y="41184"/>
                    </a:lnTo>
                    <a:lnTo>
                      <a:pt x="37910" y="40148"/>
                    </a:lnTo>
                    <a:lnTo>
                      <a:pt x="28683" y="40148"/>
                    </a:lnTo>
                    <a:lnTo>
                      <a:pt x="28683" y="30064"/>
                    </a:lnTo>
                    <a:lnTo>
                      <a:pt x="37910" y="30064"/>
                    </a:lnTo>
                    <a:lnTo>
                      <a:pt x="37910" y="29016"/>
                    </a:lnTo>
                    <a:lnTo>
                      <a:pt x="37457" y="29016"/>
                    </a:lnTo>
                    <a:lnTo>
                      <a:pt x="33612" y="25861"/>
                    </a:lnTo>
                    <a:lnTo>
                      <a:pt x="33433" y="25706"/>
                    </a:lnTo>
                    <a:lnTo>
                      <a:pt x="37910" y="25706"/>
                    </a:lnTo>
                    <a:lnTo>
                      <a:pt x="37910" y="24670"/>
                    </a:lnTo>
                    <a:lnTo>
                      <a:pt x="28683" y="24670"/>
                    </a:lnTo>
                    <a:lnTo>
                      <a:pt x="28683" y="14491"/>
                    </a:lnTo>
                    <a:lnTo>
                      <a:pt x="37910" y="14491"/>
                    </a:lnTo>
                    <a:lnTo>
                      <a:pt x="37910" y="13443"/>
                    </a:lnTo>
                    <a:lnTo>
                      <a:pt x="29730" y="13443"/>
                    </a:lnTo>
                    <a:lnTo>
                      <a:pt x="35207" y="9299"/>
                    </a:lnTo>
                    <a:lnTo>
                      <a:pt x="34326" y="8514"/>
                    </a:lnTo>
                    <a:lnTo>
                      <a:pt x="28683" y="12788"/>
                    </a:lnTo>
                    <a:lnTo>
                      <a:pt x="28683" y="7132"/>
                    </a:lnTo>
                    <a:lnTo>
                      <a:pt x="28873" y="7132"/>
                    </a:lnTo>
                    <a:lnTo>
                      <a:pt x="28873" y="6097"/>
                    </a:lnTo>
                    <a:lnTo>
                      <a:pt x="21277" y="6097"/>
                    </a:lnTo>
                    <a:lnTo>
                      <a:pt x="25670" y="2465"/>
                    </a:lnTo>
                    <a:lnTo>
                      <a:pt x="24873" y="1810"/>
                    </a:lnTo>
                    <a:lnTo>
                      <a:pt x="20289" y="5585"/>
                    </a:lnTo>
                    <a:lnTo>
                      <a:pt x="20289"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70" name="Google Shape;970;p41"/>
              <p:cNvSpPr/>
              <p:nvPr/>
            </p:nvSpPr>
            <p:spPr>
              <a:xfrm>
                <a:off x="8164595" y="4018594"/>
                <a:ext cx="864517" cy="31"/>
              </a:xfrm>
              <a:custGeom>
                <a:avLst/>
                <a:gdLst/>
                <a:ahLst/>
                <a:cxnLst/>
                <a:rect l="l" t="t" r="r" b="b"/>
                <a:pathLst>
                  <a:path w="27528" h="1" fill="none" extrusionOk="0">
                    <a:moveTo>
                      <a:pt x="27528" y="1"/>
                    </a:moveTo>
                    <a:lnTo>
                      <a:pt x="0" y="1"/>
                    </a:lnTo>
                  </a:path>
                </a:pathLst>
              </a:custGeom>
              <a:noFill/>
              <a:ln w="22325" cap="flat" cmpd="sng">
                <a:solidFill>
                  <a:schemeClr val="accent3"/>
                </a:solidFill>
                <a:prstDash val="solid"/>
                <a:miter lim="11906"/>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71" name="Google Shape;971;p41"/>
              <p:cNvSpPr/>
              <p:nvPr/>
            </p:nvSpPr>
            <p:spPr>
              <a:xfrm>
                <a:off x="6634889" y="3607660"/>
                <a:ext cx="52760" cy="32944"/>
              </a:xfrm>
              <a:custGeom>
                <a:avLst/>
                <a:gdLst/>
                <a:ahLst/>
                <a:cxnLst/>
                <a:rect l="l" t="t" r="r" b="b"/>
                <a:pathLst>
                  <a:path w="1680" h="1049" extrusionOk="0">
                    <a:moveTo>
                      <a:pt x="1" y="1"/>
                    </a:moveTo>
                    <a:lnTo>
                      <a:pt x="1" y="1049"/>
                    </a:lnTo>
                    <a:lnTo>
                      <a:pt x="1680" y="1049"/>
                    </a:lnTo>
                    <a:lnTo>
                      <a:pt x="1" y="1"/>
                    </a:lnTo>
                    <a:close/>
                  </a:path>
                </a:pathLst>
              </a:custGeom>
              <a:solidFill>
                <a:srgbClr val="47312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72" name="Google Shape;972;p41"/>
              <p:cNvSpPr/>
              <p:nvPr/>
            </p:nvSpPr>
            <p:spPr>
              <a:xfrm>
                <a:off x="6948279" y="2317637"/>
                <a:ext cx="572827" cy="373217"/>
              </a:xfrm>
              <a:custGeom>
                <a:avLst/>
                <a:gdLst/>
                <a:ahLst/>
                <a:cxnLst/>
                <a:rect l="l" t="t" r="r" b="b"/>
                <a:pathLst>
                  <a:path w="18240" h="11884" extrusionOk="0">
                    <a:moveTo>
                      <a:pt x="10993" y="1"/>
                    </a:moveTo>
                    <a:cubicBezTo>
                      <a:pt x="9364" y="1"/>
                      <a:pt x="7892" y="1054"/>
                      <a:pt x="7393" y="2656"/>
                    </a:cubicBezTo>
                    <a:cubicBezTo>
                      <a:pt x="6735" y="2355"/>
                      <a:pt x="6052" y="2215"/>
                      <a:pt x="5383" y="2215"/>
                    </a:cubicBezTo>
                    <a:cubicBezTo>
                      <a:pt x="3194" y="2215"/>
                      <a:pt x="1156" y="3719"/>
                      <a:pt x="654" y="6026"/>
                    </a:cubicBezTo>
                    <a:cubicBezTo>
                      <a:pt x="1" y="9032"/>
                      <a:pt x="2288" y="11884"/>
                      <a:pt x="5374" y="11884"/>
                    </a:cubicBezTo>
                    <a:cubicBezTo>
                      <a:pt x="5380" y="11884"/>
                      <a:pt x="5386" y="11884"/>
                      <a:pt x="5393" y="11884"/>
                    </a:cubicBezTo>
                    <a:lnTo>
                      <a:pt x="14930" y="11884"/>
                    </a:lnTo>
                    <a:cubicBezTo>
                      <a:pt x="14930" y="11884"/>
                      <a:pt x="17513" y="11872"/>
                      <a:pt x="18109" y="9336"/>
                    </a:cubicBezTo>
                    <a:cubicBezTo>
                      <a:pt x="18192" y="9062"/>
                      <a:pt x="18228" y="8788"/>
                      <a:pt x="18240" y="8514"/>
                    </a:cubicBezTo>
                    <a:cubicBezTo>
                      <a:pt x="18240" y="8467"/>
                      <a:pt x="18240" y="8431"/>
                      <a:pt x="18240" y="8383"/>
                    </a:cubicBezTo>
                    <a:lnTo>
                      <a:pt x="18240" y="8193"/>
                    </a:lnTo>
                    <a:lnTo>
                      <a:pt x="18216" y="8193"/>
                    </a:lnTo>
                    <a:cubicBezTo>
                      <a:pt x="18065" y="6599"/>
                      <a:pt x="16725" y="5458"/>
                      <a:pt x="15212" y="5458"/>
                    </a:cubicBezTo>
                    <a:cubicBezTo>
                      <a:pt x="14939" y="5458"/>
                      <a:pt x="14660" y="5495"/>
                      <a:pt x="14382" y="5573"/>
                    </a:cubicBezTo>
                    <a:cubicBezTo>
                      <a:pt x="14668" y="5026"/>
                      <a:pt x="14823" y="4419"/>
                      <a:pt x="14823" y="3799"/>
                    </a:cubicBezTo>
                    <a:cubicBezTo>
                      <a:pt x="14823" y="1930"/>
                      <a:pt x="13453" y="335"/>
                      <a:pt x="11596" y="49"/>
                    </a:cubicBezTo>
                    <a:cubicBezTo>
                      <a:pt x="11394" y="17"/>
                      <a:pt x="11192" y="1"/>
                      <a:pt x="10993"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73" name="Google Shape;973;p41"/>
              <p:cNvSpPr/>
              <p:nvPr/>
            </p:nvSpPr>
            <p:spPr>
              <a:xfrm>
                <a:off x="10537839" y="2460058"/>
                <a:ext cx="582217" cy="390113"/>
              </a:xfrm>
              <a:custGeom>
                <a:avLst/>
                <a:gdLst/>
                <a:ahLst/>
                <a:cxnLst/>
                <a:rect l="l" t="t" r="r" b="b"/>
                <a:pathLst>
                  <a:path w="18539" h="12422" extrusionOk="0">
                    <a:moveTo>
                      <a:pt x="7542" y="1"/>
                    </a:moveTo>
                    <a:cubicBezTo>
                      <a:pt x="7033" y="1"/>
                      <a:pt x="6514" y="101"/>
                      <a:pt x="6013" y="312"/>
                    </a:cubicBezTo>
                    <a:cubicBezTo>
                      <a:pt x="3858" y="1205"/>
                      <a:pt x="2941" y="3753"/>
                      <a:pt x="4025" y="5813"/>
                    </a:cubicBezTo>
                    <a:cubicBezTo>
                      <a:pt x="3727" y="5729"/>
                      <a:pt x="3429" y="5694"/>
                      <a:pt x="3120" y="5694"/>
                    </a:cubicBezTo>
                    <a:cubicBezTo>
                      <a:pt x="1512" y="5718"/>
                      <a:pt x="167" y="6944"/>
                      <a:pt x="24" y="8551"/>
                    </a:cubicBezTo>
                    <a:lnTo>
                      <a:pt x="0" y="8551"/>
                    </a:lnTo>
                    <a:lnTo>
                      <a:pt x="0" y="8742"/>
                    </a:lnTo>
                    <a:cubicBezTo>
                      <a:pt x="0" y="8789"/>
                      <a:pt x="0" y="8837"/>
                      <a:pt x="12" y="8908"/>
                    </a:cubicBezTo>
                    <a:cubicBezTo>
                      <a:pt x="12" y="9194"/>
                      <a:pt x="48" y="9480"/>
                      <a:pt x="131" y="9754"/>
                    </a:cubicBezTo>
                    <a:cubicBezTo>
                      <a:pt x="762" y="12397"/>
                      <a:pt x="3453" y="12421"/>
                      <a:pt x="3453" y="12421"/>
                    </a:cubicBezTo>
                    <a:lnTo>
                      <a:pt x="13407" y="12421"/>
                    </a:lnTo>
                    <a:cubicBezTo>
                      <a:pt x="13436" y="12421"/>
                      <a:pt x="13465" y="12422"/>
                      <a:pt x="13493" y="12422"/>
                    </a:cubicBezTo>
                    <a:cubicBezTo>
                      <a:pt x="16264" y="12422"/>
                      <a:pt x="18538" y="10165"/>
                      <a:pt x="18538" y="7373"/>
                    </a:cubicBezTo>
                    <a:cubicBezTo>
                      <a:pt x="18538" y="4580"/>
                      <a:pt x="16264" y="2324"/>
                      <a:pt x="13493" y="2324"/>
                    </a:cubicBezTo>
                    <a:cubicBezTo>
                      <a:pt x="13465" y="2324"/>
                      <a:pt x="13436" y="2324"/>
                      <a:pt x="13407" y="2324"/>
                    </a:cubicBezTo>
                    <a:cubicBezTo>
                      <a:pt x="12681" y="2324"/>
                      <a:pt x="11978" y="2479"/>
                      <a:pt x="11323" y="2777"/>
                    </a:cubicBezTo>
                    <a:cubicBezTo>
                      <a:pt x="10785" y="1071"/>
                      <a:pt x="9212" y="1"/>
                      <a:pt x="7542"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74" name="Google Shape;974;p41"/>
              <p:cNvSpPr/>
              <p:nvPr/>
            </p:nvSpPr>
            <p:spPr>
              <a:xfrm>
                <a:off x="10272718" y="2363205"/>
                <a:ext cx="488002" cy="319420"/>
              </a:xfrm>
              <a:custGeom>
                <a:avLst/>
                <a:gdLst/>
                <a:ahLst/>
                <a:cxnLst/>
                <a:rect l="l" t="t" r="r" b="b"/>
                <a:pathLst>
                  <a:path w="15539" h="10171" extrusionOk="0">
                    <a:moveTo>
                      <a:pt x="6156" y="0"/>
                    </a:moveTo>
                    <a:cubicBezTo>
                      <a:pt x="5740" y="0"/>
                      <a:pt x="5316" y="81"/>
                      <a:pt x="4906" y="253"/>
                    </a:cubicBezTo>
                    <a:cubicBezTo>
                      <a:pt x="3132" y="991"/>
                      <a:pt x="2394" y="3087"/>
                      <a:pt x="3299" y="4777"/>
                    </a:cubicBezTo>
                    <a:cubicBezTo>
                      <a:pt x="3061" y="4706"/>
                      <a:pt x="2799" y="4682"/>
                      <a:pt x="2549" y="4682"/>
                    </a:cubicBezTo>
                    <a:cubicBezTo>
                      <a:pt x="1239" y="4706"/>
                      <a:pt x="144" y="5706"/>
                      <a:pt x="25" y="7016"/>
                    </a:cubicBezTo>
                    <a:lnTo>
                      <a:pt x="13" y="7016"/>
                    </a:lnTo>
                    <a:lnTo>
                      <a:pt x="13" y="7170"/>
                    </a:lnTo>
                    <a:cubicBezTo>
                      <a:pt x="13" y="7206"/>
                      <a:pt x="1" y="7242"/>
                      <a:pt x="1" y="7301"/>
                    </a:cubicBezTo>
                    <a:cubicBezTo>
                      <a:pt x="1" y="7528"/>
                      <a:pt x="37" y="7766"/>
                      <a:pt x="108" y="7992"/>
                    </a:cubicBezTo>
                    <a:cubicBezTo>
                      <a:pt x="620" y="10159"/>
                      <a:pt x="2823" y="10171"/>
                      <a:pt x="2823" y="10171"/>
                    </a:cubicBezTo>
                    <a:lnTo>
                      <a:pt x="10955" y="10171"/>
                    </a:lnTo>
                    <a:cubicBezTo>
                      <a:pt x="13586" y="10171"/>
                      <a:pt x="15538" y="7742"/>
                      <a:pt x="14991" y="5170"/>
                    </a:cubicBezTo>
                    <a:cubicBezTo>
                      <a:pt x="14561" y="3205"/>
                      <a:pt x="12819" y="1920"/>
                      <a:pt x="10949" y="1920"/>
                    </a:cubicBezTo>
                    <a:cubicBezTo>
                      <a:pt x="10384" y="1920"/>
                      <a:pt x="9808" y="2037"/>
                      <a:pt x="9252" y="2289"/>
                    </a:cubicBezTo>
                    <a:cubicBezTo>
                      <a:pt x="8822" y="882"/>
                      <a:pt x="7530" y="0"/>
                      <a:pt x="6156" y="0"/>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75" name="Google Shape;975;p41"/>
              <p:cNvSpPr/>
              <p:nvPr/>
            </p:nvSpPr>
            <p:spPr>
              <a:xfrm>
                <a:off x="6510022" y="2212179"/>
                <a:ext cx="438257" cy="255480"/>
              </a:xfrm>
              <a:custGeom>
                <a:avLst/>
                <a:gdLst/>
                <a:ahLst/>
                <a:cxnLst/>
                <a:rect l="l" t="t" r="r" b="b"/>
                <a:pathLst>
                  <a:path w="13955" h="8135" extrusionOk="0">
                    <a:moveTo>
                      <a:pt x="9886" y="1"/>
                    </a:moveTo>
                    <a:cubicBezTo>
                      <a:pt x="9857" y="1"/>
                      <a:pt x="9828" y="1"/>
                      <a:pt x="9799" y="2"/>
                    </a:cubicBezTo>
                    <a:cubicBezTo>
                      <a:pt x="7739" y="2"/>
                      <a:pt x="6001" y="1550"/>
                      <a:pt x="5763" y="3597"/>
                    </a:cubicBezTo>
                    <a:cubicBezTo>
                      <a:pt x="5190" y="2831"/>
                      <a:pt x="4341" y="2461"/>
                      <a:pt x="3497" y="2461"/>
                    </a:cubicBezTo>
                    <a:cubicBezTo>
                      <a:pt x="2479" y="2461"/>
                      <a:pt x="1467" y="2998"/>
                      <a:pt x="953" y="4026"/>
                    </a:cubicBezTo>
                    <a:cubicBezTo>
                      <a:pt x="0" y="5919"/>
                      <a:pt x="1381" y="8134"/>
                      <a:pt x="3489" y="8134"/>
                    </a:cubicBezTo>
                    <a:lnTo>
                      <a:pt x="9799" y="8134"/>
                    </a:lnTo>
                    <a:cubicBezTo>
                      <a:pt x="9828" y="8134"/>
                      <a:pt x="9857" y="8135"/>
                      <a:pt x="9886" y="8135"/>
                    </a:cubicBezTo>
                    <a:cubicBezTo>
                      <a:pt x="12132" y="8135"/>
                      <a:pt x="13954" y="6319"/>
                      <a:pt x="13954" y="4062"/>
                    </a:cubicBezTo>
                    <a:cubicBezTo>
                      <a:pt x="13954" y="1817"/>
                      <a:pt x="12132" y="1"/>
                      <a:pt x="9886"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76" name="Google Shape;976;p41"/>
              <p:cNvSpPr/>
              <p:nvPr/>
            </p:nvSpPr>
            <p:spPr>
              <a:xfrm>
                <a:off x="8719867" y="2657188"/>
                <a:ext cx="385905" cy="229225"/>
              </a:xfrm>
              <a:custGeom>
                <a:avLst/>
                <a:gdLst/>
                <a:ahLst/>
                <a:cxnLst/>
                <a:rect l="l" t="t" r="r" b="b"/>
                <a:pathLst>
                  <a:path w="12288" h="7299" extrusionOk="0">
                    <a:moveTo>
                      <a:pt x="8787" y="0"/>
                    </a:moveTo>
                    <a:cubicBezTo>
                      <a:pt x="6930" y="0"/>
                      <a:pt x="5382" y="1393"/>
                      <a:pt x="5167" y="3227"/>
                    </a:cubicBezTo>
                    <a:cubicBezTo>
                      <a:pt x="4650" y="2542"/>
                      <a:pt x="3891" y="2211"/>
                      <a:pt x="3135" y="2211"/>
                    </a:cubicBezTo>
                    <a:cubicBezTo>
                      <a:pt x="2222" y="2211"/>
                      <a:pt x="1315" y="2694"/>
                      <a:pt x="846" y="3620"/>
                    </a:cubicBezTo>
                    <a:cubicBezTo>
                      <a:pt x="0" y="5310"/>
                      <a:pt x="1238" y="7299"/>
                      <a:pt x="3132" y="7299"/>
                    </a:cubicBezTo>
                    <a:lnTo>
                      <a:pt x="8787" y="7299"/>
                    </a:lnTo>
                    <a:cubicBezTo>
                      <a:pt x="10740" y="7215"/>
                      <a:pt x="12287" y="5608"/>
                      <a:pt x="12287" y="3655"/>
                    </a:cubicBezTo>
                    <a:cubicBezTo>
                      <a:pt x="12287" y="1691"/>
                      <a:pt x="10740" y="84"/>
                      <a:pt x="8787" y="12"/>
                    </a:cubicBezTo>
                    <a:lnTo>
                      <a:pt x="8787"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77" name="Google Shape;977;p41"/>
              <p:cNvSpPr/>
              <p:nvPr/>
            </p:nvSpPr>
            <p:spPr>
              <a:xfrm>
                <a:off x="7855350" y="4033920"/>
                <a:ext cx="305162" cy="441272"/>
              </a:xfrm>
              <a:custGeom>
                <a:avLst/>
                <a:gdLst/>
                <a:ahLst/>
                <a:cxnLst/>
                <a:rect l="l" t="t" r="r" b="b"/>
                <a:pathLst>
                  <a:path w="9717" h="14051" extrusionOk="0">
                    <a:moveTo>
                      <a:pt x="1" y="1"/>
                    </a:moveTo>
                    <a:lnTo>
                      <a:pt x="1" y="14050"/>
                    </a:lnTo>
                    <a:lnTo>
                      <a:pt x="9716" y="14050"/>
                    </a:lnTo>
                    <a:lnTo>
                      <a:pt x="9716"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78" name="Google Shape;978;p41"/>
              <p:cNvSpPr/>
              <p:nvPr/>
            </p:nvSpPr>
            <p:spPr>
              <a:xfrm>
                <a:off x="7059296" y="3736295"/>
                <a:ext cx="804313" cy="738897"/>
              </a:xfrm>
              <a:custGeom>
                <a:avLst/>
                <a:gdLst/>
                <a:ahLst/>
                <a:cxnLst/>
                <a:rect l="l" t="t" r="r" b="b"/>
                <a:pathLst>
                  <a:path w="25611" h="23528" extrusionOk="0">
                    <a:moveTo>
                      <a:pt x="12526" y="1"/>
                    </a:moveTo>
                    <a:lnTo>
                      <a:pt x="1" y="8573"/>
                    </a:lnTo>
                    <a:lnTo>
                      <a:pt x="1" y="23527"/>
                    </a:lnTo>
                    <a:lnTo>
                      <a:pt x="25611" y="23527"/>
                    </a:lnTo>
                    <a:lnTo>
                      <a:pt x="25611" y="8811"/>
                    </a:lnTo>
                    <a:lnTo>
                      <a:pt x="12526"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79" name="Google Shape;979;p41"/>
              <p:cNvSpPr/>
              <p:nvPr/>
            </p:nvSpPr>
            <p:spPr>
              <a:xfrm>
                <a:off x="7905849" y="4093024"/>
                <a:ext cx="204918" cy="382167"/>
              </a:xfrm>
              <a:custGeom>
                <a:avLst/>
                <a:gdLst/>
                <a:ahLst/>
                <a:cxnLst/>
                <a:rect l="l" t="t" r="r" b="b"/>
                <a:pathLst>
                  <a:path w="6525" h="12169" extrusionOk="0">
                    <a:moveTo>
                      <a:pt x="0" y="0"/>
                    </a:moveTo>
                    <a:lnTo>
                      <a:pt x="0" y="12168"/>
                    </a:lnTo>
                    <a:lnTo>
                      <a:pt x="6525" y="12168"/>
                    </a:lnTo>
                    <a:lnTo>
                      <a:pt x="6525"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80" name="Google Shape;980;p41"/>
              <p:cNvSpPr/>
              <p:nvPr/>
            </p:nvSpPr>
            <p:spPr>
              <a:xfrm>
                <a:off x="7910340" y="4278848"/>
                <a:ext cx="19848" cy="16927"/>
              </a:xfrm>
              <a:custGeom>
                <a:avLst/>
                <a:gdLst/>
                <a:ahLst/>
                <a:cxnLst/>
                <a:rect l="l" t="t" r="r" b="b"/>
                <a:pathLst>
                  <a:path w="632" h="539" extrusionOk="0">
                    <a:moveTo>
                      <a:pt x="369" y="0"/>
                    </a:moveTo>
                    <a:cubicBezTo>
                      <a:pt x="119" y="0"/>
                      <a:pt x="0" y="286"/>
                      <a:pt x="179" y="453"/>
                    </a:cubicBezTo>
                    <a:cubicBezTo>
                      <a:pt x="234" y="512"/>
                      <a:pt x="303" y="539"/>
                      <a:pt x="370" y="539"/>
                    </a:cubicBezTo>
                    <a:cubicBezTo>
                      <a:pt x="504" y="539"/>
                      <a:pt x="631" y="433"/>
                      <a:pt x="631" y="274"/>
                    </a:cubicBezTo>
                    <a:cubicBezTo>
                      <a:pt x="631" y="120"/>
                      <a:pt x="512" y="0"/>
                      <a:pt x="369" y="0"/>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81" name="Google Shape;981;p41"/>
              <p:cNvSpPr/>
              <p:nvPr/>
            </p:nvSpPr>
            <p:spPr>
              <a:xfrm>
                <a:off x="7059673" y="3705172"/>
                <a:ext cx="1161420" cy="338514"/>
              </a:xfrm>
              <a:custGeom>
                <a:avLst/>
                <a:gdLst/>
                <a:ahLst/>
                <a:cxnLst/>
                <a:rect l="l" t="t" r="r" b="b"/>
                <a:pathLst>
                  <a:path w="36982" h="10779" extrusionOk="0">
                    <a:moveTo>
                      <a:pt x="12682" y="0"/>
                    </a:moveTo>
                    <a:cubicBezTo>
                      <a:pt x="12469" y="0"/>
                      <a:pt x="12258" y="69"/>
                      <a:pt x="12085" y="206"/>
                    </a:cubicBezTo>
                    <a:lnTo>
                      <a:pt x="6775" y="4373"/>
                    </a:lnTo>
                    <a:lnTo>
                      <a:pt x="2382" y="4373"/>
                    </a:lnTo>
                    <a:lnTo>
                      <a:pt x="0" y="7421"/>
                    </a:lnTo>
                    <a:lnTo>
                      <a:pt x="0" y="8909"/>
                    </a:lnTo>
                    <a:lnTo>
                      <a:pt x="0" y="10517"/>
                    </a:lnTo>
                    <a:lnTo>
                      <a:pt x="1798" y="10517"/>
                    </a:lnTo>
                    <a:cubicBezTo>
                      <a:pt x="1813" y="10517"/>
                      <a:pt x="1827" y="10518"/>
                      <a:pt x="1841" y="10518"/>
                    </a:cubicBezTo>
                    <a:cubicBezTo>
                      <a:pt x="2052" y="10518"/>
                      <a:pt x="2249" y="10437"/>
                      <a:pt x="2405" y="10314"/>
                    </a:cubicBezTo>
                    <a:lnTo>
                      <a:pt x="12704" y="2218"/>
                    </a:lnTo>
                    <a:lnTo>
                      <a:pt x="23491" y="10564"/>
                    </a:lnTo>
                    <a:cubicBezTo>
                      <a:pt x="23658" y="10695"/>
                      <a:pt x="23872" y="10767"/>
                      <a:pt x="24087" y="10767"/>
                    </a:cubicBezTo>
                    <a:lnTo>
                      <a:pt x="26575" y="10767"/>
                    </a:lnTo>
                    <a:cubicBezTo>
                      <a:pt x="26635" y="10767"/>
                      <a:pt x="26694" y="10755"/>
                      <a:pt x="26766" y="10743"/>
                    </a:cubicBezTo>
                    <a:lnTo>
                      <a:pt x="27385" y="10743"/>
                    </a:lnTo>
                    <a:lnTo>
                      <a:pt x="27397" y="10778"/>
                    </a:lnTo>
                    <a:lnTo>
                      <a:pt x="36981" y="10778"/>
                    </a:lnTo>
                    <a:lnTo>
                      <a:pt x="33445" y="5706"/>
                    </a:lnTo>
                    <a:lnTo>
                      <a:pt x="24551" y="5706"/>
                    </a:lnTo>
                    <a:lnTo>
                      <a:pt x="23849" y="4813"/>
                    </a:lnTo>
                    <a:lnTo>
                      <a:pt x="19241" y="4813"/>
                    </a:lnTo>
                    <a:lnTo>
                      <a:pt x="13288" y="206"/>
                    </a:lnTo>
                    <a:cubicBezTo>
                      <a:pt x="13109" y="69"/>
                      <a:pt x="12895" y="0"/>
                      <a:pt x="12682"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82" name="Google Shape;982;p41"/>
              <p:cNvSpPr/>
              <p:nvPr/>
            </p:nvSpPr>
            <p:spPr>
              <a:xfrm>
                <a:off x="7201749" y="4084042"/>
                <a:ext cx="195590" cy="210539"/>
              </a:xfrm>
              <a:custGeom>
                <a:avLst/>
                <a:gdLst/>
                <a:ahLst/>
                <a:cxnLst/>
                <a:rect l="l" t="t" r="r" b="b"/>
                <a:pathLst>
                  <a:path w="6228" h="6704" extrusionOk="0">
                    <a:moveTo>
                      <a:pt x="1" y="0"/>
                    </a:moveTo>
                    <a:lnTo>
                      <a:pt x="1" y="6704"/>
                    </a:lnTo>
                    <a:lnTo>
                      <a:pt x="6228" y="6704"/>
                    </a:lnTo>
                    <a:lnTo>
                      <a:pt x="6228"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83" name="Google Shape;983;p41"/>
              <p:cNvSpPr/>
              <p:nvPr/>
            </p:nvSpPr>
            <p:spPr>
              <a:xfrm>
                <a:off x="7225679" y="4105335"/>
                <a:ext cx="147729" cy="167546"/>
              </a:xfrm>
              <a:custGeom>
                <a:avLst/>
                <a:gdLst/>
                <a:ahLst/>
                <a:cxnLst/>
                <a:rect l="l" t="t" r="r" b="b"/>
                <a:pathLst>
                  <a:path w="4704" h="5335" extrusionOk="0">
                    <a:moveTo>
                      <a:pt x="1" y="1"/>
                    </a:moveTo>
                    <a:lnTo>
                      <a:pt x="1" y="5335"/>
                    </a:lnTo>
                    <a:lnTo>
                      <a:pt x="4704" y="5335"/>
                    </a:lnTo>
                    <a:lnTo>
                      <a:pt x="4704" y="1"/>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84" name="Google Shape;984;p41"/>
              <p:cNvSpPr/>
              <p:nvPr/>
            </p:nvSpPr>
            <p:spPr>
              <a:xfrm>
                <a:off x="7297094" y="4105335"/>
                <a:ext cx="4899" cy="167546"/>
              </a:xfrm>
              <a:custGeom>
                <a:avLst/>
                <a:gdLst/>
                <a:ahLst/>
                <a:cxnLst/>
                <a:rect l="l" t="t" r="r" b="b"/>
                <a:pathLst>
                  <a:path w="156" h="5335" extrusionOk="0">
                    <a:moveTo>
                      <a:pt x="1" y="1"/>
                    </a:moveTo>
                    <a:lnTo>
                      <a:pt x="1" y="5335"/>
                    </a:lnTo>
                    <a:lnTo>
                      <a:pt x="156" y="5335"/>
                    </a:lnTo>
                    <a:lnTo>
                      <a:pt x="156"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85" name="Google Shape;985;p41"/>
              <p:cNvSpPr/>
              <p:nvPr/>
            </p:nvSpPr>
            <p:spPr>
              <a:xfrm>
                <a:off x="7225679" y="4217137"/>
                <a:ext cx="147729" cy="4522"/>
              </a:xfrm>
              <a:custGeom>
                <a:avLst/>
                <a:gdLst/>
                <a:ahLst/>
                <a:cxnLst/>
                <a:rect l="l" t="t" r="r" b="b"/>
                <a:pathLst>
                  <a:path w="4704" h="144" extrusionOk="0">
                    <a:moveTo>
                      <a:pt x="1" y="1"/>
                    </a:moveTo>
                    <a:lnTo>
                      <a:pt x="1" y="144"/>
                    </a:lnTo>
                    <a:lnTo>
                      <a:pt x="4704" y="144"/>
                    </a:lnTo>
                    <a:lnTo>
                      <a:pt x="4704"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86" name="Google Shape;986;p41"/>
              <p:cNvSpPr/>
              <p:nvPr/>
            </p:nvSpPr>
            <p:spPr>
              <a:xfrm>
                <a:off x="7201749" y="4294550"/>
                <a:ext cx="194837" cy="176151"/>
              </a:xfrm>
              <a:custGeom>
                <a:avLst/>
                <a:gdLst/>
                <a:ahLst/>
                <a:cxnLst/>
                <a:rect l="l" t="t" r="r" b="b"/>
                <a:pathLst>
                  <a:path w="6204" h="5609" extrusionOk="0">
                    <a:moveTo>
                      <a:pt x="1" y="1"/>
                    </a:moveTo>
                    <a:lnTo>
                      <a:pt x="1" y="5608"/>
                    </a:lnTo>
                    <a:lnTo>
                      <a:pt x="6204" y="5608"/>
                    </a:lnTo>
                    <a:lnTo>
                      <a:pt x="6204"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87" name="Google Shape;987;p41"/>
              <p:cNvSpPr/>
              <p:nvPr/>
            </p:nvSpPr>
            <p:spPr>
              <a:xfrm>
                <a:off x="7530434" y="4084042"/>
                <a:ext cx="195590" cy="210539"/>
              </a:xfrm>
              <a:custGeom>
                <a:avLst/>
                <a:gdLst/>
                <a:ahLst/>
                <a:cxnLst/>
                <a:rect l="l" t="t" r="r" b="b"/>
                <a:pathLst>
                  <a:path w="6228" h="6704" extrusionOk="0">
                    <a:moveTo>
                      <a:pt x="0" y="0"/>
                    </a:moveTo>
                    <a:lnTo>
                      <a:pt x="0" y="6704"/>
                    </a:lnTo>
                    <a:lnTo>
                      <a:pt x="6227" y="6704"/>
                    </a:lnTo>
                    <a:lnTo>
                      <a:pt x="622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88" name="Google Shape;988;p41"/>
              <p:cNvSpPr/>
              <p:nvPr/>
            </p:nvSpPr>
            <p:spPr>
              <a:xfrm>
                <a:off x="7554364" y="4105335"/>
                <a:ext cx="147729" cy="167546"/>
              </a:xfrm>
              <a:custGeom>
                <a:avLst/>
                <a:gdLst/>
                <a:ahLst/>
                <a:cxnLst/>
                <a:rect l="l" t="t" r="r" b="b"/>
                <a:pathLst>
                  <a:path w="4704" h="5335" extrusionOk="0">
                    <a:moveTo>
                      <a:pt x="0" y="1"/>
                    </a:moveTo>
                    <a:lnTo>
                      <a:pt x="0" y="5335"/>
                    </a:lnTo>
                    <a:lnTo>
                      <a:pt x="4703" y="5335"/>
                    </a:lnTo>
                    <a:lnTo>
                      <a:pt x="4703" y="1"/>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89" name="Google Shape;989;p41"/>
              <p:cNvSpPr/>
              <p:nvPr/>
            </p:nvSpPr>
            <p:spPr>
              <a:xfrm>
                <a:off x="7625402" y="4105335"/>
                <a:ext cx="5276" cy="167546"/>
              </a:xfrm>
              <a:custGeom>
                <a:avLst/>
                <a:gdLst/>
                <a:ahLst/>
                <a:cxnLst/>
                <a:rect l="l" t="t" r="r" b="b"/>
                <a:pathLst>
                  <a:path w="168" h="5335" extrusionOk="0">
                    <a:moveTo>
                      <a:pt x="1" y="1"/>
                    </a:moveTo>
                    <a:lnTo>
                      <a:pt x="1" y="5335"/>
                    </a:lnTo>
                    <a:lnTo>
                      <a:pt x="167" y="5335"/>
                    </a:lnTo>
                    <a:lnTo>
                      <a:pt x="16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90" name="Google Shape;990;p41"/>
              <p:cNvSpPr/>
              <p:nvPr/>
            </p:nvSpPr>
            <p:spPr>
              <a:xfrm>
                <a:off x="7554364" y="4217137"/>
                <a:ext cx="147729" cy="4522"/>
              </a:xfrm>
              <a:custGeom>
                <a:avLst/>
                <a:gdLst/>
                <a:ahLst/>
                <a:cxnLst/>
                <a:rect l="l" t="t" r="r" b="b"/>
                <a:pathLst>
                  <a:path w="4704" h="144" extrusionOk="0">
                    <a:moveTo>
                      <a:pt x="0" y="1"/>
                    </a:moveTo>
                    <a:lnTo>
                      <a:pt x="0" y="144"/>
                    </a:lnTo>
                    <a:lnTo>
                      <a:pt x="4703" y="144"/>
                    </a:lnTo>
                    <a:lnTo>
                      <a:pt x="47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91" name="Google Shape;991;p41"/>
              <p:cNvSpPr/>
              <p:nvPr/>
            </p:nvSpPr>
            <p:spPr>
              <a:xfrm>
                <a:off x="7530810" y="4294550"/>
                <a:ext cx="194837" cy="182494"/>
              </a:xfrm>
              <a:custGeom>
                <a:avLst/>
                <a:gdLst/>
                <a:ahLst/>
                <a:cxnLst/>
                <a:rect l="l" t="t" r="r" b="b"/>
                <a:pathLst>
                  <a:path w="6204" h="5811" extrusionOk="0">
                    <a:moveTo>
                      <a:pt x="0" y="1"/>
                    </a:moveTo>
                    <a:lnTo>
                      <a:pt x="0" y="5811"/>
                    </a:lnTo>
                    <a:lnTo>
                      <a:pt x="6203" y="5811"/>
                    </a:lnTo>
                    <a:lnTo>
                      <a:pt x="62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92" name="Google Shape;992;p41"/>
              <p:cNvSpPr/>
              <p:nvPr/>
            </p:nvSpPr>
            <p:spPr>
              <a:xfrm>
                <a:off x="7381228" y="3871650"/>
                <a:ext cx="158941" cy="125306"/>
              </a:xfrm>
              <a:custGeom>
                <a:avLst/>
                <a:gdLst/>
                <a:ahLst/>
                <a:cxnLst/>
                <a:rect l="l" t="t" r="r" b="b"/>
                <a:pathLst>
                  <a:path w="5061" h="3990" extrusionOk="0">
                    <a:moveTo>
                      <a:pt x="2573" y="1"/>
                    </a:moveTo>
                    <a:lnTo>
                      <a:pt x="1" y="1977"/>
                    </a:lnTo>
                    <a:lnTo>
                      <a:pt x="1" y="3989"/>
                    </a:lnTo>
                    <a:lnTo>
                      <a:pt x="5061" y="3989"/>
                    </a:lnTo>
                    <a:lnTo>
                      <a:pt x="5061" y="1917"/>
                    </a:lnTo>
                    <a:lnTo>
                      <a:pt x="257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93" name="Google Shape;993;p41"/>
              <p:cNvSpPr/>
              <p:nvPr/>
            </p:nvSpPr>
            <p:spPr>
              <a:xfrm>
                <a:off x="6624054" y="2948092"/>
                <a:ext cx="435650" cy="1527476"/>
              </a:xfrm>
              <a:custGeom>
                <a:avLst/>
                <a:gdLst/>
                <a:ahLst/>
                <a:cxnLst/>
                <a:rect l="l" t="t" r="r" b="b"/>
                <a:pathLst>
                  <a:path w="13872" h="48638" extrusionOk="0">
                    <a:moveTo>
                      <a:pt x="7049" y="0"/>
                    </a:moveTo>
                    <a:lnTo>
                      <a:pt x="1" y="5715"/>
                    </a:lnTo>
                    <a:lnTo>
                      <a:pt x="1" y="48637"/>
                    </a:lnTo>
                    <a:lnTo>
                      <a:pt x="13871" y="48637"/>
                    </a:lnTo>
                    <a:lnTo>
                      <a:pt x="13871" y="5715"/>
                    </a:lnTo>
                    <a:lnTo>
                      <a:pt x="7049"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94" name="Google Shape;994;p41"/>
              <p:cNvSpPr/>
              <p:nvPr/>
            </p:nvSpPr>
            <p:spPr>
              <a:xfrm>
                <a:off x="6821874" y="3059517"/>
                <a:ext cx="42271" cy="63595"/>
              </a:xfrm>
              <a:custGeom>
                <a:avLst/>
                <a:gdLst/>
                <a:ahLst/>
                <a:cxnLst/>
                <a:rect l="l" t="t" r="r" b="b"/>
                <a:pathLst>
                  <a:path w="1346" h="2025" extrusionOk="0">
                    <a:moveTo>
                      <a:pt x="0" y="0"/>
                    </a:moveTo>
                    <a:lnTo>
                      <a:pt x="0" y="2024"/>
                    </a:lnTo>
                    <a:lnTo>
                      <a:pt x="1345" y="2024"/>
                    </a:lnTo>
                    <a:lnTo>
                      <a:pt x="1345"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95" name="Google Shape;995;p41"/>
              <p:cNvSpPr/>
              <p:nvPr/>
            </p:nvSpPr>
            <p:spPr>
              <a:xfrm>
                <a:off x="6757556" y="3187398"/>
                <a:ext cx="168645" cy="337667"/>
              </a:xfrm>
              <a:custGeom>
                <a:avLst/>
                <a:gdLst/>
                <a:ahLst/>
                <a:cxnLst/>
                <a:rect l="l" t="t" r="r" b="b"/>
                <a:pathLst>
                  <a:path w="5370" h="10752" extrusionOk="0">
                    <a:moveTo>
                      <a:pt x="0" y="0"/>
                    </a:moveTo>
                    <a:lnTo>
                      <a:pt x="0" y="10752"/>
                    </a:lnTo>
                    <a:lnTo>
                      <a:pt x="5370" y="10752"/>
                    </a:lnTo>
                    <a:lnTo>
                      <a:pt x="5370"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96" name="Google Shape;996;p41"/>
              <p:cNvSpPr/>
              <p:nvPr/>
            </p:nvSpPr>
            <p:spPr>
              <a:xfrm>
                <a:off x="6757556" y="3433048"/>
                <a:ext cx="168645" cy="7506"/>
              </a:xfrm>
              <a:custGeom>
                <a:avLst/>
                <a:gdLst/>
                <a:ahLst/>
                <a:cxnLst/>
                <a:rect l="l" t="t" r="r" b="b"/>
                <a:pathLst>
                  <a:path w="5370" h="239" extrusionOk="0">
                    <a:moveTo>
                      <a:pt x="0" y="1"/>
                    </a:moveTo>
                    <a:lnTo>
                      <a:pt x="0" y="239"/>
                    </a:lnTo>
                    <a:lnTo>
                      <a:pt x="5370" y="239"/>
                    </a:lnTo>
                    <a:lnTo>
                      <a:pt x="5370"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97" name="Google Shape;997;p41"/>
              <p:cNvSpPr/>
              <p:nvPr/>
            </p:nvSpPr>
            <p:spPr>
              <a:xfrm>
                <a:off x="6837953" y="3187398"/>
                <a:ext cx="7883" cy="249419"/>
              </a:xfrm>
              <a:custGeom>
                <a:avLst/>
                <a:gdLst/>
                <a:ahLst/>
                <a:cxnLst/>
                <a:rect l="l" t="t" r="r" b="b"/>
                <a:pathLst>
                  <a:path w="251" h="7942" extrusionOk="0">
                    <a:moveTo>
                      <a:pt x="0" y="0"/>
                    </a:moveTo>
                    <a:lnTo>
                      <a:pt x="0" y="7942"/>
                    </a:lnTo>
                    <a:lnTo>
                      <a:pt x="250" y="7942"/>
                    </a:lnTo>
                    <a:lnTo>
                      <a:pt x="250"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98" name="Google Shape;998;p41"/>
              <p:cNvSpPr/>
              <p:nvPr/>
            </p:nvSpPr>
            <p:spPr>
              <a:xfrm>
                <a:off x="6724644" y="3525033"/>
                <a:ext cx="228880" cy="20602"/>
              </a:xfrm>
              <a:custGeom>
                <a:avLst/>
                <a:gdLst/>
                <a:ahLst/>
                <a:cxnLst/>
                <a:rect l="l" t="t" r="r" b="b"/>
                <a:pathLst>
                  <a:path w="7288" h="656" extrusionOk="0">
                    <a:moveTo>
                      <a:pt x="0" y="1"/>
                    </a:moveTo>
                    <a:lnTo>
                      <a:pt x="0" y="655"/>
                    </a:lnTo>
                    <a:lnTo>
                      <a:pt x="7287" y="655"/>
                    </a:lnTo>
                    <a:lnTo>
                      <a:pt x="728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999" name="Google Shape;999;p41"/>
              <p:cNvSpPr/>
              <p:nvPr/>
            </p:nvSpPr>
            <p:spPr>
              <a:xfrm>
                <a:off x="6757556" y="3618872"/>
                <a:ext cx="168645" cy="337698"/>
              </a:xfrm>
              <a:custGeom>
                <a:avLst/>
                <a:gdLst/>
                <a:ahLst/>
                <a:cxnLst/>
                <a:rect l="l" t="t" r="r" b="b"/>
                <a:pathLst>
                  <a:path w="5370" h="10753" extrusionOk="0">
                    <a:moveTo>
                      <a:pt x="0" y="1"/>
                    </a:moveTo>
                    <a:lnTo>
                      <a:pt x="0" y="10752"/>
                    </a:lnTo>
                    <a:lnTo>
                      <a:pt x="5370" y="10752"/>
                    </a:lnTo>
                    <a:lnTo>
                      <a:pt x="5370"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00" name="Google Shape;1000;p41"/>
              <p:cNvSpPr/>
              <p:nvPr/>
            </p:nvSpPr>
            <p:spPr>
              <a:xfrm>
                <a:off x="6757556" y="3864553"/>
                <a:ext cx="168645" cy="7506"/>
              </a:xfrm>
              <a:custGeom>
                <a:avLst/>
                <a:gdLst/>
                <a:ahLst/>
                <a:cxnLst/>
                <a:rect l="l" t="t" r="r" b="b"/>
                <a:pathLst>
                  <a:path w="5370" h="239" extrusionOk="0">
                    <a:moveTo>
                      <a:pt x="0" y="0"/>
                    </a:moveTo>
                    <a:lnTo>
                      <a:pt x="0" y="238"/>
                    </a:lnTo>
                    <a:lnTo>
                      <a:pt x="5370" y="238"/>
                    </a:lnTo>
                    <a:lnTo>
                      <a:pt x="5370"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01" name="Google Shape;1001;p41"/>
              <p:cNvSpPr/>
              <p:nvPr/>
            </p:nvSpPr>
            <p:spPr>
              <a:xfrm>
                <a:off x="6837953" y="3618872"/>
                <a:ext cx="7883" cy="249450"/>
              </a:xfrm>
              <a:custGeom>
                <a:avLst/>
                <a:gdLst/>
                <a:ahLst/>
                <a:cxnLst/>
                <a:rect l="l" t="t" r="r" b="b"/>
                <a:pathLst>
                  <a:path w="251" h="7943" extrusionOk="0">
                    <a:moveTo>
                      <a:pt x="0" y="1"/>
                    </a:moveTo>
                    <a:lnTo>
                      <a:pt x="0" y="7942"/>
                    </a:lnTo>
                    <a:lnTo>
                      <a:pt x="250" y="7942"/>
                    </a:lnTo>
                    <a:lnTo>
                      <a:pt x="250"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02" name="Google Shape;1002;p41"/>
              <p:cNvSpPr/>
              <p:nvPr/>
            </p:nvSpPr>
            <p:spPr>
              <a:xfrm>
                <a:off x="6724644" y="3956538"/>
                <a:ext cx="228880" cy="20602"/>
              </a:xfrm>
              <a:custGeom>
                <a:avLst/>
                <a:gdLst/>
                <a:ahLst/>
                <a:cxnLst/>
                <a:rect l="l" t="t" r="r" b="b"/>
                <a:pathLst>
                  <a:path w="7288" h="656" extrusionOk="0">
                    <a:moveTo>
                      <a:pt x="0" y="0"/>
                    </a:moveTo>
                    <a:lnTo>
                      <a:pt x="0" y="655"/>
                    </a:lnTo>
                    <a:lnTo>
                      <a:pt x="7287" y="655"/>
                    </a:lnTo>
                    <a:lnTo>
                      <a:pt x="7287" y="0"/>
                    </a:lnTo>
                    <a:close/>
                  </a:path>
                </a:pathLst>
              </a:custGeom>
              <a:solidFill>
                <a:srgbClr val="78020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03" name="Google Shape;1003;p41"/>
              <p:cNvSpPr/>
              <p:nvPr/>
            </p:nvSpPr>
            <p:spPr>
              <a:xfrm>
                <a:off x="6730988" y="4067209"/>
                <a:ext cx="228880" cy="408359"/>
              </a:xfrm>
              <a:custGeom>
                <a:avLst/>
                <a:gdLst/>
                <a:ahLst/>
                <a:cxnLst/>
                <a:rect l="l" t="t" r="r" b="b"/>
                <a:pathLst>
                  <a:path w="7288" h="13003" extrusionOk="0">
                    <a:moveTo>
                      <a:pt x="3644" y="1"/>
                    </a:moveTo>
                    <a:cubicBezTo>
                      <a:pt x="1632" y="1"/>
                      <a:pt x="1" y="1632"/>
                      <a:pt x="1" y="3644"/>
                    </a:cubicBezTo>
                    <a:lnTo>
                      <a:pt x="1" y="13002"/>
                    </a:lnTo>
                    <a:lnTo>
                      <a:pt x="7287" y="13002"/>
                    </a:lnTo>
                    <a:lnTo>
                      <a:pt x="7287" y="3644"/>
                    </a:lnTo>
                    <a:cubicBezTo>
                      <a:pt x="7287" y="1632"/>
                      <a:pt x="5656" y="1"/>
                      <a:pt x="3644" y="1"/>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04" name="Google Shape;1004;p41"/>
              <p:cNvSpPr/>
              <p:nvPr/>
            </p:nvSpPr>
            <p:spPr>
              <a:xfrm>
                <a:off x="6750804" y="4088156"/>
                <a:ext cx="189247" cy="387035"/>
              </a:xfrm>
              <a:custGeom>
                <a:avLst/>
                <a:gdLst/>
                <a:ahLst/>
                <a:cxnLst/>
                <a:rect l="l" t="t" r="r" b="b"/>
                <a:pathLst>
                  <a:path w="6026" h="12324" extrusionOk="0">
                    <a:moveTo>
                      <a:pt x="3013" y="0"/>
                    </a:moveTo>
                    <a:cubicBezTo>
                      <a:pt x="1370" y="0"/>
                      <a:pt x="25" y="1405"/>
                      <a:pt x="1" y="3144"/>
                    </a:cubicBezTo>
                    <a:lnTo>
                      <a:pt x="1" y="12323"/>
                    </a:lnTo>
                    <a:lnTo>
                      <a:pt x="6025" y="12323"/>
                    </a:lnTo>
                    <a:lnTo>
                      <a:pt x="6025" y="3144"/>
                    </a:lnTo>
                    <a:cubicBezTo>
                      <a:pt x="6002" y="1405"/>
                      <a:pt x="4656" y="0"/>
                      <a:pt x="3013" y="0"/>
                    </a:cubicBez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05" name="Google Shape;1005;p41"/>
              <p:cNvSpPr/>
              <p:nvPr/>
            </p:nvSpPr>
            <p:spPr>
              <a:xfrm>
                <a:off x="6756803" y="4291943"/>
                <a:ext cx="17964" cy="17587"/>
              </a:xfrm>
              <a:custGeom>
                <a:avLst/>
                <a:gdLst/>
                <a:ahLst/>
                <a:cxnLst/>
                <a:rect l="l" t="t" r="r" b="b"/>
                <a:pathLst>
                  <a:path w="572" h="560" extrusionOk="0">
                    <a:moveTo>
                      <a:pt x="286" y="0"/>
                    </a:moveTo>
                    <a:cubicBezTo>
                      <a:pt x="131" y="0"/>
                      <a:pt x="0" y="119"/>
                      <a:pt x="0" y="274"/>
                    </a:cubicBezTo>
                    <a:cubicBezTo>
                      <a:pt x="0" y="429"/>
                      <a:pt x="131" y="560"/>
                      <a:pt x="286" y="560"/>
                    </a:cubicBezTo>
                    <a:cubicBezTo>
                      <a:pt x="441" y="560"/>
                      <a:pt x="572" y="429"/>
                      <a:pt x="572" y="274"/>
                    </a:cubicBezTo>
                    <a:cubicBezTo>
                      <a:pt x="572" y="119"/>
                      <a:pt x="441" y="0"/>
                      <a:pt x="286" y="0"/>
                    </a:cubicBezTo>
                    <a:close/>
                  </a:path>
                </a:pathLst>
              </a:custGeom>
              <a:solidFill>
                <a:srgbClr val="F5AD9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06" name="Google Shape;1006;p41"/>
              <p:cNvSpPr/>
              <p:nvPr/>
            </p:nvSpPr>
            <p:spPr>
              <a:xfrm>
                <a:off x="6625184" y="2922563"/>
                <a:ext cx="44532" cy="217637"/>
              </a:xfrm>
              <a:custGeom>
                <a:avLst/>
                <a:gdLst/>
                <a:ahLst/>
                <a:cxnLst/>
                <a:rect l="l" t="t" r="r" b="b"/>
                <a:pathLst>
                  <a:path w="1418" h="6930" extrusionOk="0">
                    <a:moveTo>
                      <a:pt x="0" y="0"/>
                    </a:moveTo>
                    <a:lnTo>
                      <a:pt x="0" y="6930"/>
                    </a:lnTo>
                    <a:lnTo>
                      <a:pt x="1417" y="6930"/>
                    </a:lnTo>
                    <a:lnTo>
                      <a:pt x="1417"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07" name="Google Shape;1007;p41"/>
              <p:cNvSpPr/>
              <p:nvPr/>
            </p:nvSpPr>
            <p:spPr>
              <a:xfrm>
                <a:off x="6585174" y="2775019"/>
                <a:ext cx="124552" cy="112838"/>
              </a:xfrm>
              <a:custGeom>
                <a:avLst/>
                <a:gdLst/>
                <a:ahLst/>
                <a:cxnLst/>
                <a:rect l="l" t="t" r="r" b="b"/>
                <a:pathLst>
                  <a:path w="3966" h="3593" extrusionOk="0">
                    <a:moveTo>
                      <a:pt x="1966" y="0"/>
                    </a:moveTo>
                    <a:cubicBezTo>
                      <a:pt x="1165" y="0"/>
                      <a:pt x="439" y="543"/>
                      <a:pt x="239" y="1356"/>
                    </a:cubicBezTo>
                    <a:cubicBezTo>
                      <a:pt x="0" y="2320"/>
                      <a:pt x="584" y="3297"/>
                      <a:pt x="1548" y="3535"/>
                    </a:cubicBezTo>
                    <a:cubicBezTo>
                      <a:pt x="1697" y="3574"/>
                      <a:pt x="1847" y="3593"/>
                      <a:pt x="1995" y="3593"/>
                    </a:cubicBezTo>
                    <a:cubicBezTo>
                      <a:pt x="2789" y="3593"/>
                      <a:pt x="3516" y="3050"/>
                      <a:pt x="3727" y="2237"/>
                    </a:cubicBezTo>
                    <a:cubicBezTo>
                      <a:pt x="3965" y="1273"/>
                      <a:pt x="3382" y="296"/>
                      <a:pt x="2417" y="58"/>
                    </a:cubicBezTo>
                    <a:cubicBezTo>
                      <a:pt x="2266" y="19"/>
                      <a:pt x="2115" y="0"/>
                      <a:pt x="1966" y="0"/>
                    </a:cubicBez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08" name="Google Shape;1008;p41"/>
              <p:cNvSpPr/>
              <p:nvPr/>
            </p:nvSpPr>
            <p:spPr>
              <a:xfrm>
                <a:off x="6594156" y="2722981"/>
                <a:ext cx="93116" cy="79486"/>
              </a:xfrm>
              <a:custGeom>
                <a:avLst/>
                <a:gdLst/>
                <a:ahLst/>
                <a:cxnLst/>
                <a:rect l="l" t="t" r="r" b="b"/>
                <a:pathLst>
                  <a:path w="2965" h="2531" extrusionOk="0">
                    <a:moveTo>
                      <a:pt x="1691" y="1"/>
                    </a:moveTo>
                    <a:cubicBezTo>
                      <a:pt x="572" y="1"/>
                      <a:pt x="0" y="1358"/>
                      <a:pt x="798" y="2156"/>
                    </a:cubicBezTo>
                    <a:cubicBezTo>
                      <a:pt x="1057" y="2414"/>
                      <a:pt x="1375" y="2530"/>
                      <a:pt x="1688" y="2530"/>
                    </a:cubicBezTo>
                    <a:cubicBezTo>
                      <a:pt x="2340" y="2530"/>
                      <a:pt x="2965" y="2027"/>
                      <a:pt x="2965" y="1263"/>
                    </a:cubicBezTo>
                    <a:cubicBezTo>
                      <a:pt x="2953" y="560"/>
                      <a:pt x="2393" y="1"/>
                      <a:pt x="1691" y="1"/>
                    </a:cubicBez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09" name="Google Shape;1009;p41"/>
              <p:cNvSpPr/>
              <p:nvPr/>
            </p:nvSpPr>
            <p:spPr>
              <a:xfrm>
                <a:off x="6605368" y="2636617"/>
                <a:ext cx="73299" cy="63093"/>
              </a:xfrm>
              <a:custGeom>
                <a:avLst/>
                <a:gdLst/>
                <a:ahLst/>
                <a:cxnLst/>
                <a:rect l="l" t="t" r="r" b="b"/>
                <a:pathLst>
                  <a:path w="2334" h="2009" extrusionOk="0">
                    <a:moveTo>
                      <a:pt x="1334" y="0"/>
                    </a:moveTo>
                    <a:cubicBezTo>
                      <a:pt x="441" y="0"/>
                      <a:pt x="0" y="1084"/>
                      <a:pt x="631" y="1715"/>
                    </a:cubicBezTo>
                    <a:cubicBezTo>
                      <a:pt x="835" y="1918"/>
                      <a:pt x="1083" y="2009"/>
                      <a:pt x="1327" y="2009"/>
                    </a:cubicBezTo>
                    <a:cubicBezTo>
                      <a:pt x="1841" y="2009"/>
                      <a:pt x="2334" y="1606"/>
                      <a:pt x="2334" y="1000"/>
                    </a:cubicBezTo>
                    <a:cubicBezTo>
                      <a:pt x="2334" y="453"/>
                      <a:pt x="1893" y="0"/>
                      <a:pt x="1334" y="0"/>
                    </a:cubicBez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10" name="Google Shape;1010;p41"/>
              <p:cNvSpPr/>
              <p:nvPr/>
            </p:nvSpPr>
            <p:spPr>
              <a:xfrm>
                <a:off x="6530216" y="2920833"/>
                <a:ext cx="605771" cy="278876"/>
              </a:xfrm>
              <a:custGeom>
                <a:avLst/>
                <a:gdLst/>
                <a:ahLst/>
                <a:cxnLst/>
                <a:rect l="l" t="t" r="r" b="b"/>
                <a:pathLst>
                  <a:path w="19289" h="8880" extrusionOk="0">
                    <a:moveTo>
                      <a:pt x="10034" y="0"/>
                    </a:moveTo>
                    <a:cubicBezTo>
                      <a:pt x="9845" y="0"/>
                      <a:pt x="9657" y="63"/>
                      <a:pt x="9501" y="190"/>
                    </a:cubicBezTo>
                    <a:lnTo>
                      <a:pt x="631" y="7333"/>
                    </a:lnTo>
                    <a:cubicBezTo>
                      <a:pt x="0" y="7845"/>
                      <a:pt x="357" y="8857"/>
                      <a:pt x="1167" y="8857"/>
                    </a:cubicBezTo>
                    <a:cubicBezTo>
                      <a:pt x="1357" y="8857"/>
                      <a:pt x="1548" y="8798"/>
                      <a:pt x="1703" y="8679"/>
                    </a:cubicBezTo>
                    <a:lnTo>
                      <a:pt x="10025" y="1975"/>
                    </a:lnTo>
                    <a:lnTo>
                      <a:pt x="17740" y="8655"/>
                    </a:lnTo>
                    <a:cubicBezTo>
                      <a:pt x="17907" y="8805"/>
                      <a:pt x="18117" y="8879"/>
                      <a:pt x="18326" y="8879"/>
                    </a:cubicBezTo>
                    <a:cubicBezTo>
                      <a:pt x="18567" y="8879"/>
                      <a:pt x="18807" y="8781"/>
                      <a:pt x="18979" y="8583"/>
                    </a:cubicBezTo>
                    <a:cubicBezTo>
                      <a:pt x="19288" y="8214"/>
                      <a:pt x="19241" y="7655"/>
                      <a:pt x="18860" y="7357"/>
                    </a:cubicBezTo>
                    <a:lnTo>
                      <a:pt x="10597" y="213"/>
                    </a:lnTo>
                    <a:cubicBezTo>
                      <a:pt x="10437" y="72"/>
                      <a:pt x="10236" y="0"/>
                      <a:pt x="10034"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11" name="Google Shape;1011;p41"/>
              <p:cNvSpPr/>
              <p:nvPr/>
            </p:nvSpPr>
            <p:spPr>
              <a:xfrm>
                <a:off x="8553828" y="3724330"/>
                <a:ext cx="94655" cy="164939"/>
              </a:xfrm>
              <a:custGeom>
                <a:avLst/>
                <a:gdLst/>
                <a:ahLst/>
                <a:cxnLst/>
                <a:rect l="l" t="t" r="r" b="b"/>
                <a:pathLst>
                  <a:path w="3014" h="5252" extrusionOk="0">
                    <a:moveTo>
                      <a:pt x="1" y="1"/>
                    </a:moveTo>
                    <a:lnTo>
                      <a:pt x="1" y="5251"/>
                    </a:lnTo>
                    <a:lnTo>
                      <a:pt x="3013" y="5251"/>
                    </a:lnTo>
                    <a:lnTo>
                      <a:pt x="3013"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12" name="Google Shape;1012;p41"/>
              <p:cNvSpPr/>
              <p:nvPr/>
            </p:nvSpPr>
            <p:spPr>
              <a:xfrm>
                <a:off x="8535142" y="3705644"/>
                <a:ext cx="132027" cy="202311"/>
              </a:xfrm>
              <a:custGeom>
                <a:avLst/>
                <a:gdLst/>
                <a:ahLst/>
                <a:cxnLst/>
                <a:rect l="l" t="t" r="r" b="b"/>
                <a:pathLst>
                  <a:path w="4204" h="6442" extrusionOk="0">
                    <a:moveTo>
                      <a:pt x="3608" y="596"/>
                    </a:moveTo>
                    <a:lnTo>
                      <a:pt x="3608" y="5834"/>
                    </a:lnTo>
                    <a:lnTo>
                      <a:pt x="596" y="5834"/>
                    </a:lnTo>
                    <a:lnTo>
                      <a:pt x="596" y="596"/>
                    </a:lnTo>
                    <a:close/>
                    <a:moveTo>
                      <a:pt x="0" y="0"/>
                    </a:moveTo>
                    <a:lnTo>
                      <a:pt x="0" y="6441"/>
                    </a:lnTo>
                    <a:lnTo>
                      <a:pt x="4203" y="6441"/>
                    </a:lnTo>
                    <a:lnTo>
                      <a:pt x="4203"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13" name="Google Shape;1013;p41"/>
              <p:cNvSpPr/>
              <p:nvPr/>
            </p:nvSpPr>
            <p:spPr>
              <a:xfrm>
                <a:off x="8598329" y="3724330"/>
                <a:ext cx="5653" cy="164939"/>
              </a:xfrm>
              <a:custGeom>
                <a:avLst/>
                <a:gdLst/>
                <a:ahLst/>
                <a:cxnLst/>
                <a:rect l="l" t="t" r="r" b="b"/>
                <a:pathLst>
                  <a:path w="180" h="5252" extrusionOk="0">
                    <a:moveTo>
                      <a:pt x="1" y="1"/>
                    </a:moveTo>
                    <a:lnTo>
                      <a:pt x="1" y="5251"/>
                    </a:lnTo>
                    <a:lnTo>
                      <a:pt x="179" y="5251"/>
                    </a:lnTo>
                    <a:lnTo>
                      <a:pt x="179"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14" name="Google Shape;1014;p41"/>
              <p:cNvSpPr/>
              <p:nvPr/>
            </p:nvSpPr>
            <p:spPr>
              <a:xfrm>
                <a:off x="8553828" y="3777812"/>
                <a:ext cx="94655" cy="5621"/>
              </a:xfrm>
              <a:custGeom>
                <a:avLst/>
                <a:gdLst/>
                <a:ahLst/>
                <a:cxnLst/>
                <a:rect l="l" t="t" r="r" b="b"/>
                <a:pathLst>
                  <a:path w="3014" h="179" extrusionOk="0">
                    <a:moveTo>
                      <a:pt x="1" y="0"/>
                    </a:moveTo>
                    <a:lnTo>
                      <a:pt x="1" y="179"/>
                    </a:lnTo>
                    <a:lnTo>
                      <a:pt x="3013" y="179"/>
                    </a:lnTo>
                    <a:lnTo>
                      <a:pt x="3013"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15" name="Google Shape;1015;p41"/>
              <p:cNvSpPr/>
              <p:nvPr/>
            </p:nvSpPr>
            <p:spPr>
              <a:xfrm>
                <a:off x="8771088" y="4107219"/>
                <a:ext cx="197443" cy="213177"/>
              </a:xfrm>
              <a:custGeom>
                <a:avLst/>
                <a:gdLst/>
                <a:ahLst/>
                <a:cxnLst/>
                <a:rect l="l" t="t" r="r" b="b"/>
                <a:pathLst>
                  <a:path w="6287" h="6788" extrusionOk="0">
                    <a:moveTo>
                      <a:pt x="0" y="1"/>
                    </a:moveTo>
                    <a:lnTo>
                      <a:pt x="0" y="6787"/>
                    </a:lnTo>
                    <a:lnTo>
                      <a:pt x="6287" y="6787"/>
                    </a:lnTo>
                    <a:lnTo>
                      <a:pt x="6287"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16" name="Google Shape;1016;p41"/>
              <p:cNvSpPr/>
              <p:nvPr/>
            </p:nvSpPr>
            <p:spPr>
              <a:xfrm>
                <a:off x="8752402" y="4088533"/>
                <a:ext cx="234847" cy="250926"/>
              </a:xfrm>
              <a:custGeom>
                <a:avLst/>
                <a:gdLst/>
                <a:ahLst/>
                <a:cxnLst/>
                <a:rect l="l" t="t" r="r" b="b"/>
                <a:pathLst>
                  <a:path w="7478" h="7990" extrusionOk="0">
                    <a:moveTo>
                      <a:pt x="6882" y="596"/>
                    </a:moveTo>
                    <a:lnTo>
                      <a:pt x="6882" y="7382"/>
                    </a:lnTo>
                    <a:lnTo>
                      <a:pt x="595" y="7382"/>
                    </a:lnTo>
                    <a:lnTo>
                      <a:pt x="595" y="596"/>
                    </a:lnTo>
                    <a:close/>
                    <a:moveTo>
                      <a:pt x="0" y="0"/>
                    </a:moveTo>
                    <a:lnTo>
                      <a:pt x="0" y="7989"/>
                    </a:lnTo>
                    <a:lnTo>
                      <a:pt x="7477" y="7989"/>
                    </a:lnTo>
                    <a:lnTo>
                      <a:pt x="747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17" name="Google Shape;1017;p41"/>
              <p:cNvSpPr/>
              <p:nvPr/>
            </p:nvSpPr>
            <p:spPr>
              <a:xfrm>
                <a:off x="8898969" y="4107219"/>
                <a:ext cx="5998" cy="216161"/>
              </a:xfrm>
              <a:custGeom>
                <a:avLst/>
                <a:gdLst/>
                <a:ahLst/>
                <a:cxnLst/>
                <a:rect l="l" t="t" r="r" b="b"/>
                <a:pathLst>
                  <a:path w="191" h="6883" extrusionOk="0">
                    <a:moveTo>
                      <a:pt x="0" y="1"/>
                    </a:moveTo>
                    <a:lnTo>
                      <a:pt x="0" y="6882"/>
                    </a:lnTo>
                    <a:lnTo>
                      <a:pt x="191" y="6882"/>
                    </a:lnTo>
                    <a:lnTo>
                      <a:pt x="191"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18" name="Google Shape;1018;p41"/>
              <p:cNvSpPr/>
              <p:nvPr/>
            </p:nvSpPr>
            <p:spPr>
              <a:xfrm>
                <a:off x="8834652" y="4107219"/>
                <a:ext cx="5998" cy="213177"/>
              </a:xfrm>
              <a:custGeom>
                <a:avLst/>
                <a:gdLst/>
                <a:ahLst/>
                <a:cxnLst/>
                <a:rect l="l" t="t" r="r" b="b"/>
                <a:pathLst>
                  <a:path w="191" h="6788" extrusionOk="0">
                    <a:moveTo>
                      <a:pt x="0" y="1"/>
                    </a:moveTo>
                    <a:lnTo>
                      <a:pt x="0" y="6787"/>
                    </a:lnTo>
                    <a:lnTo>
                      <a:pt x="191" y="6787"/>
                    </a:lnTo>
                    <a:lnTo>
                      <a:pt x="191"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19" name="Google Shape;1019;p41"/>
              <p:cNvSpPr/>
              <p:nvPr/>
            </p:nvSpPr>
            <p:spPr>
              <a:xfrm>
                <a:off x="8771088" y="4180519"/>
                <a:ext cx="197820" cy="5998"/>
              </a:xfrm>
              <a:custGeom>
                <a:avLst/>
                <a:gdLst/>
                <a:ahLst/>
                <a:cxnLst/>
                <a:rect l="l" t="t" r="r" b="b"/>
                <a:pathLst>
                  <a:path w="6299" h="191" extrusionOk="0">
                    <a:moveTo>
                      <a:pt x="0" y="0"/>
                    </a:moveTo>
                    <a:lnTo>
                      <a:pt x="0" y="191"/>
                    </a:lnTo>
                    <a:lnTo>
                      <a:pt x="6299" y="191"/>
                    </a:lnTo>
                    <a:lnTo>
                      <a:pt x="6299"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20" name="Google Shape;1020;p41"/>
              <p:cNvSpPr/>
              <p:nvPr/>
            </p:nvSpPr>
            <p:spPr>
              <a:xfrm>
                <a:off x="8222160" y="4107219"/>
                <a:ext cx="197098" cy="213177"/>
              </a:xfrm>
              <a:custGeom>
                <a:avLst/>
                <a:gdLst/>
                <a:ahLst/>
                <a:cxnLst/>
                <a:rect l="l" t="t" r="r" b="b"/>
                <a:pathLst>
                  <a:path w="6276" h="6788" extrusionOk="0">
                    <a:moveTo>
                      <a:pt x="1" y="1"/>
                    </a:moveTo>
                    <a:lnTo>
                      <a:pt x="1" y="6787"/>
                    </a:lnTo>
                    <a:lnTo>
                      <a:pt x="6276" y="6787"/>
                    </a:lnTo>
                    <a:lnTo>
                      <a:pt x="6276"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21" name="Google Shape;1021;p41"/>
              <p:cNvSpPr/>
              <p:nvPr/>
            </p:nvSpPr>
            <p:spPr>
              <a:xfrm>
                <a:off x="8203097" y="4088533"/>
                <a:ext cx="234847" cy="250926"/>
              </a:xfrm>
              <a:custGeom>
                <a:avLst/>
                <a:gdLst/>
                <a:ahLst/>
                <a:cxnLst/>
                <a:rect l="l" t="t" r="r" b="b"/>
                <a:pathLst>
                  <a:path w="7478" h="7990" extrusionOk="0">
                    <a:moveTo>
                      <a:pt x="6883" y="596"/>
                    </a:moveTo>
                    <a:lnTo>
                      <a:pt x="6883" y="7382"/>
                    </a:lnTo>
                    <a:lnTo>
                      <a:pt x="608" y="7382"/>
                    </a:lnTo>
                    <a:lnTo>
                      <a:pt x="608" y="596"/>
                    </a:lnTo>
                    <a:close/>
                    <a:moveTo>
                      <a:pt x="1" y="0"/>
                    </a:moveTo>
                    <a:lnTo>
                      <a:pt x="1" y="7989"/>
                    </a:lnTo>
                    <a:lnTo>
                      <a:pt x="7478" y="7989"/>
                    </a:lnTo>
                    <a:lnTo>
                      <a:pt x="7478"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22" name="Google Shape;1022;p41"/>
              <p:cNvSpPr/>
              <p:nvPr/>
            </p:nvSpPr>
            <p:spPr>
              <a:xfrm>
                <a:off x="8349664" y="4107219"/>
                <a:ext cx="6030" cy="216161"/>
              </a:xfrm>
              <a:custGeom>
                <a:avLst/>
                <a:gdLst/>
                <a:ahLst/>
                <a:cxnLst/>
                <a:rect l="l" t="t" r="r" b="b"/>
                <a:pathLst>
                  <a:path w="192" h="6883" extrusionOk="0">
                    <a:moveTo>
                      <a:pt x="1" y="1"/>
                    </a:moveTo>
                    <a:lnTo>
                      <a:pt x="1" y="6882"/>
                    </a:lnTo>
                    <a:lnTo>
                      <a:pt x="191" y="6882"/>
                    </a:lnTo>
                    <a:lnTo>
                      <a:pt x="191"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23" name="Google Shape;1023;p41"/>
              <p:cNvSpPr/>
              <p:nvPr/>
            </p:nvSpPr>
            <p:spPr>
              <a:xfrm>
                <a:off x="8285378" y="4107219"/>
                <a:ext cx="5998" cy="213177"/>
              </a:xfrm>
              <a:custGeom>
                <a:avLst/>
                <a:gdLst/>
                <a:ahLst/>
                <a:cxnLst/>
                <a:rect l="l" t="t" r="r" b="b"/>
                <a:pathLst>
                  <a:path w="191" h="6788" extrusionOk="0">
                    <a:moveTo>
                      <a:pt x="0" y="1"/>
                    </a:moveTo>
                    <a:lnTo>
                      <a:pt x="0" y="6787"/>
                    </a:lnTo>
                    <a:lnTo>
                      <a:pt x="191" y="6787"/>
                    </a:lnTo>
                    <a:lnTo>
                      <a:pt x="191"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24" name="Google Shape;1024;p41"/>
              <p:cNvSpPr/>
              <p:nvPr/>
            </p:nvSpPr>
            <p:spPr>
              <a:xfrm>
                <a:off x="8222160" y="4180519"/>
                <a:ext cx="197475" cy="5998"/>
              </a:xfrm>
              <a:custGeom>
                <a:avLst/>
                <a:gdLst/>
                <a:ahLst/>
                <a:cxnLst/>
                <a:rect l="l" t="t" r="r" b="b"/>
                <a:pathLst>
                  <a:path w="6288" h="191" extrusionOk="0">
                    <a:moveTo>
                      <a:pt x="1" y="0"/>
                    </a:moveTo>
                    <a:lnTo>
                      <a:pt x="1" y="191"/>
                    </a:lnTo>
                    <a:lnTo>
                      <a:pt x="6287" y="191"/>
                    </a:lnTo>
                    <a:lnTo>
                      <a:pt x="628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25" name="Google Shape;1025;p41"/>
              <p:cNvSpPr/>
              <p:nvPr/>
            </p:nvSpPr>
            <p:spPr>
              <a:xfrm>
                <a:off x="8492903" y="4088156"/>
                <a:ext cx="207179" cy="386658"/>
              </a:xfrm>
              <a:custGeom>
                <a:avLst/>
                <a:gdLst/>
                <a:ahLst/>
                <a:cxnLst/>
                <a:rect l="l" t="t" r="r" b="b"/>
                <a:pathLst>
                  <a:path w="6597" h="12312" extrusionOk="0">
                    <a:moveTo>
                      <a:pt x="0" y="0"/>
                    </a:moveTo>
                    <a:lnTo>
                      <a:pt x="0" y="12311"/>
                    </a:lnTo>
                    <a:lnTo>
                      <a:pt x="6596" y="12311"/>
                    </a:lnTo>
                    <a:lnTo>
                      <a:pt x="6596"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26" name="Google Shape;1026;p41"/>
              <p:cNvSpPr/>
              <p:nvPr/>
            </p:nvSpPr>
            <p:spPr>
              <a:xfrm>
                <a:off x="8448402" y="4440364"/>
                <a:ext cx="295804" cy="34451"/>
              </a:xfrm>
              <a:custGeom>
                <a:avLst/>
                <a:gdLst/>
                <a:ahLst/>
                <a:cxnLst/>
                <a:rect l="l" t="t" r="r" b="b"/>
                <a:pathLst>
                  <a:path w="9419" h="1097" extrusionOk="0">
                    <a:moveTo>
                      <a:pt x="0" y="1"/>
                    </a:moveTo>
                    <a:lnTo>
                      <a:pt x="0" y="1096"/>
                    </a:lnTo>
                    <a:lnTo>
                      <a:pt x="9418" y="1096"/>
                    </a:lnTo>
                    <a:lnTo>
                      <a:pt x="941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27" name="Google Shape;1027;p41"/>
              <p:cNvSpPr/>
              <p:nvPr/>
            </p:nvSpPr>
            <p:spPr>
              <a:xfrm>
                <a:off x="8499623" y="4274734"/>
                <a:ext cx="19094" cy="16331"/>
              </a:xfrm>
              <a:custGeom>
                <a:avLst/>
                <a:gdLst/>
                <a:ahLst/>
                <a:cxnLst/>
                <a:rect l="l" t="t" r="r" b="b"/>
                <a:pathLst>
                  <a:path w="608" h="520" extrusionOk="0">
                    <a:moveTo>
                      <a:pt x="346" y="0"/>
                    </a:moveTo>
                    <a:cubicBezTo>
                      <a:pt x="119" y="0"/>
                      <a:pt x="0" y="286"/>
                      <a:pt x="167" y="441"/>
                    </a:cubicBezTo>
                    <a:cubicBezTo>
                      <a:pt x="217" y="495"/>
                      <a:pt x="281" y="519"/>
                      <a:pt x="345" y="519"/>
                    </a:cubicBezTo>
                    <a:cubicBezTo>
                      <a:pt x="477" y="519"/>
                      <a:pt x="608" y="415"/>
                      <a:pt x="608" y="262"/>
                    </a:cubicBezTo>
                    <a:cubicBezTo>
                      <a:pt x="596" y="120"/>
                      <a:pt x="489" y="0"/>
                      <a:pt x="346" y="0"/>
                    </a:cubicBez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28" name="Google Shape;1028;p41"/>
              <p:cNvSpPr/>
              <p:nvPr/>
            </p:nvSpPr>
            <p:spPr>
              <a:xfrm>
                <a:off x="8407638" y="3372673"/>
                <a:ext cx="59104" cy="296903"/>
              </a:xfrm>
              <a:custGeom>
                <a:avLst/>
                <a:gdLst/>
                <a:ahLst/>
                <a:cxnLst/>
                <a:rect l="l" t="t" r="r" b="b"/>
                <a:pathLst>
                  <a:path w="1882" h="9454" extrusionOk="0">
                    <a:moveTo>
                      <a:pt x="0" y="0"/>
                    </a:moveTo>
                    <a:lnTo>
                      <a:pt x="0" y="9454"/>
                    </a:lnTo>
                    <a:lnTo>
                      <a:pt x="1882" y="9454"/>
                    </a:lnTo>
                    <a:lnTo>
                      <a:pt x="1882"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29" name="Google Shape;1029;p41"/>
              <p:cNvSpPr/>
              <p:nvPr/>
            </p:nvSpPr>
            <p:spPr>
              <a:xfrm>
                <a:off x="8373595" y="3241226"/>
                <a:ext cx="112964" cy="112964"/>
              </a:xfrm>
              <a:custGeom>
                <a:avLst/>
                <a:gdLst/>
                <a:ahLst/>
                <a:cxnLst/>
                <a:rect l="l" t="t" r="r" b="b"/>
                <a:pathLst>
                  <a:path w="3597" h="3597" extrusionOk="0">
                    <a:moveTo>
                      <a:pt x="1799" y="1"/>
                    </a:moveTo>
                    <a:cubicBezTo>
                      <a:pt x="811" y="1"/>
                      <a:pt x="1" y="810"/>
                      <a:pt x="1" y="1799"/>
                    </a:cubicBezTo>
                    <a:cubicBezTo>
                      <a:pt x="1" y="2787"/>
                      <a:pt x="811" y="3596"/>
                      <a:pt x="1799" y="3596"/>
                    </a:cubicBezTo>
                    <a:cubicBezTo>
                      <a:pt x="2787" y="3596"/>
                      <a:pt x="3597" y="2787"/>
                      <a:pt x="3597" y="1799"/>
                    </a:cubicBezTo>
                    <a:cubicBezTo>
                      <a:pt x="3597" y="810"/>
                      <a:pt x="2787" y="1"/>
                      <a:pt x="1799"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30" name="Google Shape;1030;p41"/>
              <p:cNvSpPr/>
              <p:nvPr/>
            </p:nvSpPr>
            <p:spPr>
              <a:xfrm>
                <a:off x="8376987" y="3189251"/>
                <a:ext cx="92739" cy="79486"/>
              </a:xfrm>
              <a:custGeom>
                <a:avLst/>
                <a:gdLst/>
                <a:ahLst/>
                <a:cxnLst/>
                <a:rect l="l" t="t" r="r" b="b"/>
                <a:pathLst>
                  <a:path w="2953" h="2531" extrusionOk="0">
                    <a:moveTo>
                      <a:pt x="1691" y="1"/>
                    </a:moveTo>
                    <a:cubicBezTo>
                      <a:pt x="560" y="1"/>
                      <a:pt x="0" y="1358"/>
                      <a:pt x="798" y="2156"/>
                    </a:cubicBezTo>
                    <a:cubicBezTo>
                      <a:pt x="1057" y="2414"/>
                      <a:pt x="1374" y="2530"/>
                      <a:pt x="1685" y="2530"/>
                    </a:cubicBezTo>
                    <a:cubicBezTo>
                      <a:pt x="2333" y="2530"/>
                      <a:pt x="2953" y="2027"/>
                      <a:pt x="2953" y="1263"/>
                    </a:cubicBezTo>
                    <a:cubicBezTo>
                      <a:pt x="2953" y="560"/>
                      <a:pt x="2393" y="1"/>
                      <a:pt x="1691"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31" name="Google Shape;1031;p41"/>
              <p:cNvSpPr/>
              <p:nvPr/>
            </p:nvSpPr>
            <p:spPr>
              <a:xfrm>
                <a:off x="8387821" y="3118213"/>
                <a:ext cx="73676" cy="63124"/>
              </a:xfrm>
              <a:custGeom>
                <a:avLst/>
                <a:gdLst/>
                <a:ahLst/>
                <a:cxnLst/>
                <a:rect l="l" t="t" r="r" b="b"/>
                <a:pathLst>
                  <a:path w="2346" h="2010" extrusionOk="0">
                    <a:moveTo>
                      <a:pt x="1346" y="1"/>
                    </a:moveTo>
                    <a:cubicBezTo>
                      <a:pt x="453" y="1"/>
                      <a:pt x="0" y="1084"/>
                      <a:pt x="631" y="1715"/>
                    </a:cubicBezTo>
                    <a:cubicBezTo>
                      <a:pt x="835" y="1918"/>
                      <a:pt x="1085" y="2009"/>
                      <a:pt x="1330" y="2009"/>
                    </a:cubicBezTo>
                    <a:cubicBezTo>
                      <a:pt x="1848" y="2009"/>
                      <a:pt x="2346" y="1606"/>
                      <a:pt x="2346" y="1001"/>
                    </a:cubicBezTo>
                    <a:cubicBezTo>
                      <a:pt x="2346" y="453"/>
                      <a:pt x="1894" y="1"/>
                      <a:pt x="1346"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32" name="Google Shape;1032;p41"/>
              <p:cNvSpPr/>
              <p:nvPr/>
            </p:nvSpPr>
            <p:spPr>
              <a:xfrm>
                <a:off x="8115980" y="3422967"/>
                <a:ext cx="1030712" cy="720211"/>
              </a:xfrm>
              <a:custGeom>
                <a:avLst/>
                <a:gdLst/>
                <a:ahLst/>
                <a:cxnLst/>
                <a:rect l="l" t="t" r="r" b="b"/>
                <a:pathLst>
                  <a:path w="32820" h="22933" extrusionOk="0">
                    <a:moveTo>
                      <a:pt x="15455" y="0"/>
                    </a:moveTo>
                    <a:cubicBezTo>
                      <a:pt x="15241" y="0"/>
                      <a:pt x="15038" y="95"/>
                      <a:pt x="14919" y="262"/>
                    </a:cubicBezTo>
                    <a:lnTo>
                      <a:pt x="1" y="19788"/>
                    </a:lnTo>
                    <a:lnTo>
                      <a:pt x="1703" y="19788"/>
                    </a:lnTo>
                    <a:lnTo>
                      <a:pt x="15455" y="1774"/>
                    </a:lnTo>
                    <a:lnTo>
                      <a:pt x="31350" y="22658"/>
                    </a:lnTo>
                    <a:cubicBezTo>
                      <a:pt x="31499" y="22852"/>
                      <a:pt x="31687" y="22933"/>
                      <a:pt x="31870" y="22933"/>
                    </a:cubicBezTo>
                    <a:cubicBezTo>
                      <a:pt x="32361" y="22933"/>
                      <a:pt x="32820" y="22356"/>
                      <a:pt x="32421" y="21836"/>
                    </a:cubicBezTo>
                    <a:lnTo>
                      <a:pt x="15979" y="262"/>
                    </a:lnTo>
                    <a:cubicBezTo>
                      <a:pt x="15860" y="95"/>
                      <a:pt x="15657" y="0"/>
                      <a:pt x="15455"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33" name="Google Shape;1033;p41"/>
              <p:cNvSpPr/>
              <p:nvPr/>
            </p:nvSpPr>
            <p:spPr>
              <a:xfrm>
                <a:off x="5558765" y="3193742"/>
                <a:ext cx="72200" cy="230356"/>
              </a:xfrm>
              <a:custGeom>
                <a:avLst/>
                <a:gdLst/>
                <a:ahLst/>
                <a:cxnLst/>
                <a:rect l="l" t="t" r="r" b="b"/>
                <a:pathLst>
                  <a:path w="2299" h="7335" extrusionOk="0">
                    <a:moveTo>
                      <a:pt x="1" y="1"/>
                    </a:moveTo>
                    <a:lnTo>
                      <a:pt x="1" y="7335"/>
                    </a:lnTo>
                    <a:lnTo>
                      <a:pt x="2299" y="7335"/>
                    </a:lnTo>
                    <a:lnTo>
                      <a:pt x="2299"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34" name="Google Shape;1034;p41"/>
              <p:cNvSpPr/>
              <p:nvPr/>
            </p:nvSpPr>
            <p:spPr>
              <a:xfrm>
                <a:off x="5522869" y="2996707"/>
                <a:ext cx="145876" cy="145845"/>
              </a:xfrm>
              <a:custGeom>
                <a:avLst/>
                <a:gdLst/>
                <a:ahLst/>
                <a:cxnLst/>
                <a:rect l="l" t="t" r="r" b="b"/>
                <a:pathLst>
                  <a:path w="4645" h="4644" extrusionOk="0">
                    <a:moveTo>
                      <a:pt x="2322" y="0"/>
                    </a:moveTo>
                    <a:cubicBezTo>
                      <a:pt x="1037" y="0"/>
                      <a:pt x="1" y="1036"/>
                      <a:pt x="1" y="2322"/>
                    </a:cubicBezTo>
                    <a:cubicBezTo>
                      <a:pt x="1" y="3596"/>
                      <a:pt x="1037" y="4643"/>
                      <a:pt x="2322" y="4643"/>
                    </a:cubicBezTo>
                    <a:cubicBezTo>
                      <a:pt x="3608" y="4643"/>
                      <a:pt x="4644" y="3596"/>
                      <a:pt x="4644" y="2322"/>
                    </a:cubicBezTo>
                    <a:cubicBezTo>
                      <a:pt x="4644" y="1036"/>
                      <a:pt x="3608" y="0"/>
                      <a:pt x="2322" y="0"/>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35" name="Google Shape;1035;p41"/>
              <p:cNvSpPr/>
              <p:nvPr/>
            </p:nvSpPr>
            <p:spPr>
              <a:xfrm>
                <a:off x="5526983" y="2928998"/>
                <a:ext cx="120061" cy="102946"/>
              </a:xfrm>
              <a:custGeom>
                <a:avLst/>
                <a:gdLst/>
                <a:ahLst/>
                <a:cxnLst/>
                <a:rect l="l" t="t" r="r" b="b"/>
                <a:pathLst>
                  <a:path w="3823" h="3278" extrusionOk="0">
                    <a:moveTo>
                      <a:pt x="2191" y="1"/>
                    </a:moveTo>
                    <a:cubicBezTo>
                      <a:pt x="727" y="1"/>
                      <a:pt x="1" y="1763"/>
                      <a:pt x="1025" y="2799"/>
                    </a:cubicBezTo>
                    <a:cubicBezTo>
                      <a:pt x="1359" y="3130"/>
                      <a:pt x="1770" y="3278"/>
                      <a:pt x="2172" y="3278"/>
                    </a:cubicBezTo>
                    <a:cubicBezTo>
                      <a:pt x="3015" y="3278"/>
                      <a:pt x="3823" y="2627"/>
                      <a:pt x="3823" y="1644"/>
                    </a:cubicBezTo>
                    <a:cubicBezTo>
                      <a:pt x="3823" y="739"/>
                      <a:pt x="3096" y="1"/>
                      <a:pt x="2191"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36" name="Google Shape;1036;p41"/>
              <p:cNvSpPr/>
              <p:nvPr/>
            </p:nvSpPr>
            <p:spPr>
              <a:xfrm>
                <a:off x="5555028" y="2837390"/>
                <a:ext cx="81182" cy="81182"/>
              </a:xfrm>
              <a:custGeom>
                <a:avLst/>
                <a:gdLst/>
                <a:ahLst/>
                <a:cxnLst/>
                <a:rect l="l" t="t" r="r" b="b"/>
                <a:pathLst>
                  <a:path w="2585" h="2585" extrusionOk="0">
                    <a:moveTo>
                      <a:pt x="1298" y="1"/>
                    </a:moveTo>
                    <a:cubicBezTo>
                      <a:pt x="584" y="1"/>
                      <a:pt x="1" y="584"/>
                      <a:pt x="1" y="1299"/>
                    </a:cubicBezTo>
                    <a:cubicBezTo>
                      <a:pt x="1" y="2013"/>
                      <a:pt x="584" y="2585"/>
                      <a:pt x="1298" y="2585"/>
                    </a:cubicBezTo>
                    <a:cubicBezTo>
                      <a:pt x="2013" y="2585"/>
                      <a:pt x="2584" y="2013"/>
                      <a:pt x="2584" y="1299"/>
                    </a:cubicBezTo>
                    <a:cubicBezTo>
                      <a:pt x="2584" y="584"/>
                      <a:pt x="2013" y="1"/>
                      <a:pt x="1298"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37" name="Google Shape;1037;p41"/>
              <p:cNvSpPr/>
              <p:nvPr/>
            </p:nvSpPr>
            <p:spPr>
              <a:xfrm>
                <a:off x="6008233" y="3274516"/>
                <a:ext cx="102475" cy="178380"/>
              </a:xfrm>
              <a:custGeom>
                <a:avLst/>
                <a:gdLst/>
                <a:ahLst/>
                <a:cxnLst/>
                <a:rect l="l" t="t" r="r" b="b"/>
                <a:pathLst>
                  <a:path w="3263" h="5680" extrusionOk="0">
                    <a:moveTo>
                      <a:pt x="0" y="0"/>
                    </a:moveTo>
                    <a:lnTo>
                      <a:pt x="0" y="5680"/>
                    </a:lnTo>
                    <a:lnTo>
                      <a:pt x="3262" y="5680"/>
                    </a:lnTo>
                    <a:lnTo>
                      <a:pt x="3262" y="0"/>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38" name="Google Shape;1038;p41"/>
              <p:cNvSpPr/>
              <p:nvPr/>
            </p:nvSpPr>
            <p:spPr>
              <a:xfrm>
                <a:off x="6055718" y="3274516"/>
                <a:ext cx="7506" cy="178380"/>
              </a:xfrm>
              <a:custGeom>
                <a:avLst/>
                <a:gdLst/>
                <a:ahLst/>
                <a:cxnLst/>
                <a:rect l="l" t="t" r="r" b="b"/>
                <a:pathLst>
                  <a:path w="239" h="5680" extrusionOk="0">
                    <a:moveTo>
                      <a:pt x="0" y="0"/>
                    </a:moveTo>
                    <a:lnTo>
                      <a:pt x="0" y="5680"/>
                    </a:lnTo>
                    <a:lnTo>
                      <a:pt x="238" y="5680"/>
                    </a:lnTo>
                    <a:lnTo>
                      <a:pt x="238"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39" name="Google Shape;1039;p41"/>
              <p:cNvSpPr/>
              <p:nvPr/>
            </p:nvSpPr>
            <p:spPr>
              <a:xfrm>
                <a:off x="6008233" y="3359749"/>
                <a:ext cx="102475" cy="7883"/>
              </a:xfrm>
              <a:custGeom>
                <a:avLst/>
                <a:gdLst/>
                <a:ahLst/>
                <a:cxnLst/>
                <a:rect l="l" t="t" r="r" b="b"/>
                <a:pathLst>
                  <a:path w="3263" h="251" extrusionOk="0">
                    <a:moveTo>
                      <a:pt x="0" y="1"/>
                    </a:moveTo>
                    <a:lnTo>
                      <a:pt x="0" y="251"/>
                    </a:lnTo>
                    <a:lnTo>
                      <a:pt x="3262" y="251"/>
                    </a:lnTo>
                    <a:lnTo>
                      <a:pt x="3262"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40" name="Google Shape;1040;p41"/>
              <p:cNvSpPr/>
              <p:nvPr/>
            </p:nvSpPr>
            <p:spPr>
              <a:xfrm>
                <a:off x="5550914" y="3506347"/>
                <a:ext cx="297688" cy="29552"/>
              </a:xfrm>
              <a:custGeom>
                <a:avLst/>
                <a:gdLst/>
                <a:ahLst/>
                <a:cxnLst/>
                <a:rect l="l" t="t" r="r" b="b"/>
                <a:pathLst>
                  <a:path w="9479" h="941" extrusionOk="0">
                    <a:moveTo>
                      <a:pt x="1" y="0"/>
                    </a:moveTo>
                    <a:lnTo>
                      <a:pt x="1" y="941"/>
                    </a:lnTo>
                    <a:lnTo>
                      <a:pt x="9478" y="941"/>
                    </a:lnTo>
                    <a:lnTo>
                      <a:pt x="9478"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41" name="Google Shape;1041;p41"/>
              <p:cNvSpPr/>
              <p:nvPr/>
            </p:nvSpPr>
            <p:spPr>
              <a:xfrm>
                <a:off x="5915871" y="3506347"/>
                <a:ext cx="297657" cy="29552"/>
              </a:xfrm>
              <a:custGeom>
                <a:avLst/>
                <a:gdLst/>
                <a:ahLst/>
                <a:cxnLst/>
                <a:rect l="l" t="t" r="r" b="b"/>
                <a:pathLst>
                  <a:path w="9478" h="941" extrusionOk="0">
                    <a:moveTo>
                      <a:pt x="0" y="0"/>
                    </a:moveTo>
                    <a:lnTo>
                      <a:pt x="0" y="941"/>
                    </a:lnTo>
                    <a:lnTo>
                      <a:pt x="9478" y="941"/>
                    </a:lnTo>
                    <a:lnTo>
                      <a:pt x="9478"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42" name="Google Shape;1042;p41"/>
              <p:cNvSpPr/>
              <p:nvPr/>
            </p:nvSpPr>
            <p:spPr>
              <a:xfrm>
                <a:off x="6286419" y="3506347"/>
                <a:ext cx="297657" cy="29552"/>
              </a:xfrm>
              <a:custGeom>
                <a:avLst/>
                <a:gdLst/>
                <a:ahLst/>
                <a:cxnLst/>
                <a:rect l="l" t="t" r="r" b="b"/>
                <a:pathLst>
                  <a:path w="9478" h="941" extrusionOk="0">
                    <a:moveTo>
                      <a:pt x="0" y="0"/>
                    </a:moveTo>
                    <a:lnTo>
                      <a:pt x="0" y="941"/>
                    </a:lnTo>
                    <a:lnTo>
                      <a:pt x="9478" y="941"/>
                    </a:lnTo>
                    <a:lnTo>
                      <a:pt x="9478"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43" name="Google Shape;1043;p41"/>
              <p:cNvSpPr/>
              <p:nvPr/>
            </p:nvSpPr>
            <p:spPr>
              <a:xfrm>
                <a:off x="6255736" y="4031313"/>
                <a:ext cx="297688" cy="29584"/>
              </a:xfrm>
              <a:custGeom>
                <a:avLst/>
                <a:gdLst/>
                <a:ahLst/>
                <a:cxnLst/>
                <a:rect l="l" t="t" r="r" b="b"/>
                <a:pathLst>
                  <a:path w="9479" h="942" extrusionOk="0">
                    <a:moveTo>
                      <a:pt x="1" y="1"/>
                    </a:moveTo>
                    <a:lnTo>
                      <a:pt x="1" y="941"/>
                    </a:lnTo>
                    <a:lnTo>
                      <a:pt x="9478" y="941"/>
                    </a:lnTo>
                    <a:lnTo>
                      <a:pt x="947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44" name="Google Shape;1044;p41"/>
              <p:cNvSpPr/>
              <p:nvPr/>
            </p:nvSpPr>
            <p:spPr>
              <a:xfrm>
                <a:off x="5576728" y="3534392"/>
                <a:ext cx="250926" cy="271496"/>
              </a:xfrm>
              <a:custGeom>
                <a:avLst/>
                <a:gdLst/>
                <a:ahLst/>
                <a:cxnLst/>
                <a:rect l="l" t="t" r="r" b="b"/>
                <a:pathLst>
                  <a:path w="7990" h="8645" extrusionOk="0">
                    <a:moveTo>
                      <a:pt x="0" y="0"/>
                    </a:moveTo>
                    <a:lnTo>
                      <a:pt x="0" y="8644"/>
                    </a:lnTo>
                    <a:lnTo>
                      <a:pt x="7989" y="8644"/>
                    </a:lnTo>
                    <a:lnTo>
                      <a:pt x="7989" y="0"/>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45" name="Google Shape;1045;p41"/>
              <p:cNvSpPr/>
              <p:nvPr/>
            </p:nvSpPr>
            <p:spPr>
              <a:xfrm>
                <a:off x="5941655" y="3534392"/>
                <a:ext cx="250926" cy="271496"/>
              </a:xfrm>
              <a:custGeom>
                <a:avLst/>
                <a:gdLst/>
                <a:ahLst/>
                <a:cxnLst/>
                <a:rect l="l" t="t" r="r" b="b"/>
                <a:pathLst>
                  <a:path w="7990" h="8645" extrusionOk="0">
                    <a:moveTo>
                      <a:pt x="1" y="0"/>
                    </a:moveTo>
                    <a:lnTo>
                      <a:pt x="1" y="8644"/>
                    </a:lnTo>
                    <a:lnTo>
                      <a:pt x="7990" y="8644"/>
                    </a:lnTo>
                    <a:lnTo>
                      <a:pt x="7990" y="0"/>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46" name="Google Shape;1046;p41"/>
              <p:cNvSpPr/>
              <p:nvPr/>
            </p:nvSpPr>
            <p:spPr>
              <a:xfrm>
                <a:off x="6312202" y="3534392"/>
                <a:ext cx="250926" cy="271496"/>
              </a:xfrm>
              <a:custGeom>
                <a:avLst/>
                <a:gdLst/>
                <a:ahLst/>
                <a:cxnLst/>
                <a:rect l="l" t="t" r="r" b="b"/>
                <a:pathLst>
                  <a:path w="7990" h="8645" extrusionOk="0">
                    <a:moveTo>
                      <a:pt x="1" y="0"/>
                    </a:moveTo>
                    <a:lnTo>
                      <a:pt x="1" y="8644"/>
                    </a:lnTo>
                    <a:lnTo>
                      <a:pt x="7990" y="8644"/>
                    </a:lnTo>
                    <a:lnTo>
                      <a:pt x="7990" y="0"/>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47" name="Google Shape;1047;p41"/>
              <p:cNvSpPr/>
              <p:nvPr/>
            </p:nvSpPr>
            <p:spPr>
              <a:xfrm>
                <a:off x="6281551" y="4059358"/>
                <a:ext cx="250926" cy="271119"/>
              </a:xfrm>
              <a:custGeom>
                <a:avLst/>
                <a:gdLst/>
                <a:ahLst/>
                <a:cxnLst/>
                <a:rect l="l" t="t" r="r" b="b"/>
                <a:pathLst>
                  <a:path w="7990" h="8633" extrusionOk="0">
                    <a:moveTo>
                      <a:pt x="1" y="1"/>
                    </a:moveTo>
                    <a:lnTo>
                      <a:pt x="1" y="8633"/>
                    </a:lnTo>
                    <a:lnTo>
                      <a:pt x="7990" y="8633"/>
                    </a:lnTo>
                    <a:lnTo>
                      <a:pt x="7990" y="1"/>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48" name="Google Shape;1048;p41"/>
              <p:cNvSpPr/>
              <p:nvPr/>
            </p:nvSpPr>
            <p:spPr>
              <a:xfrm>
                <a:off x="5595038" y="4059358"/>
                <a:ext cx="250926" cy="271119"/>
              </a:xfrm>
              <a:custGeom>
                <a:avLst/>
                <a:gdLst/>
                <a:ahLst/>
                <a:cxnLst/>
                <a:rect l="l" t="t" r="r" b="b"/>
                <a:pathLst>
                  <a:path w="7990" h="8633" extrusionOk="0">
                    <a:moveTo>
                      <a:pt x="1" y="1"/>
                    </a:moveTo>
                    <a:lnTo>
                      <a:pt x="1" y="8633"/>
                    </a:lnTo>
                    <a:lnTo>
                      <a:pt x="7990" y="8633"/>
                    </a:lnTo>
                    <a:lnTo>
                      <a:pt x="7990" y="1"/>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49" name="Google Shape;1049;p41"/>
              <p:cNvSpPr/>
              <p:nvPr/>
            </p:nvSpPr>
            <p:spPr>
              <a:xfrm>
                <a:off x="5739375" y="3534392"/>
                <a:ext cx="7506" cy="274857"/>
              </a:xfrm>
              <a:custGeom>
                <a:avLst/>
                <a:gdLst/>
                <a:ahLst/>
                <a:cxnLst/>
                <a:rect l="l" t="t" r="r" b="b"/>
                <a:pathLst>
                  <a:path w="239" h="8752" extrusionOk="0">
                    <a:moveTo>
                      <a:pt x="0" y="0"/>
                    </a:moveTo>
                    <a:lnTo>
                      <a:pt x="0" y="8751"/>
                    </a:lnTo>
                    <a:lnTo>
                      <a:pt x="239" y="8751"/>
                    </a:lnTo>
                    <a:lnTo>
                      <a:pt x="23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50" name="Google Shape;1050;p41"/>
              <p:cNvSpPr/>
              <p:nvPr/>
            </p:nvSpPr>
            <p:spPr>
              <a:xfrm>
                <a:off x="5657471" y="3534392"/>
                <a:ext cx="7537" cy="271496"/>
              </a:xfrm>
              <a:custGeom>
                <a:avLst/>
                <a:gdLst/>
                <a:ahLst/>
                <a:cxnLst/>
                <a:rect l="l" t="t" r="r" b="b"/>
                <a:pathLst>
                  <a:path w="240" h="8645" extrusionOk="0">
                    <a:moveTo>
                      <a:pt x="1" y="0"/>
                    </a:moveTo>
                    <a:lnTo>
                      <a:pt x="1" y="8644"/>
                    </a:lnTo>
                    <a:lnTo>
                      <a:pt x="239" y="8644"/>
                    </a:lnTo>
                    <a:lnTo>
                      <a:pt x="23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51" name="Google Shape;1051;p41"/>
              <p:cNvSpPr/>
              <p:nvPr/>
            </p:nvSpPr>
            <p:spPr>
              <a:xfrm>
                <a:off x="5576728" y="3666010"/>
                <a:ext cx="251303" cy="7883"/>
              </a:xfrm>
              <a:custGeom>
                <a:avLst/>
                <a:gdLst/>
                <a:ahLst/>
                <a:cxnLst/>
                <a:rect l="l" t="t" r="r" b="b"/>
                <a:pathLst>
                  <a:path w="8002" h="251" extrusionOk="0">
                    <a:moveTo>
                      <a:pt x="0" y="0"/>
                    </a:moveTo>
                    <a:lnTo>
                      <a:pt x="0" y="250"/>
                    </a:lnTo>
                    <a:lnTo>
                      <a:pt x="8001" y="250"/>
                    </a:lnTo>
                    <a:lnTo>
                      <a:pt x="8001"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52" name="Google Shape;1052;p41"/>
              <p:cNvSpPr/>
              <p:nvPr/>
            </p:nvSpPr>
            <p:spPr>
              <a:xfrm>
                <a:off x="6104301" y="3534392"/>
                <a:ext cx="7537" cy="274857"/>
              </a:xfrm>
              <a:custGeom>
                <a:avLst/>
                <a:gdLst/>
                <a:ahLst/>
                <a:cxnLst/>
                <a:rect l="l" t="t" r="r" b="b"/>
                <a:pathLst>
                  <a:path w="240" h="8752" extrusionOk="0">
                    <a:moveTo>
                      <a:pt x="1" y="0"/>
                    </a:moveTo>
                    <a:lnTo>
                      <a:pt x="1" y="8751"/>
                    </a:lnTo>
                    <a:lnTo>
                      <a:pt x="239" y="8751"/>
                    </a:lnTo>
                    <a:lnTo>
                      <a:pt x="23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53" name="Google Shape;1053;p41"/>
              <p:cNvSpPr/>
              <p:nvPr/>
            </p:nvSpPr>
            <p:spPr>
              <a:xfrm>
                <a:off x="6022428" y="3534392"/>
                <a:ext cx="7506" cy="271496"/>
              </a:xfrm>
              <a:custGeom>
                <a:avLst/>
                <a:gdLst/>
                <a:ahLst/>
                <a:cxnLst/>
                <a:rect l="l" t="t" r="r" b="b"/>
                <a:pathLst>
                  <a:path w="239" h="8645" extrusionOk="0">
                    <a:moveTo>
                      <a:pt x="0" y="0"/>
                    </a:moveTo>
                    <a:lnTo>
                      <a:pt x="0" y="8644"/>
                    </a:lnTo>
                    <a:lnTo>
                      <a:pt x="239" y="8644"/>
                    </a:lnTo>
                    <a:lnTo>
                      <a:pt x="23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54" name="Google Shape;1054;p41"/>
              <p:cNvSpPr/>
              <p:nvPr/>
            </p:nvSpPr>
            <p:spPr>
              <a:xfrm>
                <a:off x="5941655" y="3666010"/>
                <a:ext cx="251303" cy="7883"/>
              </a:xfrm>
              <a:custGeom>
                <a:avLst/>
                <a:gdLst/>
                <a:ahLst/>
                <a:cxnLst/>
                <a:rect l="l" t="t" r="r" b="b"/>
                <a:pathLst>
                  <a:path w="8002" h="251" extrusionOk="0">
                    <a:moveTo>
                      <a:pt x="1" y="0"/>
                    </a:moveTo>
                    <a:lnTo>
                      <a:pt x="1" y="250"/>
                    </a:lnTo>
                    <a:lnTo>
                      <a:pt x="8002" y="250"/>
                    </a:lnTo>
                    <a:lnTo>
                      <a:pt x="8002"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55" name="Google Shape;1055;p41"/>
              <p:cNvSpPr/>
              <p:nvPr/>
            </p:nvSpPr>
            <p:spPr>
              <a:xfrm>
                <a:off x="6474880" y="3534392"/>
                <a:ext cx="7506" cy="274857"/>
              </a:xfrm>
              <a:custGeom>
                <a:avLst/>
                <a:gdLst/>
                <a:ahLst/>
                <a:cxnLst/>
                <a:rect l="l" t="t" r="r" b="b"/>
                <a:pathLst>
                  <a:path w="239" h="8752" extrusionOk="0">
                    <a:moveTo>
                      <a:pt x="0" y="0"/>
                    </a:moveTo>
                    <a:lnTo>
                      <a:pt x="0" y="8751"/>
                    </a:lnTo>
                    <a:lnTo>
                      <a:pt x="238" y="8751"/>
                    </a:lnTo>
                    <a:lnTo>
                      <a:pt x="238"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56" name="Google Shape;1056;p41"/>
              <p:cNvSpPr/>
              <p:nvPr/>
            </p:nvSpPr>
            <p:spPr>
              <a:xfrm>
                <a:off x="6392976" y="3534392"/>
                <a:ext cx="7506" cy="271496"/>
              </a:xfrm>
              <a:custGeom>
                <a:avLst/>
                <a:gdLst/>
                <a:ahLst/>
                <a:cxnLst/>
                <a:rect l="l" t="t" r="r" b="b"/>
                <a:pathLst>
                  <a:path w="239" h="8645" extrusionOk="0">
                    <a:moveTo>
                      <a:pt x="1" y="0"/>
                    </a:moveTo>
                    <a:lnTo>
                      <a:pt x="1" y="8644"/>
                    </a:lnTo>
                    <a:lnTo>
                      <a:pt x="239" y="8644"/>
                    </a:lnTo>
                    <a:lnTo>
                      <a:pt x="23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57" name="Google Shape;1057;p41"/>
              <p:cNvSpPr/>
              <p:nvPr/>
            </p:nvSpPr>
            <p:spPr>
              <a:xfrm>
                <a:off x="6312202" y="3666010"/>
                <a:ext cx="251303" cy="7883"/>
              </a:xfrm>
              <a:custGeom>
                <a:avLst/>
                <a:gdLst/>
                <a:ahLst/>
                <a:cxnLst/>
                <a:rect l="l" t="t" r="r" b="b"/>
                <a:pathLst>
                  <a:path w="8002" h="251" extrusionOk="0">
                    <a:moveTo>
                      <a:pt x="1" y="0"/>
                    </a:moveTo>
                    <a:lnTo>
                      <a:pt x="1" y="250"/>
                    </a:lnTo>
                    <a:lnTo>
                      <a:pt x="8002" y="250"/>
                    </a:lnTo>
                    <a:lnTo>
                      <a:pt x="8002"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58" name="Google Shape;1058;p41"/>
              <p:cNvSpPr/>
              <p:nvPr/>
            </p:nvSpPr>
            <p:spPr>
              <a:xfrm>
                <a:off x="6444197" y="4059358"/>
                <a:ext cx="7506" cy="274857"/>
              </a:xfrm>
              <a:custGeom>
                <a:avLst/>
                <a:gdLst/>
                <a:ahLst/>
                <a:cxnLst/>
                <a:rect l="l" t="t" r="r" b="b"/>
                <a:pathLst>
                  <a:path w="239" h="8752" extrusionOk="0">
                    <a:moveTo>
                      <a:pt x="1" y="1"/>
                    </a:moveTo>
                    <a:lnTo>
                      <a:pt x="1" y="8752"/>
                    </a:lnTo>
                    <a:lnTo>
                      <a:pt x="239" y="8752"/>
                    </a:lnTo>
                    <a:lnTo>
                      <a:pt x="239"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59" name="Google Shape;1059;p41"/>
              <p:cNvSpPr/>
              <p:nvPr/>
            </p:nvSpPr>
            <p:spPr>
              <a:xfrm>
                <a:off x="6362325" y="4059358"/>
                <a:ext cx="7506" cy="271119"/>
              </a:xfrm>
              <a:custGeom>
                <a:avLst/>
                <a:gdLst/>
                <a:ahLst/>
                <a:cxnLst/>
                <a:rect l="l" t="t" r="r" b="b"/>
                <a:pathLst>
                  <a:path w="239" h="8633" extrusionOk="0">
                    <a:moveTo>
                      <a:pt x="0" y="1"/>
                    </a:moveTo>
                    <a:lnTo>
                      <a:pt x="0" y="8633"/>
                    </a:lnTo>
                    <a:lnTo>
                      <a:pt x="238" y="8633"/>
                    </a:lnTo>
                    <a:lnTo>
                      <a:pt x="238"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60" name="Google Shape;1060;p41"/>
              <p:cNvSpPr/>
              <p:nvPr/>
            </p:nvSpPr>
            <p:spPr>
              <a:xfrm>
                <a:off x="6281551" y="4190976"/>
                <a:ext cx="251303" cy="7883"/>
              </a:xfrm>
              <a:custGeom>
                <a:avLst/>
                <a:gdLst/>
                <a:ahLst/>
                <a:cxnLst/>
                <a:rect l="l" t="t" r="r" b="b"/>
                <a:pathLst>
                  <a:path w="8002" h="251" extrusionOk="0">
                    <a:moveTo>
                      <a:pt x="1" y="0"/>
                    </a:moveTo>
                    <a:lnTo>
                      <a:pt x="1" y="251"/>
                    </a:lnTo>
                    <a:lnTo>
                      <a:pt x="8002" y="251"/>
                    </a:lnTo>
                    <a:lnTo>
                      <a:pt x="8002"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61" name="Google Shape;1061;p41"/>
              <p:cNvSpPr/>
              <p:nvPr/>
            </p:nvSpPr>
            <p:spPr>
              <a:xfrm>
                <a:off x="5757307" y="4059358"/>
                <a:ext cx="7883" cy="274857"/>
              </a:xfrm>
              <a:custGeom>
                <a:avLst/>
                <a:gdLst/>
                <a:ahLst/>
                <a:cxnLst/>
                <a:rect l="l" t="t" r="r" b="b"/>
                <a:pathLst>
                  <a:path w="251" h="8752" extrusionOk="0">
                    <a:moveTo>
                      <a:pt x="1" y="1"/>
                    </a:moveTo>
                    <a:lnTo>
                      <a:pt x="1" y="8752"/>
                    </a:lnTo>
                    <a:lnTo>
                      <a:pt x="251" y="8752"/>
                    </a:lnTo>
                    <a:lnTo>
                      <a:pt x="251"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62" name="Google Shape;1062;p41"/>
              <p:cNvSpPr/>
              <p:nvPr/>
            </p:nvSpPr>
            <p:spPr>
              <a:xfrm>
                <a:off x="5675811" y="4059358"/>
                <a:ext cx="7506" cy="271119"/>
              </a:xfrm>
              <a:custGeom>
                <a:avLst/>
                <a:gdLst/>
                <a:ahLst/>
                <a:cxnLst/>
                <a:rect l="l" t="t" r="r" b="b"/>
                <a:pathLst>
                  <a:path w="239" h="8633" extrusionOk="0">
                    <a:moveTo>
                      <a:pt x="0" y="1"/>
                    </a:moveTo>
                    <a:lnTo>
                      <a:pt x="0" y="8633"/>
                    </a:lnTo>
                    <a:lnTo>
                      <a:pt x="239" y="8633"/>
                    </a:lnTo>
                    <a:lnTo>
                      <a:pt x="239"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63" name="Google Shape;1063;p41"/>
              <p:cNvSpPr/>
              <p:nvPr/>
            </p:nvSpPr>
            <p:spPr>
              <a:xfrm>
                <a:off x="5595038" y="4190976"/>
                <a:ext cx="251303" cy="7883"/>
              </a:xfrm>
              <a:custGeom>
                <a:avLst/>
                <a:gdLst/>
                <a:ahLst/>
                <a:cxnLst/>
                <a:rect l="l" t="t" r="r" b="b"/>
                <a:pathLst>
                  <a:path w="8002" h="251" extrusionOk="0">
                    <a:moveTo>
                      <a:pt x="1" y="0"/>
                    </a:moveTo>
                    <a:lnTo>
                      <a:pt x="1" y="251"/>
                    </a:lnTo>
                    <a:lnTo>
                      <a:pt x="8002" y="251"/>
                    </a:lnTo>
                    <a:lnTo>
                      <a:pt x="8002"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64" name="Google Shape;1064;p41"/>
              <p:cNvSpPr/>
              <p:nvPr/>
            </p:nvSpPr>
            <p:spPr>
              <a:xfrm>
                <a:off x="5568877" y="4031313"/>
                <a:ext cx="297657" cy="29584"/>
              </a:xfrm>
              <a:custGeom>
                <a:avLst/>
                <a:gdLst/>
                <a:ahLst/>
                <a:cxnLst/>
                <a:rect l="l" t="t" r="r" b="b"/>
                <a:pathLst>
                  <a:path w="9478" h="942" extrusionOk="0">
                    <a:moveTo>
                      <a:pt x="0" y="1"/>
                    </a:moveTo>
                    <a:lnTo>
                      <a:pt x="0" y="941"/>
                    </a:lnTo>
                    <a:lnTo>
                      <a:pt x="9478" y="941"/>
                    </a:lnTo>
                    <a:lnTo>
                      <a:pt x="947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65" name="Google Shape;1065;p41"/>
              <p:cNvSpPr/>
              <p:nvPr/>
            </p:nvSpPr>
            <p:spPr>
              <a:xfrm>
                <a:off x="5964486" y="4102728"/>
                <a:ext cx="200050" cy="373217"/>
              </a:xfrm>
              <a:custGeom>
                <a:avLst/>
                <a:gdLst/>
                <a:ahLst/>
                <a:cxnLst/>
                <a:rect l="l" t="t" r="r" b="b"/>
                <a:pathLst>
                  <a:path w="6370" h="11884" extrusionOk="0">
                    <a:moveTo>
                      <a:pt x="0" y="1"/>
                    </a:moveTo>
                    <a:lnTo>
                      <a:pt x="0" y="11883"/>
                    </a:lnTo>
                    <a:lnTo>
                      <a:pt x="6370" y="11883"/>
                    </a:lnTo>
                    <a:lnTo>
                      <a:pt x="6370"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66" name="Google Shape;1066;p41"/>
              <p:cNvSpPr/>
              <p:nvPr/>
            </p:nvSpPr>
            <p:spPr>
              <a:xfrm>
                <a:off x="5971207" y="4282962"/>
                <a:ext cx="18341" cy="15765"/>
              </a:xfrm>
              <a:custGeom>
                <a:avLst/>
                <a:gdLst/>
                <a:ahLst/>
                <a:cxnLst/>
                <a:rect l="l" t="t" r="r" b="b"/>
                <a:pathLst>
                  <a:path w="584" h="502" extrusionOk="0">
                    <a:moveTo>
                      <a:pt x="334" y="0"/>
                    </a:moveTo>
                    <a:cubicBezTo>
                      <a:pt x="107" y="0"/>
                      <a:pt x="0" y="274"/>
                      <a:pt x="155" y="429"/>
                    </a:cubicBezTo>
                    <a:cubicBezTo>
                      <a:pt x="205" y="479"/>
                      <a:pt x="268" y="502"/>
                      <a:pt x="330" y="502"/>
                    </a:cubicBezTo>
                    <a:cubicBezTo>
                      <a:pt x="459" y="502"/>
                      <a:pt x="584" y="403"/>
                      <a:pt x="584" y="250"/>
                    </a:cubicBezTo>
                    <a:cubicBezTo>
                      <a:pt x="584" y="119"/>
                      <a:pt x="465" y="0"/>
                      <a:pt x="334" y="0"/>
                    </a:cubicBezTo>
                    <a:close/>
                  </a:path>
                </a:pathLst>
              </a:custGeom>
              <a:solidFill>
                <a:srgbClr val="EDE4D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67" name="Google Shape;1067;p41"/>
              <p:cNvSpPr/>
              <p:nvPr/>
            </p:nvSpPr>
            <p:spPr>
              <a:xfrm>
                <a:off x="5372188" y="3112874"/>
                <a:ext cx="1252274" cy="452734"/>
              </a:xfrm>
              <a:custGeom>
                <a:avLst/>
                <a:gdLst/>
                <a:ahLst/>
                <a:cxnLst/>
                <a:rect l="l" t="t" r="r" b="b"/>
                <a:pathLst>
                  <a:path w="39875" h="14416" extrusionOk="0">
                    <a:moveTo>
                      <a:pt x="22033" y="1"/>
                    </a:moveTo>
                    <a:cubicBezTo>
                      <a:pt x="21866" y="1"/>
                      <a:pt x="21700" y="46"/>
                      <a:pt x="21551" y="135"/>
                    </a:cubicBezTo>
                    <a:lnTo>
                      <a:pt x="596" y="12660"/>
                    </a:lnTo>
                    <a:cubicBezTo>
                      <a:pt x="143" y="12934"/>
                      <a:pt x="1" y="13506"/>
                      <a:pt x="262" y="13958"/>
                    </a:cubicBezTo>
                    <a:cubicBezTo>
                      <a:pt x="444" y="14249"/>
                      <a:pt x="755" y="14416"/>
                      <a:pt x="1076" y="14416"/>
                    </a:cubicBezTo>
                    <a:cubicBezTo>
                      <a:pt x="1240" y="14416"/>
                      <a:pt x="1407" y="14372"/>
                      <a:pt x="1560" y="14279"/>
                    </a:cubicBezTo>
                    <a:lnTo>
                      <a:pt x="22027" y="2040"/>
                    </a:lnTo>
                    <a:lnTo>
                      <a:pt x="39875" y="12744"/>
                    </a:lnTo>
                    <a:lnTo>
                      <a:pt x="39875" y="12744"/>
                    </a:lnTo>
                    <a:lnTo>
                      <a:pt x="39863" y="10529"/>
                    </a:lnTo>
                    <a:lnTo>
                      <a:pt x="22515" y="135"/>
                    </a:lnTo>
                    <a:cubicBezTo>
                      <a:pt x="22366" y="46"/>
                      <a:pt x="22200" y="1"/>
                      <a:pt x="22033"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68" name="Google Shape;1068;p41"/>
              <p:cNvSpPr/>
              <p:nvPr/>
            </p:nvSpPr>
            <p:spPr>
              <a:xfrm>
                <a:off x="10107842" y="3597579"/>
                <a:ext cx="874598" cy="877990"/>
              </a:xfrm>
              <a:custGeom>
                <a:avLst/>
                <a:gdLst/>
                <a:ahLst/>
                <a:cxnLst/>
                <a:rect l="l" t="t" r="r" b="b"/>
                <a:pathLst>
                  <a:path w="27849" h="27957" extrusionOk="0">
                    <a:moveTo>
                      <a:pt x="0" y="0"/>
                    </a:moveTo>
                    <a:lnTo>
                      <a:pt x="0" y="27956"/>
                    </a:lnTo>
                    <a:lnTo>
                      <a:pt x="27849" y="27956"/>
                    </a:lnTo>
                    <a:lnTo>
                      <a:pt x="2784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69" name="Google Shape;1069;p41"/>
              <p:cNvSpPr/>
              <p:nvPr/>
            </p:nvSpPr>
            <p:spPr>
              <a:xfrm>
                <a:off x="10107842" y="3455471"/>
                <a:ext cx="370202" cy="1020097"/>
              </a:xfrm>
              <a:custGeom>
                <a:avLst/>
                <a:gdLst/>
                <a:ahLst/>
                <a:cxnLst/>
                <a:rect l="l" t="t" r="r" b="b"/>
                <a:pathLst>
                  <a:path w="11788" h="32482" extrusionOk="0">
                    <a:moveTo>
                      <a:pt x="5799" y="1"/>
                    </a:moveTo>
                    <a:lnTo>
                      <a:pt x="0" y="4680"/>
                    </a:lnTo>
                    <a:lnTo>
                      <a:pt x="0" y="32481"/>
                    </a:lnTo>
                    <a:lnTo>
                      <a:pt x="11787" y="32481"/>
                    </a:lnTo>
                    <a:lnTo>
                      <a:pt x="11787" y="4680"/>
                    </a:lnTo>
                    <a:lnTo>
                      <a:pt x="5799"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70" name="Google Shape;1070;p41"/>
              <p:cNvSpPr/>
              <p:nvPr/>
            </p:nvSpPr>
            <p:spPr>
              <a:xfrm>
                <a:off x="10074929" y="3409620"/>
                <a:ext cx="953895" cy="195465"/>
              </a:xfrm>
              <a:custGeom>
                <a:avLst/>
                <a:gdLst/>
                <a:ahLst/>
                <a:cxnLst/>
                <a:rect l="l" t="t" r="r" b="b"/>
                <a:pathLst>
                  <a:path w="30374" h="6224" extrusionOk="0">
                    <a:moveTo>
                      <a:pt x="6843" y="1"/>
                    </a:moveTo>
                    <a:cubicBezTo>
                      <a:pt x="6687" y="1"/>
                      <a:pt x="6533" y="54"/>
                      <a:pt x="6406" y="163"/>
                    </a:cubicBezTo>
                    <a:lnTo>
                      <a:pt x="798" y="4854"/>
                    </a:lnTo>
                    <a:lnTo>
                      <a:pt x="0" y="4854"/>
                    </a:lnTo>
                    <a:lnTo>
                      <a:pt x="1048" y="6223"/>
                    </a:lnTo>
                    <a:cubicBezTo>
                      <a:pt x="1203" y="6223"/>
                      <a:pt x="1358" y="6164"/>
                      <a:pt x="1489" y="6057"/>
                    </a:cubicBezTo>
                    <a:lnTo>
                      <a:pt x="6847" y="1568"/>
                    </a:lnTo>
                    <a:lnTo>
                      <a:pt x="12407" y="6069"/>
                    </a:lnTo>
                    <a:cubicBezTo>
                      <a:pt x="12526" y="6164"/>
                      <a:pt x="12681" y="6223"/>
                      <a:pt x="12835" y="6223"/>
                    </a:cubicBezTo>
                    <a:lnTo>
                      <a:pt x="29671" y="6223"/>
                    </a:lnTo>
                    <a:cubicBezTo>
                      <a:pt x="29678" y="6224"/>
                      <a:pt x="29685" y="6224"/>
                      <a:pt x="29692" y="6224"/>
                    </a:cubicBezTo>
                    <a:cubicBezTo>
                      <a:pt x="30064" y="6224"/>
                      <a:pt x="30373" y="5918"/>
                      <a:pt x="30373" y="5533"/>
                    </a:cubicBezTo>
                    <a:cubicBezTo>
                      <a:pt x="30373" y="5159"/>
                      <a:pt x="30064" y="4854"/>
                      <a:pt x="29692" y="4854"/>
                    </a:cubicBezTo>
                    <a:cubicBezTo>
                      <a:pt x="29685" y="4854"/>
                      <a:pt x="29678" y="4854"/>
                      <a:pt x="29671" y="4854"/>
                    </a:cubicBezTo>
                    <a:lnTo>
                      <a:pt x="13073" y="4854"/>
                    </a:lnTo>
                    <a:lnTo>
                      <a:pt x="7275" y="151"/>
                    </a:lnTo>
                    <a:cubicBezTo>
                      <a:pt x="7146" y="52"/>
                      <a:pt x="6994" y="1"/>
                      <a:pt x="6843"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71" name="Google Shape;1071;p41"/>
              <p:cNvSpPr/>
              <p:nvPr/>
            </p:nvSpPr>
            <p:spPr>
              <a:xfrm>
                <a:off x="10176273" y="3585614"/>
                <a:ext cx="227341" cy="404214"/>
              </a:xfrm>
              <a:custGeom>
                <a:avLst/>
                <a:gdLst/>
                <a:ahLst/>
                <a:cxnLst/>
                <a:rect l="l" t="t" r="r" b="b"/>
                <a:pathLst>
                  <a:path w="7239" h="12871" extrusionOk="0">
                    <a:moveTo>
                      <a:pt x="3620" y="0"/>
                    </a:moveTo>
                    <a:cubicBezTo>
                      <a:pt x="1643" y="0"/>
                      <a:pt x="24" y="1429"/>
                      <a:pt x="0" y="3179"/>
                    </a:cubicBezTo>
                    <a:lnTo>
                      <a:pt x="0" y="12871"/>
                    </a:lnTo>
                    <a:lnTo>
                      <a:pt x="7239" y="12871"/>
                    </a:lnTo>
                    <a:lnTo>
                      <a:pt x="7239" y="3179"/>
                    </a:lnTo>
                    <a:cubicBezTo>
                      <a:pt x="7215" y="1429"/>
                      <a:pt x="5596" y="0"/>
                      <a:pt x="3620"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72" name="Google Shape;1072;p41"/>
              <p:cNvSpPr/>
              <p:nvPr/>
            </p:nvSpPr>
            <p:spPr>
              <a:xfrm>
                <a:off x="10200926" y="3609921"/>
                <a:ext cx="178035" cy="355630"/>
              </a:xfrm>
              <a:custGeom>
                <a:avLst/>
                <a:gdLst/>
                <a:ahLst/>
                <a:cxnLst/>
                <a:rect l="l" t="t" r="r" b="b"/>
                <a:pathLst>
                  <a:path w="5669" h="11324" extrusionOk="0">
                    <a:moveTo>
                      <a:pt x="2835" y="0"/>
                    </a:moveTo>
                    <a:cubicBezTo>
                      <a:pt x="1287" y="0"/>
                      <a:pt x="13" y="1072"/>
                      <a:pt x="1" y="2405"/>
                    </a:cubicBezTo>
                    <a:lnTo>
                      <a:pt x="1" y="2548"/>
                    </a:lnTo>
                    <a:lnTo>
                      <a:pt x="1" y="11311"/>
                    </a:lnTo>
                    <a:lnTo>
                      <a:pt x="5668" y="11323"/>
                    </a:lnTo>
                    <a:lnTo>
                      <a:pt x="5668" y="2524"/>
                    </a:lnTo>
                    <a:lnTo>
                      <a:pt x="5668" y="2405"/>
                    </a:lnTo>
                    <a:cubicBezTo>
                      <a:pt x="5656" y="1084"/>
                      <a:pt x="4382" y="0"/>
                      <a:pt x="2835" y="0"/>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73" name="Google Shape;1073;p41"/>
              <p:cNvSpPr/>
              <p:nvPr/>
            </p:nvSpPr>
            <p:spPr>
              <a:xfrm>
                <a:off x="10287321" y="3609921"/>
                <a:ext cx="5245" cy="354123"/>
              </a:xfrm>
              <a:custGeom>
                <a:avLst/>
                <a:gdLst/>
                <a:ahLst/>
                <a:cxnLst/>
                <a:rect l="l" t="t" r="r" b="b"/>
                <a:pathLst>
                  <a:path w="167" h="11276" extrusionOk="0">
                    <a:moveTo>
                      <a:pt x="0" y="0"/>
                    </a:moveTo>
                    <a:lnTo>
                      <a:pt x="0" y="11275"/>
                    </a:lnTo>
                    <a:lnTo>
                      <a:pt x="167" y="11275"/>
                    </a:lnTo>
                    <a:lnTo>
                      <a:pt x="167"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74" name="Google Shape;1074;p41"/>
              <p:cNvSpPr/>
              <p:nvPr/>
            </p:nvSpPr>
            <p:spPr>
              <a:xfrm>
                <a:off x="10200549" y="3697792"/>
                <a:ext cx="178412" cy="5621"/>
              </a:xfrm>
              <a:custGeom>
                <a:avLst/>
                <a:gdLst/>
                <a:ahLst/>
                <a:cxnLst/>
                <a:rect l="l" t="t" r="r" b="b"/>
                <a:pathLst>
                  <a:path w="5681" h="179" extrusionOk="0">
                    <a:moveTo>
                      <a:pt x="1" y="0"/>
                    </a:moveTo>
                    <a:lnTo>
                      <a:pt x="1" y="179"/>
                    </a:lnTo>
                    <a:lnTo>
                      <a:pt x="5680" y="179"/>
                    </a:lnTo>
                    <a:lnTo>
                      <a:pt x="5680"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75" name="Google Shape;1075;p41"/>
              <p:cNvSpPr/>
              <p:nvPr/>
            </p:nvSpPr>
            <p:spPr>
              <a:xfrm>
                <a:off x="10200549" y="3792761"/>
                <a:ext cx="178412" cy="5276"/>
              </a:xfrm>
              <a:custGeom>
                <a:avLst/>
                <a:gdLst/>
                <a:ahLst/>
                <a:cxnLst/>
                <a:rect l="l" t="t" r="r" b="b"/>
                <a:pathLst>
                  <a:path w="5681" h="168" extrusionOk="0">
                    <a:moveTo>
                      <a:pt x="1" y="0"/>
                    </a:moveTo>
                    <a:lnTo>
                      <a:pt x="1" y="167"/>
                    </a:lnTo>
                    <a:lnTo>
                      <a:pt x="5680" y="167"/>
                    </a:lnTo>
                    <a:lnTo>
                      <a:pt x="5680"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76" name="Google Shape;1076;p41"/>
              <p:cNvSpPr/>
              <p:nvPr/>
            </p:nvSpPr>
            <p:spPr>
              <a:xfrm>
                <a:off x="10200549" y="3883993"/>
                <a:ext cx="178412" cy="5653"/>
              </a:xfrm>
              <a:custGeom>
                <a:avLst/>
                <a:gdLst/>
                <a:ahLst/>
                <a:cxnLst/>
                <a:rect l="l" t="t" r="r" b="b"/>
                <a:pathLst>
                  <a:path w="5681" h="180" extrusionOk="0">
                    <a:moveTo>
                      <a:pt x="1" y="0"/>
                    </a:moveTo>
                    <a:lnTo>
                      <a:pt x="1" y="179"/>
                    </a:lnTo>
                    <a:lnTo>
                      <a:pt x="5680" y="179"/>
                    </a:lnTo>
                    <a:lnTo>
                      <a:pt x="5680"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77" name="Google Shape;1077;p41"/>
              <p:cNvSpPr/>
              <p:nvPr/>
            </p:nvSpPr>
            <p:spPr>
              <a:xfrm>
                <a:off x="10160539" y="3964766"/>
                <a:ext cx="258432" cy="121160"/>
              </a:xfrm>
              <a:custGeom>
                <a:avLst/>
                <a:gdLst/>
                <a:ahLst/>
                <a:cxnLst/>
                <a:rect l="l" t="t" r="r" b="b"/>
                <a:pathLst>
                  <a:path w="8229" h="3858" extrusionOk="0">
                    <a:moveTo>
                      <a:pt x="572" y="131"/>
                    </a:moveTo>
                    <a:lnTo>
                      <a:pt x="572" y="3679"/>
                    </a:lnTo>
                    <a:lnTo>
                      <a:pt x="132" y="3679"/>
                    </a:lnTo>
                    <a:lnTo>
                      <a:pt x="132" y="131"/>
                    </a:lnTo>
                    <a:close/>
                    <a:moveTo>
                      <a:pt x="1156" y="131"/>
                    </a:moveTo>
                    <a:lnTo>
                      <a:pt x="1156" y="3679"/>
                    </a:lnTo>
                    <a:lnTo>
                      <a:pt x="715" y="3679"/>
                    </a:lnTo>
                    <a:lnTo>
                      <a:pt x="715" y="131"/>
                    </a:lnTo>
                    <a:close/>
                    <a:moveTo>
                      <a:pt x="1739" y="131"/>
                    </a:moveTo>
                    <a:lnTo>
                      <a:pt x="1739" y="3679"/>
                    </a:lnTo>
                    <a:lnTo>
                      <a:pt x="1287" y="3679"/>
                    </a:lnTo>
                    <a:lnTo>
                      <a:pt x="1287" y="131"/>
                    </a:lnTo>
                    <a:close/>
                    <a:moveTo>
                      <a:pt x="2311" y="131"/>
                    </a:moveTo>
                    <a:lnTo>
                      <a:pt x="2311" y="3679"/>
                    </a:lnTo>
                    <a:lnTo>
                      <a:pt x="1870" y="3679"/>
                    </a:lnTo>
                    <a:lnTo>
                      <a:pt x="1870" y="131"/>
                    </a:lnTo>
                    <a:close/>
                    <a:moveTo>
                      <a:pt x="2894" y="131"/>
                    </a:moveTo>
                    <a:lnTo>
                      <a:pt x="2894" y="3679"/>
                    </a:lnTo>
                    <a:lnTo>
                      <a:pt x="2442" y="3679"/>
                    </a:lnTo>
                    <a:lnTo>
                      <a:pt x="2442" y="131"/>
                    </a:lnTo>
                    <a:close/>
                    <a:moveTo>
                      <a:pt x="3466" y="131"/>
                    </a:moveTo>
                    <a:lnTo>
                      <a:pt x="3466" y="3679"/>
                    </a:lnTo>
                    <a:lnTo>
                      <a:pt x="3025" y="3679"/>
                    </a:lnTo>
                    <a:lnTo>
                      <a:pt x="3025" y="131"/>
                    </a:lnTo>
                    <a:close/>
                    <a:moveTo>
                      <a:pt x="4049" y="131"/>
                    </a:moveTo>
                    <a:lnTo>
                      <a:pt x="4049" y="3679"/>
                    </a:lnTo>
                    <a:lnTo>
                      <a:pt x="3597" y="3679"/>
                    </a:lnTo>
                    <a:lnTo>
                      <a:pt x="3597" y="131"/>
                    </a:lnTo>
                    <a:close/>
                    <a:moveTo>
                      <a:pt x="4621" y="131"/>
                    </a:moveTo>
                    <a:lnTo>
                      <a:pt x="4621" y="3679"/>
                    </a:lnTo>
                    <a:lnTo>
                      <a:pt x="4180" y="3679"/>
                    </a:lnTo>
                    <a:lnTo>
                      <a:pt x="4180" y="131"/>
                    </a:lnTo>
                    <a:close/>
                    <a:moveTo>
                      <a:pt x="5204" y="131"/>
                    </a:moveTo>
                    <a:lnTo>
                      <a:pt x="5204" y="3679"/>
                    </a:lnTo>
                    <a:lnTo>
                      <a:pt x="4752" y="3679"/>
                    </a:lnTo>
                    <a:lnTo>
                      <a:pt x="4752" y="131"/>
                    </a:lnTo>
                    <a:close/>
                    <a:moveTo>
                      <a:pt x="5775" y="131"/>
                    </a:moveTo>
                    <a:lnTo>
                      <a:pt x="5775" y="3679"/>
                    </a:lnTo>
                    <a:lnTo>
                      <a:pt x="5335" y="3679"/>
                    </a:lnTo>
                    <a:lnTo>
                      <a:pt x="5335" y="131"/>
                    </a:lnTo>
                    <a:close/>
                    <a:moveTo>
                      <a:pt x="6359" y="131"/>
                    </a:moveTo>
                    <a:lnTo>
                      <a:pt x="6359" y="3679"/>
                    </a:lnTo>
                    <a:lnTo>
                      <a:pt x="5906" y="3679"/>
                    </a:lnTo>
                    <a:lnTo>
                      <a:pt x="5906" y="131"/>
                    </a:lnTo>
                    <a:close/>
                    <a:moveTo>
                      <a:pt x="6930" y="131"/>
                    </a:moveTo>
                    <a:lnTo>
                      <a:pt x="6930" y="3679"/>
                    </a:lnTo>
                    <a:lnTo>
                      <a:pt x="6490" y="3679"/>
                    </a:lnTo>
                    <a:lnTo>
                      <a:pt x="6490" y="131"/>
                    </a:lnTo>
                    <a:close/>
                    <a:moveTo>
                      <a:pt x="7514" y="131"/>
                    </a:moveTo>
                    <a:lnTo>
                      <a:pt x="7514" y="3679"/>
                    </a:lnTo>
                    <a:lnTo>
                      <a:pt x="7073" y="3679"/>
                    </a:lnTo>
                    <a:lnTo>
                      <a:pt x="7073" y="131"/>
                    </a:lnTo>
                    <a:close/>
                    <a:moveTo>
                      <a:pt x="8085" y="131"/>
                    </a:moveTo>
                    <a:lnTo>
                      <a:pt x="8085" y="3679"/>
                    </a:lnTo>
                    <a:lnTo>
                      <a:pt x="7645" y="3679"/>
                    </a:lnTo>
                    <a:lnTo>
                      <a:pt x="7645" y="131"/>
                    </a:lnTo>
                    <a:close/>
                    <a:moveTo>
                      <a:pt x="1" y="0"/>
                    </a:moveTo>
                    <a:lnTo>
                      <a:pt x="1" y="60"/>
                    </a:lnTo>
                    <a:lnTo>
                      <a:pt x="1" y="3727"/>
                    </a:lnTo>
                    <a:lnTo>
                      <a:pt x="1" y="3858"/>
                    </a:lnTo>
                    <a:lnTo>
                      <a:pt x="8228" y="3858"/>
                    </a:lnTo>
                    <a:lnTo>
                      <a:pt x="8228" y="3679"/>
                    </a:lnTo>
                    <a:lnTo>
                      <a:pt x="8228" y="131"/>
                    </a:lnTo>
                    <a:lnTo>
                      <a:pt x="8228"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78" name="Google Shape;1078;p41"/>
              <p:cNvSpPr/>
              <p:nvPr/>
            </p:nvSpPr>
            <p:spPr>
              <a:xfrm>
                <a:off x="10746494" y="3677599"/>
                <a:ext cx="201180" cy="287952"/>
              </a:xfrm>
              <a:custGeom>
                <a:avLst/>
                <a:gdLst/>
                <a:ahLst/>
                <a:cxnLst/>
                <a:rect l="l" t="t" r="r" b="b"/>
                <a:pathLst>
                  <a:path w="6406" h="9169" extrusionOk="0">
                    <a:moveTo>
                      <a:pt x="0" y="0"/>
                    </a:moveTo>
                    <a:lnTo>
                      <a:pt x="0" y="9168"/>
                    </a:lnTo>
                    <a:lnTo>
                      <a:pt x="6406" y="9168"/>
                    </a:lnTo>
                    <a:lnTo>
                      <a:pt x="6406"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79" name="Google Shape;1079;p41"/>
              <p:cNvSpPr/>
              <p:nvPr/>
            </p:nvSpPr>
            <p:spPr>
              <a:xfrm>
                <a:off x="10770770" y="3702283"/>
                <a:ext cx="152597" cy="238961"/>
              </a:xfrm>
              <a:custGeom>
                <a:avLst/>
                <a:gdLst/>
                <a:ahLst/>
                <a:cxnLst/>
                <a:rect l="l" t="t" r="r" b="b"/>
                <a:pathLst>
                  <a:path w="4859" h="7609" extrusionOk="0">
                    <a:moveTo>
                      <a:pt x="1" y="0"/>
                    </a:moveTo>
                    <a:lnTo>
                      <a:pt x="1" y="7608"/>
                    </a:lnTo>
                    <a:lnTo>
                      <a:pt x="4859" y="7608"/>
                    </a:lnTo>
                    <a:lnTo>
                      <a:pt x="4859"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80" name="Google Shape;1080;p41"/>
              <p:cNvSpPr/>
              <p:nvPr/>
            </p:nvSpPr>
            <p:spPr>
              <a:xfrm>
                <a:off x="10844446" y="3702283"/>
                <a:ext cx="5276" cy="240060"/>
              </a:xfrm>
              <a:custGeom>
                <a:avLst/>
                <a:gdLst/>
                <a:ahLst/>
                <a:cxnLst/>
                <a:rect l="l" t="t" r="r" b="b"/>
                <a:pathLst>
                  <a:path w="168" h="7644" extrusionOk="0">
                    <a:moveTo>
                      <a:pt x="0" y="0"/>
                    </a:moveTo>
                    <a:lnTo>
                      <a:pt x="0" y="7644"/>
                    </a:lnTo>
                    <a:lnTo>
                      <a:pt x="167" y="7644"/>
                    </a:lnTo>
                    <a:lnTo>
                      <a:pt x="167"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81" name="Google Shape;1081;p41"/>
              <p:cNvSpPr/>
              <p:nvPr/>
            </p:nvSpPr>
            <p:spPr>
              <a:xfrm>
                <a:off x="10746117" y="4078044"/>
                <a:ext cx="201557" cy="287576"/>
              </a:xfrm>
              <a:custGeom>
                <a:avLst/>
                <a:gdLst/>
                <a:ahLst/>
                <a:cxnLst/>
                <a:rect l="l" t="t" r="r" b="b"/>
                <a:pathLst>
                  <a:path w="6418" h="9157" extrusionOk="0">
                    <a:moveTo>
                      <a:pt x="0" y="1"/>
                    </a:moveTo>
                    <a:lnTo>
                      <a:pt x="0" y="9157"/>
                    </a:lnTo>
                    <a:lnTo>
                      <a:pt x="6418" y="9157"/>
                    </a:lnTo>
                    <a:lnTo>
                      <a:pt x="641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82" name="Google Shape;1082;p41"/>
              <p:cNvSpPr/>
              <p:nvPr/>
            </p:nvSpPr>
            <p:spPr>
              <a:xfrm>
                <a:off x="10770770" y="4102352"/>
                <a:ext cx="152597" cy="238961"/>
              </a:xfrm>
              <a:custGeom>
                <a:avLst/>
                <a:gdLst/>
                <a:ahLst/>
                <a:cxnLst/>
                <a:rect l="l" t="t" r="r" b="b"/>
                <a:pathLst>
                  <a:path w="4859" h="7609" extrusionOk="0">
                    <a:moveTo>
                      <a:pt x="1" y="1"/>
                    </a:moveTo>
                    <a:lnTo>
                      <a:pt x="1" y="7609"/>
                    </a:lnTo>
                    <a:lnTo>
                      <a:pt x="4859" y="7609"/>
                    </a:lnTo>
                    <a:lnTo>
                      <a:pt x="4859"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83" name="Google Shape;1083;p41"/>
              <p:cNvSpPr/>
              <p:nvPr/>
            </p:nvSpPr>
            <p:spPr>
              <a:xfrm>
                <a:off x="10844446" y="4101975"/>
                <a:ext cx="5276" cy="240091"/>
              </a:xfrm>
              <a:custGeom>
                <a:avLst/>
                <a:gdLst/>
                <a:ahLst/>
                <a:cxnLst/>
                <a:rect l="l" t="t" r="r" b="b"/>
                <a:pathLst>
                  <a:path w="168" h="7645" extrusionOk="0">
                    <a:moveTo>
                      <a:pt x="0" y="1"/>
                    </a:moveTo>
                    <a:lnTo>
                      <a:pt x="0" y="7645"/>
                    </a:lnTo>
                    <a:lnTo>
                      <a:pt x="167" y="7645"/>
                    </a:lnTo>
                    <a:lnTo>
                      <a:pt x="167"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84" name="Google Shape;1084;p41"/>
              <p:cNvSpPr/>
              <p:nvPr/>
            </p:nvSpPr>
            <p:spPr>
              <a:xfrm>
                <a:off x="10478013" y="4083289"/>
                <a:ext cx="209409" cy="390396"/>
              </a:xfrm>
              <a:custGeom>
                <a:avLst/>
                <a:gdLst/>
                <a:ahLst/>
                <a:cxnLst/>
                <a:rect l="l" t="t" r="r" b="b"/>
                <a:pathLst>
                  <a:path w="6668" h="12431" extrusionOk="0">
                    <a:moveTo>
                      <a:pt x="0" y="1"/>
                    </a:moveTo>
                    <a:lnTo>
                      <a:pt x="0" y="12431"/>
                    </a:lnTo>
                    <a:lnTo>
                      <a:pt x="6668" y="12431"/>
                    </a:lnTo>
                    <a:lnTo>
                      <a:pt x="666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85" name="Google Shape;1085;p41"/>
              <p:cNvSpPr/>
              <p:nvPr/>
            </p:nvSpPr>
            <p:spPr>
              <a:xfrm>
                <a:off x="10656362" y="4083289"/>
                <a:ext cx="3015" cy="358614"/>
              </a:xfrm>
              <a:custGeom>
                <a:avLst/>
                <a:gdLst/>
                <a:ahLst/>
                <a:cxnLst/>
                <a:rect l="l" t="t" r="r" b="b"/>
                <a:pathLst>
                  <a:path w="96" h="11419" extrusionOk="0">
                    <a:moveTo>
                      <a:pt x="1" y="1"/>
                    </a:moveTo>
                    <a:lnTo>
                      <a:pt x="1" y="11419"/>
                    </a:lnTo>
                    <a:lnTo>
                      <a:pt x="96" y="11419"/>
                    </a:lnTo>
                    <a:lnTo>
                      <a:pt x="96"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86" name="Google Shape;1086;p41"/>
              <p:cNvSpPr/>
              <p:nvPr/>
            </p:nvSpPr>
            <p:spPr>
              <a:xfrm>
                <a:off x="10625710" y="4083289"/>
                <a:ext cx="3015" cy="358614"/>
              </a:xfrm>
              <a:custGeom>
                <a:avLst/>
                <a:gdLst/>
                <a:ahLst/>
                <a:cxnLst/>
                <a:rect l="l" t="t" r="r" b="b"/>
                <a:pathLst>
                  <a:path w="96" h="11419" extrusionOk="0">
                    <a:moveTo>
                      <a:pt x="0" y="1"/>
                    </a:moveTo>
                    <a:lnTo>
                      <a:pt x="0" y="11419"/>
                    </a:lnTo>
                    <a:lnTo>
                      <a:pt x="96" y="11419"/>
                    </a:lnTo>
                    <a:lnTo>
                      <a:pt x="96"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87" name="Google Shape;1087;p41"/>
              <p:cNvSpPr/>
              <p:nvPr/>
            </p:nvSpPr>
            <p:spPr>
              <a:xfrm>
                <a:off x="10595405" y="4083289"/>
                <a:ext cx="3046" cy="358614"/>
              </a:xfrm>
              <a:custGeom>
                <a:avLst/>
                <a:gdLst/>
                <a:ahLst/>
                <a:cxnLst/>
                <a:rect l="l" t="t" r="r" b="b"/>
                <a:pathLst>
                  <a:path w="97" h="11419" extrusionOk="0">
                    <a:moveTo>
                      <a:pt x="1" y="1"/>
                    </a:moveTo>
                    <a:lnTo>
                      <a:pt x="1" y="11419"/>
                    </a:lnTo>
                    <a:lnTo>
                      <a:pt x="96" y="11419"/>
                    </a:lnTo>
                    <a:lnTo>
                      <a:pt x="96"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88" name="Google Shape;1088;p41"/>
              <p:cNvSpPr/>
              <p:nvPr/>
            </p:nvSpPr>
            <p:spPr>
              <a:xfrm>
                <a:off x="10564753" y="4083289"/>
                <a:ext cx="3015" cy="358614"/>
              </a:xfrm>
              <a:custGeom>
                <a:avLst/>
                <a:gdLst/>
                <a:ahLst/>
                <a:cxnLst/>
                <a:rect l="l" t="t" r="r" b="b"/>
                <a:pathLst>
                  <a:path w="96" h="11419" extrusionOk="0">
                    <a:moveTo>
                      <a:pt x="1" y="1"/>
                    </a:moveTo>
                    <a:lnTo>
                      <a:pt x="1" y="11419"/>
                    </a:lnTo>
                    <a:lnTo>
                      <a:pt x="96" y="11419"/>
                    </a:lnTo>
                    <a:lnTo>
                      <a:pt x="96"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89" name="Google Shape;1089;p41"/>
              <p:cNvSpPr/>
              <p:nvPr/>
            </p:nvSpPr>
            <p:spPr>
              <a:xfrm>
                <a:off x="10534479" y="4083289"/>
                <a:ext cx="3015" cy="358614"/>
              </a:xfrm>
              <a:custGeom>
                <a:avLst/>
                <a:gdLst/>
                <a:ahLst/>
                <a:cxnLst/>
                <a:rect l="l" t="t" r="r" b="b"/>
                <a:pathLst>
                  <a:path w="96" h="11419" extrusionOk="0">
                    <a:moveTo>
                      <a:pt x="0" y="1"/>
                    </a:moveTo>
                    <a:lnTo>
                      <a:pt x="0" y="11419"/>
                    </a:lnTo>
                    <a:lnTo>
                      <a:pt x="95" y="11419"/>
                    </a:lnTo>
                    <a:lnTo>
                      <a:pt x="95"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90" name="Google Shape;1090;p41"/>
              <p:cNvSpPr/>
              <p:nvPr/>
            </p:nvSpPr>
            <p:spPr>
              <a:xfrm>
                <a:off x="10503796" y="4083289"/>
                <a:ext cx="3046" cy="358614"/>
              </a:xfrm>
              <a:custGeom>
                <a:avLst/>
                <a:gdLst/>
                <a:ahLst/>
                <a:cxnLst/>
                <a:rect l="l" t="t" r="r" b="b"/>
                <a:pathLst>
                  <a:path w="97" h="11419" extrusionOk="0">
                    <a:moveTo>
                      <a:pt x="1" y="1"/>
                    </a:moveTo>
                    <a:lnTo>
                      <a:pt x="1" y="11419"/>
                    </a:lnTo>
                    <a:lnTo>
                      <a:pt x="96" y="11419"/>
                    </a:lnTo>
                    <a:lnTo>
                      <a:pt x="96"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91" name="Google Shape;1091;p41"/>
              <p:cNvSpPr/>
              <p:nvPr/>
            </p:nvSpPr>
            <p:spPr>
              <a:xfrm>
                <a:off x="10662737" y="4265752"/>
                <a:ext cx="17210" cy="17241"/>
              </a:xfrm>
              <a:custGeom>
                <a:avLst/>
                <a:gdLst/>
                <a:ahLst/>
                <a:cxnLst/>
                <a:rect l="l" t="t" r="r" b="b"/>
                <a:pathLst>
                  <a:path w="548" h="549" extrusionOk="0">
                    <a:moveTo>
                      <a:pt x="274" y="1"/>
                    </a:moveTo>
                    <a:cubicBezTo>
                      <a:pt x="119" y="1"/>
                      <a:pt x="0" y="120"/>
                      <a:pt x="0" y="275"/>
                    </a:cubicBezTo>
                    <a:cubicBezTo>
                      <a:pt x="0" y="417"/>
                      <a:pt x="119" y="548"/>
                      <a:pt x="274" y="548"/>
                    </a:cubicBezTo>
                    <a:cubicBezTo>
                      <a:pt x="417" y="548"/>
                      <a:pt x="548" y="417"/>
                      <a:pt x="548" y="275"/>
                    </a:cubicBezTo>
                    <a:cubicBezTo>
                      <a:pt x="548" y="120"/>
                      <a:pt x="417" y="1"/>
                      <a:pt x="274" y="1"/>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92" name="Google Shape;1092;p41"/>
              <p:cNvSpPr/>
              <p:nvPr/>
            </p:nvSpPr>
            <p:spPr>
              <a:xfrm>
                <a:off x="10478013" y="3965520"/>
                <a:ext cx="250172" cy="117800"/>
              </a:xfrm>
              <a:custGeom>
                <a:avLst/>
                <a:gdLst/>
                <a:ahLst/>
                <a:cxnLst/>
                <a:rect l="l" t="t" r="r" b="b"/>
                <a:pathLst>
                  <a:path w="7966" h="3751" extrusionOk="0">
                    <a:moveTo>
                      <a:pt x="0" y="0"/>
                    </a:moveTo>
                    <a:lnTo>
                      <a:pt x="0" y="3751"/>
                    </a:lnTo>
                    <a:lnTo>
                      <a:pt x="7966" y="3751"/>
                    </a:lnTo>
                    <a:lnTo>
                      <a:pt x="6668"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93" name="Google Shape;1093;p41"/>
              <p:cNvSpPr/>
              <p:nvPr/>
            </p:nvSpPr>
            <p:spPr>
              <a:xfrm>
                <a:off x="10478013" y="4441871"/>
                <a:ext cx="250172" cy="33698"/>
              </a:xfrm>
              <a:custGeom>
                <a:avLst/>
                <a:gdLst/>
                <a:ahLst/>
                <a:cxnLst/>
                <a:rect l="l" t="t" r="r" b="b"/>
                <a:pathLst>
                  <a:path w="7966" h="1073" extrusionOk="0">
                    <a:moveTo>
                      <a:pt x="0" y="1"/>
                    </a:moveTo>
                    <a:lnTo>
                      <a:pt x="0" y="1072"/>
                    </a:lnTo>
                    <a:lnTo>
                      <a:pt x="7966" y="1072"/>
                    </a:lnTo>
                    <a:lnTo>
                      <a:pt x="7966" y="1"/>
                    </a:lnTo>
                    <a:close/>
                  </a:path>
                </a:pathLst>
              </a:custGeom>
              <a:solidFill>
                <a:srgbClr val="857879"/>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94" name="Google Shape;1094;p41"/>
              <p:cNvSpPr/>
              <p:nvPr/>
            </p:nvSpPr>
            <p:spPr>
              <a:xfrm>
                <a:off x="10024085" y="2957419"/>
                <a:ext cx="113686" cy="113718"/>
              </a:xfrm>
              <a:custGeom>
                <a:avLst/>
                <a:gdLst/>
                <a:ahLst/>
                <a:cxnLst/>
                <a:rect l="l" t="t" r="r" b="b"/>
                <a:pathLst>
                  <a:path w="3620" h="3621" extrusionOk="0">
                    <a:moveTo>
                      <a:pt x="1810" y="1"/>
                    </a:moveTo>
                    <a:cubicBezTo>
                      <a:pt x="810" y="1"/>
                      <a:pt x="0" y="810"/>
                      <a:pt x="0" y="1811"/>
                    </a:cubicBezTo>
                    <a:cubicBezTo>
                      <a:pt x="0" y="2811"/>
                      <a:pt x="810" y="3620"/>
                      <a:pt x="1810" y="3620"/>
                    </a:cubicBezTo>
                    <a:cubicBezTo>
                      <a:pt x="2810" y="3620"/>
                      <a:pt x="3620" y="2811"/>
                      <a:pt x="3620" y="1811"/>
                    </a:cubicBezTo>
                    <a:cubicBezTo>
                      <a:pt x="3620" y="810"/>
                      <a:pt x="2810" y="1"/>
                      <a:pt x="1810"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95" name="Google Shape;1095;p41"/>
              <p:cNvSpPr/>
              <p:nvPr/>
            </p:nvSpPr>
            <p:spPr>
              <a:xfrm>
                <a:off x="10027445" y="2905067"/>
                <a:ext cx="93493" cy="80146"/>
              </a:xfrm>
              <a:custGeom>
                <a:avLst/>
                <a:gdLst/>
                <a:ahLst/>
                <a:cxnLst/>
                <a:rect l="l" t="t" r="r" b="b"/>
                <a:pathLst>
                  <a:path w="2977" h="2552" extrusionOk="0">
                    <a:moveTo>
                      <a:pt x="1724" y="1"/>
                    </a:moveTo>
                    <a:cubicBezTo>
                      <a:pt x="1717" y="1"/>
                      <a:pt x="1710" y="1"/>
                      <a:pt x="1703" y="1"/>
                    </a:cubicBezTo>
                    <a:cubicBezTo>
                      <a:pt x="560" y="1"/>
                      <a:pt x="0" y="1370"/>
                      <a:pt x="798" y="2180"/>
                    </a:cubicBezTo>
                    <a:cubicBezTo>
                      <a:pt x="1059" y="2437"/>
                      <a:pt x="1377" y="2552"/>
                      <a:pt x="1690" y="2552"/>
                    </a:cubicBezTo>
                    <a:cubicBezTo>
                      <a:pt x="2347" y="2552"/>
                      <a:pt x="2977" y="2042"/>
                      <a:pt x="2977" y="1275"/>
                    </a:cubicBezTo>
                    <a:cubicBezTo>
                      <a:pt x="2977" y="568"/>
                      <a:pt x="2417" y="1"/>
                      <a:pt x="1724"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96" name="Google Shape;1096;p41"/>
              <p:cNvSpPr/>
              <p:nvPr/>
            </p:nvSpPr>
            <p:spPr>
              <a:xfrm>
                <a:off x="10038657" y="2833275"/>
                <a:ext cx="74053" cy="63752"/>
              </a:xfrm>
              <a:custGeom>
                <a:avLst/>
                <a:gdLst/>
                <a:ahLst/>
                <a:cxnLst/>
                <a:rect l="l" t="t" r="r" b="b"/>
                <a:pathLst>
                  <a:path w="2358" h="2030" extrusionOk="0">
                    <a:moveTo>
                      <a:pt x="1346" y="1"/>
                    </a:moveTo>
                    <a:cubicBezTo>
                      <a:pt x="441" y="1"/>
                      <a:pt x="1" y="1096"/>
                      <a:pt x="632" y="1727"/>
                    </a:cubicBezTo>
                    <a:cubicBezTo>
                      <a:pt x="840" y="1936"/>
                      <a:pt x="1095" y="2029"/>
                      <a:pt x="1344" y="2029"/>
                    </a:cubicBezTo>
                    <a:cubicBezTo>
                      <a:pt x="1863" y="2029"/>
                      <a:pt x="2358" y="1624"/>
                      <a:pt x="2358" y="1013"/>
                    </a:cubicBezTo>
                    <a:cubicBezTo>
                      <a:pt x="2358" y="453"/>
                      <a:pt x="1906" y="1"/>
                      <a:pt x="1346"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97" name="Google Shape;1097;p41"/>
              <p:cNvSpPr/>
              <p:nvPr/>
            </p:nvSpPr>
            <p:spPr>
              <a:xfrm>
                <a:off x="9041045" y="3551194"/>
                <a:ext cx="391526" cy="923998"/>
              </a:xfrm>
              <a:custGeom>
                <a:avLst/>
                <a:gdLst/>
                <a:ahLst/>
                <a:cxnLst/>
                <a:rect l="l" t="t" r="r" b="b"/>
                <a:pathLst>
                  <a:path w="12467" h="29422" extrusionOk="0">
                    <a:moveTo>
                      <a:pt x="1" y="1"/>
                    </a:moveTo>
                    <a:lnTo>
                      <a:pt x="1" y="29421"/>
                    </a:lnTo>
                    <a:lnTo>
                      <a:pt x="12466" y="29421"/>
                    </a:lnTo>
                    <a:lnTo>
                      <a:pt x="12466"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98" name="Google Shape;1098;p41"/>
              <p:cNvSpPr/>
              <p:nvPr/>
            </p:nvSpPr>
            <p:spPr>
              <a:xfrm>
                <a:off x="9291940" y="3551947"/>
                <a:ext cx="14258" cy="399377"/>
              </a:xfrm>
              <a:custGeom>
                <a:avLst/>
                <a:gdLst/>
                <a:ahLst/>
                <a:cxnLst/>
                <a:rect l="l" t="t" r="r" b="b"/>
                <a:pathLst>
                  <a:path w="454" h="12717" extrusionOk="0">
                    <a:moveTo>
                      <a:pt x="1" y="1"/>
                    </a:moveTo>
                    <a:lnTo>
                      <a:pt x="1" y="12717"/>
                    </a:lnTo>
                    <a:lnTo>
                      <a:pt x="453" y="12717"/>
                    </a:lnTo>
                    <a:lnTo>
                      <a:pt x="453"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099" name="Google Shape;1099;p41"/>
              <p:cNvSpPr/>
              <p:nvPr/>
            </p:nvSpPr>
            <p:spPr>
              <a:xfrm>
                <a:off x="9167419" y="3551947"/>
                <a:ext cx="14258" cy="399377"/>
              </a:xfrm>
              <a:custGeom>
                <a:avLst/>
                <a:gdLst/>
                <a:ahLst/>
                <a:cxnLst/>
                <a:rect l="l" t="t" r="r" b="b"/>
                <a:pathLst>
                  <a:path w="454" h="12717" extrusionOk="0">
                    <a:moveTo>
                      <a:pt x="1" y="1"/>
                    </a:moveTo>
                    <a:lnTo>
                      <a:pt x="1" y="12717"/>
                    </a:lnTo>
                    <a:lnTo>
                      <a:pt x="453" y="12717"/>
                    </a:lnTo>
                    <a:lnTo>
                      <a:pt x="453"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00" name="Google Shape;1100;p41"/>
              <p:cNvSpPr/>
              <p:nvPr/>
            </p:nvSpPr>
            <p:spPr>
              <a:xfrm>
                <a:off x="9041045" y="3803596"/>
                <a:ext cx="391903" cy="14603"/>
              </a:xfrm>
              <a:custGeom>
                <a:avLst/>
                <a:gdLst/>
                <a:ahLst/>
                <a:cxnLst/>
                <a:rect l="l" t="t" r="r" b="b"/>
                <a:pathLst>
                  <a:path w="12479" h="465" extrusionOk="0">
                    <a:moveTo>
                      <a:pt x="1" y="1"/>
                    </a:moveTo>
                    <a:lnTo>
                      <a:pt x="1" y="465"/>
                    </a:lnTo>
                    <a:lnTo>
                      <a:pt x="12478" y="465"/>
                    </a:lnTo>
                    <a:lnTo>
                      <a:pt x="12478"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01" name="Google Shape;1101;p41"/>
              <p:cNvSpPr/>
              <p:nvPr/>
            </p:nvSpPr>
            <p:spPr>
              <a:xfrm>
                <a:off x="9181646" y="3564667"/>
                <a:ext cx="110326" cy="238961"/>
              </a:xfrm>
              <a:custGeom>
                <a:avLst/>
                <a:gdLst/>
                <a:ahLst/>
                <a:cxnLst/>
                <a:rect l="l" t="t" r="r" b="b"/>
                <a:pathLst>
                  <a:path w="3513" h="7609" extrusionOk="0">
                    <a:moveTo>
                      <a:pt x="0" y="1"/>
                    </a:moveTo>
                    <a:lnTo>
                      <a:pt x="0" y="7609"/>
                    </a:lnTo>
                    <a:lnTo>
                      <a:pt x="3513" y="7609"/>
                    </a:lnTo>
                    <a:lnTo>
                      <a:pt x="3513" y="1"/>
                    </a:lnTo>
                    <a:close/>
                  </a:path>
                </a:pathLst>
              </a:custGeom>
              <a:solidFill>
                <a:srgbClr val="EDE4D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02" name="Google Shape;1102;p41"/>
              <p:cNvSpPr/>
              <p:nvPr/>
            </p:nvSpPr>
            <p:spPr>
              <a:xfrm>
                <a:off x="9181646" y="3638343"/>
                <a:ext cx="110326" cy="6375"/>
              </a:xfrm>
              <a:custGeom>
                <a:avLst/>
                <a:gdLst/>
                <a:ahLst/>
                <a:cxnLst/>
                <a:rect l="l" t="t" r="r" b="b"/>
                <a:pathLst>
                  <a:path w="3513" h="203" extrusionOk="0">
                    <a:moveTo>
                      <a:pt x="0" y="0"/>
                    </a:moveTo>
                    <a:lnTo>
                      <a:pt x="0" y="203"/>
                    </a:lnTo>
                    <a:lnTo>
                      <a:pt x="3513" y="203"/>
                    </a:lnTo>
                    <a:lnTo>
                      <a:pt x="3513"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03" name="Google Shape;1103;p41"/>
              <p:cNvSpPr/>
              <p:nvPr/>
            </p:nvSpPr>
            <p:spPr>
              <a:xfrm>
                <a:off x="9181646" y="3601693"/>
                <a:ext cx="110326" cy="3015"/>
              </a:xfrm>
              <a:custGeom>
                <a:avLst/>
                <a:gdLst/>
                <a:ahLst/>
                <a:cxnLst/>
                <a:rect l="l" t="t" r="r" b="b"/>
                <a:pathLst>
                  <a:path w="3513" h="96" extrusionOk="0">
                    <a:moveTo>
                      <a:pt x="0" y="0"/>
                    </a:moveTo>
                    <a:lnTo>
                      <a:pt x="0" y="96"/>
                    </a:lnTo>
                    <a:lnTo>
                      <a:pt x="3513" y="96"/>
                    </a:lnTo>
                    <a:lnTo>
                      <a:pt x="3513"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04" name="Google Shape;1104;p41"/>
              <p:cNvSpPr/>
              <p:nvPr/>
            </p:nvSpPr>
            <p:spPr>
              <a:xfrm>
                <a:off x="9217165" y="3564667"/>
                <a:ext cx="3392" cy="77068"/>
              </a:xfrm>
              <a:custGeom>
                <a:avLst/>
                <a:gdLst/>
                <a:ahLst/>
                <a:cxnLst/>
                <a:rect l="l" t="t" r="r" b="b"/>
                <a:pathLst>
                  <a:path w="108" h="2454" extrusionOk="0">
                    <a:moveTo>
                      <a:pt x="0" y="1"/>
                    </a:moveTo>
                    <a:lnTo>
                      <a:pt x="0"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05" name="Google Shape;1105;p41"/>
              <p:cNvSpPr/>
              <p:nvPr/>
            </p:nvSpPr>
            <p:spPr>
              <a:xfrm>
                <a:off x="9253061" y="3564667"/>
                <a:ext cx="3392" cy="76691"/>
              </a:xfrm>
              <a:custGeom>
                <a:avLst/>
                <a:gdLst/>
                <a:ahLst/>
                <a:cxnLst/>
                <a:rect l="l" t="t" r="r" b="b"/>
                <a:pathLst>
                  <a:path w="108" h="2442" extrusionOk="0">
                    <a:moveTo>
                      <a:pt x="0" y="1"/>
                    </a:moveTo>
                    <a:lnTo>
                      <a:pt x="0" y="2441"/>
                    </a:lnTo>
                    <a:lnTo>
                      <a:pt x="108" y="2441"/>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06" name="Google Shape;1106;p41"/>
              <p:cNvSpPr/>
              <p:nvPr/>
            </p:nvSpPr>
            <p:spPr>
              <a:xfrm>
                <a:off x="9133031" y="4068340"/>
                <a:ext cx="217291" cy="405344"/>
              </a:xfrm>
              <a:custGeom>
                <a:avLst/>
                <a:gdLst/>
                <a:ahLst/>
                <a:cxnLst/>
                <a:rect l="l" t="t" r="r" b="b"/>
                <a:pathLst>
                  <a:path w="6919" h="12907" extrusionOk="0">
                    <a:moveTo>
                      <a:pt x="1" y="0"/>
                    </a:moveTo>
                    <a:lnTo>
                      <a:pt x="1" y="12907"/>
                    </a:lnTo>
                    <a:lnTo>
                      <a:pt x="6918" y="12907"/>
                    </a:lnTo>
                    <a:lnTo>
                      <a:pt x="6918"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07" name="Google Shape;1107;p41"/>
              <p:cNvSpPr/>
              <p:nvPr/>
            </p:nvSpPr>
            <p:spPr>
              <a:xfrm>
                <a:off x="9152094" y="4097138"/>
                <a:ext cx="179888" cy="112179"/>
              </a:xfrm>
              <a:custGeom>
                <a:avLst/>
                <a:gdLst/>
                <a:ahLst/>
                <a:cxnLst/>
                <a:rect l="l" t="t" r="r" b="b"/>
                <a:pathLst>
                  <a:path w="5728" h="3572" extrusionOk="0">
                    <a:moveTo>
                      <a:pt x="2870" y="0"/>
                    </a:moveTo>
                    <a:cubicBezTo>
                      <a:pt x="287" y="0"/>
                      <a:pt x="1" y="1357"/>
                      <a:pt x="1" y="1357"/>
                    </a:cubicBezTo>
                    <a:lnTo>
                      <a:pt x="1" y="3572"/>
                    </a:lnTo>
                    <a:lnTo>
                      <a:pt x="5728" y="3572"/>
                    </a:lnTo>
                    <a:lnTo>
                      <a:pt x="5728" y="1310"/>
                    </a:lnTo>
                    <a:cubicBezTo>
                      <a:pt x="5728" y="1310"/>
                      <a:pt x="5442" y="0"/>
                      <a:pt x="2870" y="0"/>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08" name="Google Shape;1108;p41"/>
              <p:cNvSpPr/>
              <p:nvPr/>
            </p:nvSpPr>
            <p:spPr>
              <a:xfrm>
                <a:off x="9152094" y="4223512"/>
                <a:ext cx="82313" cy="107719"/>
              </a:xfrm>
              <a:custGeom>
                <a:avLst/>
                <a:gdLst/>
                <a:ahLst/>
                <a:cxnLst/>
                <a:rect l="l" t="t" r="r" b="b"/>
                <a:pathLst>
                  <a:path w="2621" h="3430" extrusionOk="0">
                    <a:moveTo>
                      <a:pt x="1" y="0"/>
                    </a:moveTo>
                    <a:lnTo>
                      <a:pt x="1" y="3429"/>
                    </a:lnTo>
                    <a:lnTo>
                      <a:pt x="2620" y="3429"/>
                    </a:lnTo>
                    <a:lnTo>
                      <a:pt x="2620"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09" name="Google Shape;1109;p41"/>
              <p:cNvSpPr/>
              <p:nvPr/>
            </p:nvSpPr>
            <p:spPr>
              <a:xfrm>
                <a:off x="9250831" y="4223512"/>
                <a:ext cx="82281" cy="107719"/>
              </a:xfrm>
              <a:custGeom>
                <a:avLst/>
                <a:gdLst/>
                <a:ahLst/>
                <a:cxnLst/>
                <a:rect l="l" t="t" r="r" b="b"/>
                <a:pathLst>
                  <a:path w="2620" h="3430" extrusionOk="0">
                    <a:moveTo>
                      <a:pt x="0" y="0"/>
                    </a:moveTo>
                    <a:lnTo>
                      <a:pt x="0" y="3429"/>
                    </a:lnTo>
                    <a:lnTo>
                      <a:pt x="2619" y="3429"/>
                    </a:lnTo>
                    <a:lnTo>
                      <a:pt x="261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10" name="Google Shape;1110;p41"/>
              <p:cNvSpPr/>
              <p:nvPr/>
            </p:nvSpPr>
            <p:spPr>
              <a:xfrm>
                <a:off x="9152094" y="4349132"/>
                <a:ext cx="82313" cy="107719"/>
              </a:xfrm>
              <a:custGeom>
                <a:avLst/>
                <a:gdLst/>
                <a:ahLst/>
                <a:cxnLst/>
                <a:rect l="l" t="t" r="r" b="b"/>
                <a:pathLst>
                  <a:path w="2621" h="3430" extrusionOk="0">
                    <a:moveTo>
                      <a:pt x="1" y="1"/>
                    </a:moveTo>
                    <a:lnTo>
                      <a:pt x="1" y="3430"/>
                    </a:lnTo>
                    <a:lnTo>
                      <a:pt x="2620" y="3430"/>
                    </a:lnTo>
                    <a:lnTo>
                      <a:pt x="2620"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11" name="Google Shape;1111;p41"/>
              <p:cNvSpPr/>
              <p:nvPr/>
            </p:nvSpPr>
            <p:spPr>
              <a:xfrm>
                <a:off x="9250831" y="4349132"/>
                <a:ext cx="82281" cy="107719"/>
              </a:xfrm>
              <a:custGeom>
                <a:avLst/>
                <a:gdLst/>
                <a:ahLst/>
                <a:cxnLst/>
                <a:rect l="l" t="t" r="r" b="b"/>
                <a:pathLst>
                  <a:path w="2620" h="3430" extrusionOk="0">
                    <a:moveTo>
                      <a:pt x="0" y="1"/>
                    </a:moveTo>
                    <a:lnTo>
                      <a:pt x="0" y="3430"/>
                    </a:lnTo>
                    <a:lnTo>
                      <a:pt x="2619" y="3430"/>
                    </a:lnTo>
                    <a:lnTo>
                      <a:pt x="2619"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12" name="Google Shape;1112;p41"/>
              <p:cNvSpPr/>
              <p:nvPr/>
            </p:nvSpPr>
            <p:spPr>
              <a:xfrm>
                <a:off x="9140128" y="4281454"/>
                <a:ext cx="20979" cy="18058"/>
              </a:xfrm>
              <a:custGeom>
                <a:avLst/>
                <a:gdLst/>
                <a:ahLst/>
                <a:cxnLst/>
                <a:rect l="l" t="t" r="r" b="b"/>
                <a:pathLst>
                  <a:path w="668" h="575" extrusionOk="0">
                    <a:moveTo>
                      <a:pt x="382" y="1"/>
                    </a:moveTo>
                    <a:cubicBezTo>
                      <a:pt x="132" y="1"/>
                      <a:pt x="1" y="310"/>
                      <a:pt x="179" y="489"/>
                    </a:cubicBezTo>
                    <a:cubicBezTo>
                      <a:pt x="238" y="548"/>
                      <a:pt x="311" y="574"/>
                      <a:pt x="382" y="574"/>
                    </a:cubicBezTo>
                    <a:cubicBezTo>
                      <a:pt x="528" y="574"/>
                      <a:pt x="668" y="463"/>
                      <a:pt x="668" y="287"/>
                    </a:cubicBezTo>
                    <a:cubicBezTo>
                      <a:pt x="668" y="132"/>
                      <a:pt x="537" y="1"/>
                      <a:pt x="382"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13" name="Google Shape;1113;p41"/>
              <p:cNvSpPr/>
              <p:nvPr/>
            </p:nvSpPr>
            <p:spPr>
              <a:xfrm>
                <a:off x="9041045" y="3952047"/>
                <a:ext cx="391526" cy="123045"/>
              </a:xfrm>
              <a:custGeom>
                <a:avLst/>
                <a:gdLst/>
                <a:ahLst/>
                <a:cxnLst/>
                <a:rect l="l" t="t" r="r" b="b"/>
                <a:pathLst>
                  <a:path w="12467" h="3918" extrusionOk="0">
                    <a:moveTo>
                      <a:pt x="1" y="0"/>
                    </a:moveTo>
                    <a:lnTo>
                      <a:pt x="1" y="3918"/>
                    </a:lnTo>
                    <a:lnTo>
                      <a:pt x="12466" y="3918"/>
                    </a:lnTo>
                    <a:lnTo>
                      <a:pt x="12466"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14" name="Google Shape;1114;p41"/>
              <p:cNvSpPr/>
              <p:nvPr/>
            </p:nvSpPr>
            <p:spPr>
              <a:xfrm>
                <a:off x="8993938" y="3349291"/>
                <a:ext cx="599050" cy="202311"/>
              </a:xfrm>
              <a:custGeom>
                <a:avLst/>
                <a:gdLst/>
                <a:ahLst/>
                <a:cxnLst/>
                <a:rect l="l" t="t" r="r" b="b"/>
                <a:pathLst>
                  <a:path w="19075" h="6442" extrusionOk="0">
                    <a:moveTo>
                      <a:pt x="5775" y="1"/>
                    </a:moveTo>
                    <a:lnTo>
                      <a:pt x="0" y="6442"/>
                    </a:lnTo>
                    <a:lnTo>
                      <a:pt x="13764" y="6442"/>
                    </a:lnTo>
                    <a:lnTo>
                      <a:pt x="19074"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15" name="Google Shape;1115;p41"/>
              <p:cNvSpPr/>
              <p:nvPr/>
            </p:nvSpPr>
            <p:spPr>
              <a:xfrm>
                <a:off x="10046131" y="3109608"/>
                <a:ext cx="62841" cy="422554"/>
              </a:xfrm>
              <a:custGeom>
                <a:avLst/>
                <a:gdLst/>
                <a:ahLst/>
                <a:cxnLst/>
                <a:rect l="l" t="t" r="r" b="b"/>
                <a:pathLst>
                  <a:path w="2001" h="13455" extrusionOk="0">
                    <a:moveTo>
                      <a:pt x="1" y="1"/>
                    </a:moveTo>
                    <a:lnTo>
                      <a:pt x="1" y="13455"/>
                    </a:lnTo>
                    <a:lnTo>
                      <a:pt x="2001" y="13455"/>
                    </a:lnTo>
                    <a:lnTo>
                      <a:pt x="2001"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16" name="Google Shape;1116;p41"/>
              <p:cNvSpPr/>
              <p:nvPr/>
            </p:nvSpPr>
            <p:spPr>
              <a:xfrm>
                <a:off x="10040164" y="3109608"/>
                <a:ext cx="74430" cy="12750"/>
              </a:xfrm>
              <a:custGeom>
                <a:avLst/>
                <a:gdLst/>
                <a:ahLst/>
                <a:cxnLst/>
                <a:rect l="l" t="t" r="r" b="b"/>
                <a:pathLst>
                  <a:path w="2370" h="406" extrusionOk="0">
                    <a:moveTo>
                      <a:pt x="0" y="1"/>
                    </a:moveTo>
                    <a:lnTo>
                      <a:pt x="0" y="406"/>
                    </a:lnTo>
                    <a:lnTo>
                      <a:pt x="2369" y="406"/>
                    </a:lnTo>
                    <a:lnTo>
                      <a:pt x="2369"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17" name="Google Shape;1117;p41"/>
              <p:cNvSpPr/>
              <p:nvPr/>
            </p:nvSpPr>
            <p:spPr>
              <a:xfrm>
                <a:off x="9432540" y="3146635"/>
                <a:ext cx="676055" cy="1328557"/>
              </a:xfrm>
              <a:custGeom>
                <a:avLst/>
                <a:gdLst/>
                <a:ahLst/>
                <a:cxnLst/>
                <a:rect l="l" t="t" r="r" b="b"/>
                <a:pathLst>
                  <a:path w="21527" h="42304" extrusionOk="0">
                    <a:moveTo>
                      <a:pt x="10764" y="0"/>
                    </a:moveTo>
                    <a:lnTo>
                      <a:pt x="0" y="13300"/>
                    </a:lnTo>
                    <a:lnTo>
                      <a:pt x="0" y="42303"/>
                    </a:lnTo>
                    <a:lnTo>
                      <a:pt x="21527" y="42303"/>
                    </a:lnTo>
                    <a:lnTo>
                      <a:pt x="21527" y="13300"/>
                    </a:lnTo>
                    <a:lnTo>
                      <a:pt x="10764"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18" name="Google Shape;1118;p41"/>
              <p:cNvSpPr/>
              <p:nvPr/>
            </p:nvSpPr>
            <p:spPr>
              <a:xfrm>
                <a:off x="9601185" y="4075061"/>
                <a:ext cx="326078" cy="239338"/>
              </a:xfrm>
              <a:custGeom>
                <a:avLst/>
                <a:gdLst/>
                <a:ahLst/>
                <a:cxnLst/>
                <a:rect l="l" t="t" r="r" b="b"/>
                <a:pathLst>
                  <a:path w="10383" h="7621" extrusionOk="0">
                    <a:moveTo>
                      <a:pt x="0" y="1"/>
                    </a:moveTo>
                    <a:lnTo>
                      <a:pt x="0" y="7621"/>
                    </a:lnTo>
                    <a:lnTo>
                      <a:pt x="10382" y="7621"/>
                    </a:lnTo>
                    <a:lnTo>
                      <a:pt x="10382"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19" name="Google Shape;1119;p41"/>
              <p:cNvSpPr/>
              <p:nvPr/>
            </p:nvSpPr>
            <p:spPr>
              <a:xfrm>
                <a:off x="9708119" y="4075061"/>
                <a:ext cx="6375" cy="239338"/>
              </a:xfrm>
              <a:custGeom>
                <a:avLst/>
                <a:gdLst/>
                <a:ahLst/>
                <a:cxnLst/>
                <a:rect l="l" t="t" r="r" b="b"/>
                <a:pathLst>
                  <a:path w="203" h="7621" extrusionOk="0">
                    <a:moveTo>
                      <a:pt x="0" y="1"/>
                    </a:moveTo>
                    <a:lnTo>
                      <a:pt x="0" y="7621"/>
                    </a:lnTo>
                    <a:lnTo>
                      <a:pt x="203" y="7621"/>
                    </a:lnTo>
                    <a:lnTo>
                      <a:pt x="2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20" name="Google Shape;1120;p41"/>
              <p:cNvSpPr/>
              <p:nvPr/>
            </p:nvSpPr>
            <p:spPr>
              <a:xfrm>
                <a:off x="9601185" y="4148737"/>
                <a:ext cx="326078" cy="6375"/>
              </a:xfrm>
              <a:custGeom>
                <a:avLst/>
                <a:gdLst/>
                <a:ahLst/>
                <a:cxnLst/>
                <a:rect l="l" t="t" r="r" b="b"/>
                <a:pathLst>
                  <a:path w="10383" h="203" extrusionOk="0">
                    <a:moveTo>
                      <a:pt x="0" y="0"/>
                    </a:moveTo>
                    <a:lnTo>
                      <a:pt x="0" y="202"/>
                    </a:lnTo>
                    <a:lnTo>
                      <a:pt x="10382" y="202"/>
                    </a:lnTo>
                    <a:lnTo>
                      <a:pt x="10382"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21" name="Google Shape;1121;p41"/>
              <p:cNvSpPr/>
              <p:nvPr/>
            </p:nvSpPr>
            <p:spPr>
              <a:xfrm>
                <a:off x="9601185" y="4112087"/>
                <a:ext cx="326078" cy="3015"/>
              </a:xfrm>
              <a:custGeom>
                <a:avLst/>
                <a:gdLst/>
                <a:ahLst/>
                <a:cxnLst/>
                <a:rect l="l" t="t" r="r" b="b"/>
                <a:pathLst>
                  <a:path w="10383" h="96" extrusionOk="0">
                    <a:moveTo>
                      <a:pt x="0" y="0"/>
                    </a:moveTo>
                    <a:lnTo>
                      <a:pt x="0" y="96"/>
                    </a:lnTo>
                    <a:lnTo>
                      <a:pt x="10382" y="96"/>
                    </a:lnTo>
                    <a:lnTo>
                      <a:pt x="10382"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22" name="Google Shape;1122;p41"/>
              <p:cNvSpPr/>
              <p:nvPr/>
            </p:nvSpPr>
            <p:spPr>
              <a:xfrm>
                <a:off x="9818037" y="4075061"/>
                <a:ext cx="6407" cy="239338"/>
              </a:xfrm>
              <a:custGeom>
                <a:avLst/>
                <a:gdLst/>
                <a:ahLst/>
                <a:cxnLst/>
                <a:rect l="l" t="t" r="r" b="b"/>
                <a:pathLst>
                  <a:path w="204" h="7621" extrusionOk="0">
                    <a:moveTo>
                      <a:pt x="1" y="1"/>
                    </a:moveTo>
                    <a:lnTo>
                      <a:pt x="1" y="7621"/>
                    </a:lnTo>
                    <a:lnTo>
                      <a:pt x="203" y="7621"/>
                    </a:lnTo>
                    <a:lnTo>
                      <a:pt x="2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23" name="Google Shape;1123;p41"/>
              <p:cNvSpPr/>
              <p:nvPr/>
            </p:nvSpPr>
            <p:spPr>
              <a:xfrm>
                <a:off x="9636704" y="4075061"/>
                <a:ext cx="3392" cy="77068"/>
              </a:xfrm>
              <a:custGeom>
                <a:avLst/>
                <a:gdLst/>
                <a:ahLst/>
                <a:cxnLst/>
                <a:rect l="l" t="t" r="r" b="b"/>
                <a:pathLst>
                  <a:path w="108" h="2454" extrusionOk="0">
                    <a:moveTo>
                      <a:pt x="0" y="1"/>
                    </a:moveTo>
                    <a:lnTo>
                      <a:pt x="0" y="2453"/>
                    </a:lnTo>
                    <a:lnTo>
                      <a:pt x="107" y="2453"/>
                    </a:lnTo>
                    <a:lnTo>
                      <a:pt x="10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24" name="Google Shape;1124;p41"/>
              <p:cNvSpPr/>
              <p:nvPr/>
            </p:nvSpPr>
            <p:spPr>
              <a:xfrm>
                <a:off x="9672600" y="4075061"/>
                <a:ext cx="3392" cy="76691"/>
              </a:xfrm>
              <a:custGeom>
                <a:avLst/>
                <a:gdLst/>
                <a:ahLst/>
                <a:cxnLst/>
                <a:rect l="l" t="t" r="r" b="b"/>
                <a:pathLst>
                  <a:path w="108" h="2442" extrusionOk="0">
                    <a:moveTo>
                      <a:pt x="0" y="1"/>
                    </a:moveTo>
                    <a:lnTo>
                      <a:pt x="0" y="2441"/>
                    </a:lnTo>
                    <a:lnTo>
                      <a:pt x="107" y="2441"/>
                    </a:lnTo>
                    <a:lnTo>
                      <a:pt x="10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25" name="Google Shape;1125;p41"/>
              <p:cNvSpPr/>
              <p:nvPr/>
            </p:nvSpPr>
            <p:spPr>
              <a:xfrm>
                <a:off x="9746245" y="4075061"/>
                <a:ext cx="3392" cy="77068"/>
              </a:xfrm>
              <a:custGeom>
                <a:avLst/>
                <a:gdLst/>
                <a:ahLst/>
                <a:cxnLst/>
                <a:rect l="l" t="t" r="r" b="b"/>
                <a:pathLst>
                  <a:path w="108" h="2454" extrusionOk="0">
                    <a:moveTo>
                      <a:pt x="1" y="1"/>
                    </a:moveTo>
                    <a:lnTo>
                      <a:pt x="1"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26" name="Google Shape;1126;p41"/>
              <p:cNvSpPr/>
              <p:nvPr/>
            </p:nvSpPr>
            <p:spPr>
              <a:xfrm>
                <a:off x="9782141" y="4075061"/>
                <a:ext cx="3392" cy="76691"/>
              </a:xfrm>
              <a:custGeom>
                <a:avLst/>
                <a:gdLst/>
                <a:ahLst/>
                <a:cxnLst/>
                <a:rect l="l" t="t" r="r" b="b"/>
                <a:pathLst>
                  <a:path w="108" h="2442" extrusionOk="0">
                    <a:moveTo>
                      <a:pt x="1" y="1"/>
                    </a:moveTo>
                    <a:lnTo>
                      <a:pt x="1" y="2441"/>
                    </a:lnTo>
                    <a:lnTo>
                      <a:pt x="108" y="2441"/>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27" name="Google Shape;1127;p41"/>
              <p:cNvSpPr/>
              <p:nvPr/>
            </p:nvSpPr>
            <p:spPr>
              <a:xfrm>
                <a:off x="9855440" y="4075061"/>
                <a:ext cx="3392" cy="77068"/>
              </a:xfrm>
              <a:custGeom>
                <a:avLst/>
                <a:gdLst/>
                <a:ahLst/>
                <a:cxnLst/>
                <a:rect l="l" t="t" r="r" b="b"/>
                <a:pathLst>
                  <a:path w="108" h="2454" extrusionOk="0">
                    <a:moveTo>
                      <a:pt x="0" y="1"/>
                    </a:moveTo>
                    <a:lnTo>
                      <a:pt x="0"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28" name="Google Shape;1128;p41"/>
              <p:cNvSpPr/>
              <p:nvPr/>
            </p:nvSpPr>
            <p:spPr>
              <a:xfrm>
                <a:off x="9891336" y="4075061"/>
                <a:ext cx="3392" cy="76691"/>
              </a:xfrm>
              <a:custGeom>
                <a:avLst/>
                <a:gdLst/>
                <a:ahLst/>
                <a:cxnLst/>
                <a:rect l="l" t="t" r="r" b="b"/>
                <a:pathLst>
                  <a:path w="108" h="2442" extrusionOk="0">
                    <a:moveTo>
                      <a:pt x="0" y="1"/>
                    </a:moveTo>
                    <a:lnTo>
                      <a:pt x="0" y="2441"/>
                    </a:lnTo>
                    <a:lnTo>
                      <a:pt x="108" y="2441"/>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29" name="Google Shape;1129;p41"/>
              <p:cNvSpPr/>
              <p:nvPr/>
            </p:nvSpPr>
            <p:spPr>
              <a:xfrm>
                <a:off x="9432163" y="4363735"/>
                <a:ext cx="676087" cy="111456"/>
              </a:xfrm>
              <a:custGeom>
                <a:avLst/>
                <a:gdLst/>
                <a:ahLst/>
                <a:cxnLst/>
                <a:rect l="l" t="t" r="r" b="b"/>
                <a:pathLst>
                  <a:path w="21528" h="3549" extrusionOk="0">
                    <a:moveTo>
                      <a:pt x="1" y="0"/>
                    </a:moveTo>
                    <a:lnTo>
                      <a:pt x="1" y="3548"/>
                    </a:lnTo>
                    <a:lnTo>
                      <a:pt x="21527" y="3548"/>
                    </a:lnTo>
                    <a:lnTo>
                      <a:pt x="21527"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30" name="Google Shape;1130;p41"/>
              <p:cNvSpPr/>
              <p:nvPr/>
            </p:nvSpPr>
            <p:spPr>
              <a:xfrm>
                <a:off x="9586205" y="4314367"/>
                <a:ext cx="355630" cy="161202"/>
              </a:xfrm>
              <a:custGeom>
                <a:avLst/>
                <a:gdLst/>
                <a:ahLst/>
                <a:cxnLst/>
                <a:rect l="l" t="t" r="r" b="b"/>
                <a:pathLst>
                  <a:path w="11324" h="5133" extrusionOk="0">
                    <a:moveTo>
                      <a:pt x="1" y="1"/>
                    </a:moveTo>
                    <a:lnTo>
                      <a:pt x="1" y="5132"/>
                    </a:lnTo>
                    <a:lnTo>
                      <a:pt x="11324" y="5132"/>
                    </a:lnTo>
                    <a:lnTo>
                      <a:pt x="11324"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31" name="Google Shape;1131;p41"/>
              <p:cNvSpPr/>
              <p:nvPr/>
            </p:nvSpPr>
            <p:spPr>
              <a:xfrm>
                <a:off x="9432163" y="4059735"/>
                <a:ext cx="676087" cy="14226"/>
              </a:xfrm>
              <a:custGeom>
                <a:avLst/>
                <a:gdLst/>
                <a:ahLst/>
                <a:cxnLst/>
                <a:rect l="l" t="t" r="r" b="b"/>
                <a:pathLst>
                  <a:path w="21528" h="453" extrusionOk="0">
                    <a:moveTo>
                      <a:pt x="1" y="0"/>
                    </a:moveTo>
                    <a:lnTo>
                      <a:pt x="1" y="453"/>
                    </a:lnTo>
                    <a:lnTo>
                      <a:pt x="21527" y="453"/>
                    </a:lnTo>
                    <a:lnTo>
                      <a:pt x="21527"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32" name="Google Shape;1132;p41"/>
              <p:cNvSpPr/>
              <p:nvPr/>
            </p:nvSpPr>
            <p:spPr>
              <a:xfrm>
                <a:off x="9460208" y="3550095"/>
                <a:ext cx="629325" cy="14226"/>
              </a:xfrm>
              <a:custGeom>
                <a:avLst/>
                <a:gdLst/>
                <a:ahLst/>
                <a:cxnLst/>
                <a:rect l="l" t="t" r="r" b="b"/>
                <a:pathLst>
                  <a:path w="20039" h="453" extrusionOk="0">
                    <a:moveTo>
                      <a:pt x="1" y="0"/>
                    </a:moveTo>
                    <a:lnTo>
                      <a:pt x="1" y="453"/>
                    </a:lnTo>
                    <a:lnTo>
                      <a:pt x="20039" y="453"/>
                    </a:lnTo>
                    <a:lnTo>
                      <a:pt x="20039"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33" name="Google Shape;1133;p41"/>
              <p:cNvSpPr/>
              <p:nvPr/>
            </p:nvSpPr>
            <p:spPr>
              <a:xfrm>
                <a:off x="9432163" y="3803596"/>
                <a:ext cx="676087" cy="14603"/>
              </a:xfrm>
              <a:custGeom>
                <a:avLst/>
                <a:gdLst/>
                <a:ahLst/>
                <a:cxnLst/>
                <a:rect l="l" t="t" r="r" b="b"/>
                <a:pathLst>
                  <a:path w="21528" h="465" extrusionOk="0">
                    <a:moveTo>
                      <a:pt x="1" y="1"/>
                    </a:moveTo>
                    <a:lnTo>
                      <a:pt x="1" y="465"/>
                    </a:lnTo>
                    <a:lnTo>
                      <a:pt x="21527" y="465"/>
                    </a:lnTo>
                    <a:lnTo>
                      <a:pt x="21527"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34" name="Google Shape;1134;p41"/>
              <p:cNvSpPr/>
              <p:nvPr/>
            </p:nvSpPr>
            <p:spPr>
              <a:xfrm>
                <a:off x="9586959" y="4314367"/>
                <a:ext cx="354500" cy="14226"/>
              </a:xfrm>
              <a:custGeom>
                <a:avLst/>
                <a:gdLst/>
                <a:ahLst/>
                <a:cxnLst/>
                <a:rect l="l" t="t" r="r" b="b"/>
                <a:pathLst>
                  <a:path w="11288" h="453" extrusionOk="0">
                    <a:moveTo>
                      <a:pt x="1" y="1"/>
                    </a:moveTo>
                    <a:lnTo>
                      <a:pt x="1" y="453"/>
                    </a:lnTo>
                    <a:lnTo>
                      <a:pt x="11288" y="453"/>
                    </a:lnTo>
                    <a:lnTo>
                      <a:pt x="1128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35" name="Google Shape;1135;p41"/>
              <p:cNvSpPr/>
              <p:nvPr/>
            </p:nvSpPr>
            <p:spPr>
              <a:xfrm>
                <a:off x="9763455" y="3154109"/>
                <a:ext cx="14226" cy="920229"/>
              </a:xfrm>
              <a:custGeom>
                <a:avLst/>
                <a:gdLst/>
                <a:ahLst/>
                <a:cxnLst/>
                <a:rect l="l" t="t" r="r" b="b"/>
                <a:pathLst>
                  <a:path w="453" h="29302" extrusionOk="0">
                    <a:moveTo>
                      <a:pt x="1" y="1"/>
                    </a:moveTo>
                    <a:lnTo>
                      <a:pt x="1" y="29302"/>
                    </a:lnTo>
                    <a:lnTo>
                      <a:pt x="453" y="29302"/>
                    </a:lnTo>
                    <a:lnTo>
                      <a:pt x="453"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36" name="Google Shape;1136;p41"/>
              <p:cNvSpPr/>
              <p:nvPr/>
            </p:nvSpPr>
            <p:spPr>
              <a:xfrm>
                <a:off x="9503201" y="3553078"/>
                <a:ext cx="14635" cy="520883"/>
              </a:xfrm>
              <a:custGeom>
                <a:avLst/>
                <a:gdLst/>
                <a:ahLst/>
                <a:cxnLst/>
                <a:rect l="l" t="t" r="r" b="b"/>
                <a:pathLst>
                  <a:path w="466" h="16586" extrusionOk="0">
                    <a:moveTo>
                      <a:pt x="1" y="0"/>
                    </a:moveTo>
                    <a:lnTo>
                      <a:pt x="1" y="16586"/>
                    </a:lnTo>
                    <a:lnTo>
                      <a:pt x="465" y="16586"/>
                    </a:lnTo>
                    <a:lnTo>
                      <a:pt x="465"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37" name="Google Shape;1137;p41"/>
              <p:cNvSpPr/>
              <p:nvPr/>
            </p:nvSpPr>
            <p:spPr>
              <a:xfrm>
                <a:off x="10015857" y="3556062"/>
                <a:ext cx="14603" cy="517900"/>
              </a:xfrm>
              <a:custGeom>
                <a:avLst/>
                <a:gdLst/>
                <a:ahLst/>
                <a:cxnLst/>
                <a:rect l="l" t="t" r="r" b="b"/>
                <a:pathLst>
                  <a:path w="465" h="16491" extrusionOk="0">
                    <a:moveTo>
                      <a:pt x="0" y="1"/>
                    </a:moveTo>
                    <a:lnTo>
                      <a:pt x="0" y="16491"/>
                    </a:lnTo>
                    <a:lnTo>
                      <a:pt x="465" y="16491"/>
                    </a:lnTo>
                    <a:lnTo>
                      <a:pt x="465"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38" name="Google Shape;1138;p41"/>
              <p:cNvSpPr/>
              <p:nvPr/>
            </p:nvSpPr>
            <p:spPr>
              <a:xfrm>
                <a:off x="9844982" y="3807333"/>
                <a:ext cx="14603" cy="266628"/>
              </a:xfrm>
              <a:custGeom>
                <a:avLst/>
                <a:gdLst/>
                <a:ahLst/>
                <a:cxnLst/>
                <a:rect l="l" t="t" r="r" b="b"/>
                <a:pathLst>
                  <a:path w="465" h="8490" extrusionOk="0">
                    <a:moveTo>
                      <a:pt x="0" y="1"/>
                    </a:moveTo>
                    <a:lnTo>
                      <a:pt x="0" y="8490"/>
                    </a:lnTo>
                    <a:lnTo>
                      <a:pt x="464" y="8490"/>
                    </a:lnTo>
                    <a:lnTo>
                      <a:pt x="464"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39" name="Google Shape;1139;p41"/>
              <p:cNvSpPr/>
              <p:nvPr/>
            </p:nvSpPr>
            <p:spPr>
              <a:xfrm>
                <a:off x="9674076" y="3807333"/>
                <a:ext cx="14635" cy="266628"/>
              </a:xfrm>
              <a:custGeom>
                <a:avLst/>
                <a:gdLst/>
                <a:ahLst/>
                <a:cxnLst/>
                <a:rect l="l" t="t" r="r" b="b"/>
                <a:pathLst>
                  <a:path w="466" h="8490" extrusionOk="0">
                    <a:moveTo>
                      <a:pt x="1" y="1"/>
                    </a:moveTo>
                    <a:lnTo>
                      <a:pt x="1" y="8490"/>
                    </a:lnTo>
                    <a:lnTo>
                      <a:pt x="465" y="8490"/>
                    </a:lnTo>
                    <a:lnTo>
                      <a:pt x="465"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40" name="Google Shape;1140;p41"/>
              <p:cNvSpPr/>
              <p:nvPr/>
            </p:nvSpPr>
            <p:spPr>
              <a:xfrm>
                <a:off x="9927609" y="3341817"/>
                <a:ext cx="14226" cy="987530"/>
              </a:xfrm>
              <a:custGeom>
                <a:avLst/>
                <a:gdLst/>
                <a:ahLst/>
                <a:cxnLst/>
                <a:rect l="l" t="t" r="r" b="b"/>
                <a:pathLst>
                  <a:path w="453" h="31445" extrusionOk="0">
                    <a:moveTo>
                      <a:pt x="0" y="0"/>
                    </a:moveTo>
                    <a:lnTo>
                      <a:pt x="0" y="31445"/>
                    </a:lnTo>
                    <a:lnTo>
                      <a:pt x="453" y="31445"/>
                    </a:lnTo>
                    <a:lnTo>
                      <a:pt x="453"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41" name="Google Shape;1141;p41"/>
              <p:cNvSpPr/>
              <p:nvPr/>
            </p:nvSpPr>
            <p:spPr>
              <a:xfrm>
                <a:off x="9586582" y="3341817"/>
                <a:ext cx="14635" cy="986054"/>
              </a:xfrm>
              <a:custGeom>
                <a:avLst/>
                <a:gdLst/>
                <a:ahLst/>
                <a:cxnLst/>
                <a:rect l="l" t="t" r="r" b="b"/>
                <a:pathLst>
                  <a:path w="466" h="31398" extrusionOk="0">
                    <a:moveTo>
                      <a:pt x="1" y="0"/>
                    </a:moveTo>
                    <a:lnTo>
                      <a:pt x="1" y="31397"/>
                    </a:lnTo>
                    <a:lnTo>
                      <a:pt x="465" y="31397"/>
                    </a:lnTo>
                    <a:lnTo>
                      <a:pt x="465"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42" name="Google Shape;1142;p41"/>
              <p:cNvSpPr/>
              <p:nvPr/>
            </p:nvSpPr>
            <p:spPr>
              <a:xfrm>
                <a:off x="9601185" y="3564290"/>
                <a:ext cx="326078" cy="239338"/>
              </a:xfrm>
              <a:custGeom>
                <a:avLst/>
                <a:gdLst/>
                <a:ahLst/>
                <a:cxnLst/>
                <a:rect l="l" t="t" r="r" b="b"/>
                <a:pathLst>
                  <a:path w="10383" h="7621" extrusionOk="0">
                    <a:moveTo>
                      <a:pt x="0" y="1"/>
                    </a:moveTo>
                    <a:lnTo>
                      <a:pt x="0" y="7621"/>
                    </a:lnTo>
                    <a:lnTo>
                      <a:pt x="10382" y="7621"/>
                    </a:lnTo>
                    <a:lnTo>
                      <a:pt x="10382" y="1"/>
                    </a:lnTo>
                    <a:close/>
                  </a:path>
                </a:pathLst>
              </a:custGeom>
              <a:solidFill>
                <a:srgbClr val="EDE4D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43" name="Google Shape;1143;p41"/>
              <p:cNvSpPr/>
              <p:nvPr/>
            </p:nvSpPr>
            <p:spPr>
              <a:xfrm>
                <a:off x="9708119" y="3564290"/>
                <a:ext cx="6375" cy="239338"/>
              </a:xfrm>
              <a:custGeom>
                <a:avLst/>
                <a:gdLst/>
                <a:ahLst/>
                <a:cxnLst/>
                <a:rect l="l" t="t" r="r" b="b"/>
                <a:pathLst>
                  <a:path w="203" h="7621" extrusionOk="0">
                    <a:moveTo>
                      <a:pt x="0" y="1"/>
                    </a:moveTo>
                    <a:lnTo>
                      <a:pt x="0" y="7621"/>
                    </a:lnTo>
                    <a:lnTo>
                      <a:pt x="203" y="7621"/>
                    </a:lnTo>
                    <a:lnTo>
                      <a:pt x="2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44" name="Google Shape;1144;p41"/>
              <p:cNvSpPr/>
              <p:nvPr/>
            </p:nvSpPr>
            <p:spPr>
              <a:xfrm>
                <a:off x="9601185" y="3637966"/>
                <a:ext cx="326078" cy="6375"/>
              </a:xfrm>
              <a:custGeom>
                <a:avLst/>
                <a:gdLst/>
                <a:ahLst/>
                <a:cxnLst/>
                <a:rect l="l" t="t" r="r" b="b"/>
                <a:pathLst>
                  <a:path w="10383" h="203" extrusionOk="0">
                    <a:moveTo>
                      <a:pt x="0" y="0"/>
                    </a:moveTo>
                    <a:lnTo>
                      <a:pt x="0" y="203"/>
                    </a:lnTo>
                    <a:lnTo>
                      <a:pt x="10382" y="203"/>
                    </a:lnTo>
                    <a:lnTo>
                      <a:pt x="10382"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45" name="Google Shape;1145;p41"/>
              <p:cNvSpPr/>
              <p:nvPr/>
            </p:nvSpPr>
            <p:spPr>
              <a:xfrm>
                <a:off x="9601185" y="3601316"/>
                <a:ext cx="326078" cy="3392"/>
              </a:xfrm>
              <a:custGeom>
                <a:avLst/>
                <a:gdLst/>
                <a:ahLst/>
                <a:cxnLst/>
                <a:rect l="l" t="t" r="r" b="b"/>
                <a:pathLst>
                  <a:path w="10383" h="108" extrusionOk="0">
                    <a:moveTo>
                      <a:pt x="0" y="0"/>
                    </a:moveTo>
                    <a:lnTo>
                      <a:pt x="0" y="108"/>
                    </a:lnTo>
                    <a:lnTo>
                      <a:pt x="10382" y="108"/>
                    </a:lnTo>
                    <a:lnTo>
                      <a:pt x="10382"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46" name="Google Shape;1146;p41"/>
              <p:cNvSpPr/>
              <p:nvPr/>
            </p:nvSpPr>
            <p:spPr>
              <a:xfrm>
                <a:off x="9818037" y="3564290"/>
                <a:ext cx="6407" cy="239338"/>
              </a:xfrm>
              <a:custGeom>
                <a:avLst/>
                <a:gdLst/>
                <a:ahLst/>
                <a:cxnLst/>
                <a:rect l="l" t="t" r="r" b="b"/>
                <a:pathLst>
                  <a:path w="204" h="7621" extrusionOk="0">
                    <a:moveTo>
                      <a:pt x="1" y="1"/>
                    </a:moveTo>
                    <a:lnTo>
                      <a:pt x="1" y="7621"/>
                    </a:lnTo>
                    <a:lnTo>
                      <a:pt x="203" y="7621"/>
                    </a:lnTo>
                    <a:lnTo>
                      <a:pt x="2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47" name="Google Shape;1147;p41"/>
              <p:cNvSpPr/>
              <p:nvPr/>
            </p:nvSpPr>
            <p:spPr>
              <a:xfrm>
                <a:off x="9636704" y="3564667"/>
                <a:ext cx="3392" cy="77068"/>
              </a:xfrm>
              <a:custGeom>
                <a:avLst/>
                <a:gdLst/>
                <a:ahLst/>
                <a:cxnLst/>
                <a:rect l="l" t="t" r="r" b="b"/>
                <a:pathLst>
                  <a:path w="108" h="2454" extrusionOk="0">
                    <a:moveTo>
                      <a:pt x="0" y="1"/>
                    </a:moveTo>
                    <a:lnTo>
                      <a:pt x="0" y="2453"/>
                    </a:lnTo>
                    <a:lnTo>
                      <a:pt x="107" y="2453"/>
                    </a:lnTo>
                    <a:lnTo>
                      <a:pt x="10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48" name="Google Shape;1148;p41"/>
              <p:cNvSpPr/>
              <p:nvPr/>
            </p:nvSpPr>
            <p:spPr>
              <a:xfrm>
                <a:off x="9672600" y="3564290"/>
                <a:ext cx="3392" cy="77068"/>
              </a:xfrm>
              <a:custGeom>
                <a:avLst/>
                <a:gdLst/>
                <a:ahLst/>
                <a:cxnLst/>
                <a:rect l="l" t="t" r="r" b="b"/>
                <a:pathLst>
                  <a:path w="108" h="2454" extrusionOk="0">
                    <a:moveTo>
                      <a:pt x="0" y="1"/>
                    </a:moveTo>
                    <a:lnTo>
                      <a:pt x="0" y="2453"/>
                    </a:lnTo>
                    <a:lnTo>
                      <a:pt x="107" y="2453"/>
                    </a:lnTo>
                    <a:lnTo>
                      <a:pt x="10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49" name="Google Shape;1149;p41"/>
              <p:cNvSpPr/>
              <p:nvPr/>
            </p:nvSpPr>
            <p:spPr>
              <a:xfrm>
                <a:off x="9746245" y="3564667"/>
                <a:ext cx="3392" cy="77068"/>
              </a:xfrm>
              <a:custGeom>
                <a:avLst/>
                <a:gdLst/>
                <a:ahLst/>
                <a:cxnLst/>
                <a:rect l="l" t="t" r="r" b="b"/>
                <a:pathLst>
                  <a:path w="108" h="2454" extrusionOk="0">
                    <a:moveTo>
                      <a:pt x="1" y="1"/>
                    </a:moveTo>
                    <a:lnTo>
                      <a:pt x="1"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50" name="Google Shape;1150;p41"/>
              <p:cNvSpPr/>
              <p:nvPr/>
            </p:nvSpPr>
            <p:spPr>
              <a:xfrm>
                <a:off x="9782141" y="3564290"/>
                <a:ext cx="3392" cy="77068"/>
              </a:xfrm>
              <a:custGeom>
                <a:avLst/>
                <a:gdLst/>
                <a:ahLst/>
                <a:cxnLst/>
                <a:rect l="l" t="t" r="r" b="b"/>
                <a:pathLst>
                  <a:path w="108" h="2454" extrusionOk="0">
                    <a:moveTo>
                      <a:pt x="1" y="1"/>
                    </a:moveTo>
                    <a:lnTo>
                      <a:pt x="1"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51" name="Google Shape;1151;p41"/>
              <p:cNvSpPr/>
              <p:nvPr/>
            </p:nvSpPr>
            <p:spPr>
              <a:xfrm>
                <a:off x="9855440" y="3564667"/>
                <a:ext cx="3392" cy="77068"/>
              </a:xfrm>
              <a:custGeom>
                <a:avLst/>
                <a:gdLst/>
                <a:ahLst/>
                <a:cxnLst/>
                <a:rect l="l" t="t" r="r" b="b"/>
                <a:pathLst>
                  <a:path w="108" h="2454" extrusionOk="0">
                    <a:moveTo>
                      <a:pt x="0" y="1"/>
                    </a:moveTo>
                    <a:lnTo>
                      <a:pt x="0"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52" name="Google Shape;1152;p41"/>
              <p:cNvSpPr/>
              <p:nvPr/>
            </p:nvSpPr>
            <p:spPr>
              <a:xfrm>
                <a:off x="9891336" y="3564290"/>
                <a:ext cx="3392" cy="77068"/>
              </a:xfrm>
              <a:custGeom>
                <a:avLst/>
                <a:gdLst/>
                <a:ahLst/>
                <a:cxnLst/>
                <a:rect l="l" t="t" r="r" b="b"/>
                <a:pathLst>
                  <a:path w="108" h="2454" extrusionOk="0">
                    <a:moveTo>
                      <a:pt x="0" y="1"/>
                    </a:moveTo>
                    <a:lnTo>
                      <a:pt x="0"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53" name="Google Shape;1153;p41"/>
              <p:cNvSpPr/>
              <p:nvPr/>
            </p:nvSpPr>
            <p:spPr>
              <a:xfrm>
                <a:off x="9397021" y="3124368"/>
                <a:ext cx="747816" cy="474718"/>
              </a:xfrm>
              <a:custGeom>
                <a:avLst/>
                <a:gdLst/>
                <a:ahLst/>
                <a:cxnLst/>
                <a:rect l="l" t="t" r="r" b="b"/>
                <a:pathLst>
                  <a:path w="23812" h="15116" extrusionOk="0">
                    <a:moveTo>
                      <a:pt x="11889" y="1"/>
                    </a:moveTo>
                    <a:cubicBezTo>
                      <a:pt x="11683" y="1"/>
                      <a:pt x="11478" y="90"/>
                      <a:pt x="11335" y="269"/>
                    </a:cubicBezTo>
                    <a:lnTo>
                      <a:pt x="381" y="13973"/>
                    </a:lnTo>
                    <a:cubicBezTo>
                      <a:pt x="0" y="14437"/>
                      <a:pt x="334" y="15116"/>
                      <a:pt x="929" y="15116"/>
                    </a:cubicBezTo>
                    <a:cubicBezTo>
                      <a:pt x="1143" y="15116"/>
                      <a:pt x="1334" y="15021"/>
                      <a:pt x="1465" y="14854"/>
                    </a:cubicBezTo>
                    <a:lnTo>
                      <a:pt x="11883" y="1841"/>
                    </a:lnTo>
                    <a:lnTo>
                      <a:pt x="22301" y="14854"/>
                    </a:lnTo>
                    <a:cubicBezTo>
                      <a:pt x="22457" y="15038"/>
                      <a:pt x="22645" y="15115"/>
                      <a:pt x="22828" y="15115"/>
                    </a:cubicBezTo>
                    <a:cubicBezTo>
                      <a:pt x="23342" y="15115"/>
                      <a:pt x="23812" y="14509"/>
                      <a:pt x="23408" y="13973"/>
                    </a:cubicBezTo>
                    <a:lnTo>
                      <a:pt x="12442" y="269"/>
                    </a:lnTo>
                    <a:cubicBezTo>
                      <a:pt x="12300" y="90"/>
                      <a:pt x="12094" y="1"/>
                      <a:pt x="11889"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54" name="Google Shape;1154;p41"/>
              <p:cNvSpPr/>
              <p:nvPr/>
            </p:nvSpPr>
            <p:spPr>
              <a:xfrm>
                <a:off x="4180550" y="4470675"/>
                <a:ext cx="7048135" cy="81177"/>
              </a:xfrm>
              <a:custGeom>
                <a:avLst/>
                <a:gdLst/>
                <a:ahLst/>
                <a:cxnLst/>
                <a:rect l="l" t="t" r="r" b="b"/>
                <a:pathLst>
                  <a:path w="191097" h="4239" extrusionOk="0">
                    <a:moveTo>
                      <a:pt x="1" y="0"/>
                    </a:moveTo>
                    <a:lnTo>
                      <a:pt x="1" y="4239"/>
                    </a:lnTo>
                    <a:lnTo>
                      <a:pt x="191096" y="4239"/>
                    </a:lnTo>
                    <a:lnTo>
                      <a:pt x="191096"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55" name="Google Shape;1155;p41"/>
              <p:cNvSpPr/>
              <p:nvPr/>
            </p:nvSpPr>
            <p:spPr>
              <a:xfrm>
                <a:off x="5441575" y="3505025"/>
                <a:ext cx="60600" cy="978000"/>
              </a:xfrm>
              <a:prstGeom prst="rect">
                <a:avLst/>
              </a:pr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1156" name="Google Shape;1156;p41"/>
            <p:cNvGrpSpPr/>
            <p:nvPr/>
          </p:nvGrpSpPr>
          <p:grpSpPr>
            <a:xfrm>
              <a:off x="5132786" y="3386390"/>
              <a:ext cx="212314" cy="1120941"/>
              <a:chOff x="6090725" y="734900"/>
              <a:chExt cx="136950" cy="723050"/>
            </a:xfrm>
          </p:grpSpPr>
          <p:sp>
            <p:nvSpPr>
              <p:cNvPr id="1157" name="Google Shape;1157;p41"/>
              <p:cNvSpPr/>
              <p:nvPr/>
            </p:nvSpPr>
            <p:spPr>
              <a:xfrm>
                <a:off x="6130600" y="1337075"/>
                <a:ext cx="57175" cy="120875"/>
              </a:xfrm>
              <a:custGeom>
                <a:avLst/>
                <a:gdLst/>
                <a:ahLst/>
                <a:cxnLst/>
                <a:rect l="l" t="t" r="r" b="b"/>
                <a:pathLst>
                  <a:path w="2287" h="4835" extrusionOk="0">
                    <a:moveTo>
                      <a:pt x="251" y="0"/>
                    </a:moveTo>
                    <a:lnTo>
                      <a:pt x="1" y="4834"/>
                    </a:lnTo>
                    <a:lnTo>
                      <a:pt x="2287" y="4834"/>
                    </a:lnTo>
                    <a:lnTo>
                      <a:pt x="2037"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58" name="Google Shape;1158;p41"/>
              <p:cNvSpPr/>
              <p:nvPr/>
            </p:nvSpPr>
            <p:spPr>
              <a:xfrm>
                <a:off x="6149075" y="902500"/>
                <a:ext cx="20250" cy="440550"/>
              </a:xfrm>
              <a:custGeom>
                <a:avLst/>
                <a:gdLst/>
                <a:ahLst/>
                <a:cxnLst/>
                <a:rect l="l" t="t" r="r" b="b"/>
                <a:pathLst>
                  <a:path w="810" h="17622" extrusionOk="0">
                    <a:moveTo>
                      <a:pt x="0" y="0"/>
                    </a:moveTo>
                    <a:lnTo>
                      <a:pt x="0" y="17621"/>
                    </a:lnTo>
                    <a:lnTo>
                      <a:pt x="810" y="17621"/>
                    </a:lnTo>
                    <a:lnTo>
                      <a:pt x="810"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59" name="Google Shape;1159;p41"/>
              <p:cNvSpPr/>
              <p:nvPr/>
            </p:nvSpPr>
            <p:spPr>
              <a:xfrm>
                <a:off x="6144300" y="1288850"/>
                <a:ext cx="29800" cy="48250"/>
              </a:xfrm>
              <a:custGeom>
                <a:avLst/>
                <a:gdLst/>
                <a:ahLst/>
                <a:cxnLst/>
                <a:rect l="l" t="t" r="r" b="b"/>
                <a:pathLst>
                  <a:path w="1192" h="1930" extrusionOk="0">
                    <a:moveTo>
                      <a:pt x="1" y="0"/>
                    </a:moveTo>
                    <a:lnTo>
                      <a:pt x="1" y="1929"/>
                    </a:lnTo>
                    <a:lnTo>
                      <a:pt x="1191" y="1929"/>
                    </a:lnTo>
                    <a:lnTo>
                      <a:pt x="1191"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60" name="Google Shape;1160;p41"/>
              <p:cNvSpPr/>
              <p:nvPr/>
            </p:nvSpPr>
            <p:spPr>
              <a:xfrm>
                <a:off x="6133575" y="872425"/>
                <a:ext cx="51225" cy="10750"/>
              </a:xfrm>
              <a:custGeom>
                <a:avLst/>
                <a:gdLst/>
                <a:ahLst/>
                <a:cxnLst/>
                <a:rect l="l" t="t" r="r" b="b"/>
                <a:pathLst>
                  <a:path w="2049" h="430" extrusionOk="0">
                    <a:moveTo>
                      <a:pt x="1" y="1"/>
                    </a:moveTo>
                    <a:lnTo>
                      <a:pt x="1" y="429"/>
                    </a:lnTo>
                    <a:lnTo>
                      <a:pt x="2049" y="429"/>
                    </a:lnTo>
                    <a:lnTo>
                      <a:pt x="2049"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61" name="Google Shape;1161;p41"/>
              <p:cNvSpPr/>
              <p:nvPr/>
            </p:nvSpPr>
            <p:spPr>
              <a:xfrm>
                <a:off x="6118400" y="789075"/>
                <a:ext cx="81600" cy="10750"/>
              </a:xfrm>
              <a:custGeom>
                <a:avLst/>
                <a:gdLst/>
                <a:ahLst/>
                <a:cxnLst/>
                <a:rect l="l" t="t" r="r" b="b"/>
                <a:pathLst>
                  <a:path w="3264" h="430" extrusionOk="0">
                    <a:moveTo>
                      <a:pt x="1" y="1"/>
                    </a:moveTo>
                    <a:lnTo>
                      <a:pt x="1" y="430"/>
                    </a:lnTo>
                    <a:lnTo>
                      <a:pt x="3263" y="430"/>
                    </a:lnTo>
                    <a:lnTo>
                      <a:pt x="3263"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62" name="Google Shape;1162;p41"/>
              <p:cNvSpPr/>
              <p:nvPr/>
            </p:nvSpPr>
            <p:spPr>
              <a:xfrm>
                <a:off x="6138650" y="883150"/>
                <a:ext cx="41100" cy="19375"/>
              </a:xfrm>
              <a:custGeom>
                <a:avLst/>
                <a:gdLst/>
                <a:ahLst/>
                <a:cxnLst/>
                <a:rect l="l" t="t" r="r" b="b"/>
                <a:pathLst>
                  <a:path w="1644" h="775" extrusionOk="0">
                    <a:moveTo>
                      <a:pt x="0" y="0"/>
                    </a:moveTo>
                    <a:lnTo>
                      <a:pt x="417" y="774"/>
                    </a:lnTo>
                    <a:lnTo>
                      <a:pt x="1227" y="774"/>
                    </a:lnTo>
                    <a:lnTo>
                      <a:pt x="1643"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63" name="Google Shape;1163;p41"/>
              <p:cNvSpPr/>
              <p:nvPr/>
            </p:nvSpPr>
            <p:spPr>
              <a:xfrm>
                <a:off x="6125550" y="764375"/>
                <a:ext cx="67000" cy="24725"/>
              </a:xfrm>
              <a:custGeom>
                <a:avLst/>
                <a:gdLst/>
                <a:ahLst/>
                <a:cxnLst/>
                <a:rect l="l" t="t" r="r" b="b"/>
                <a:pathLst>
                  <a:path w="2680" h="989" extrusionOk="0">
                    <a:moveTo>
                      <a:pt x="322" y="1"/>
                    </a:moveTo>
                    <a:lnTo>
                      <a:pt x="1" y="989"/>
                    </a:lnTo>
                    <a:lnTo>
                      <a:pt x="2679" y="989"/>
                    </a:lnTo>
                    <a:lnTo>
                      <a:pt x="2370"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64" name="Google Shape;1164;p41"/>
              <p:cNvSpPr/>
              <p:nvPr/>
            </p:nvSpPr>
            <p:spPr>
              <a:xfrm>
                <a:off x="6144000" y="758425"/>
                <a:ext cx="30400" cy="5975"/>
              </a:xfrm>
              <a:custGeom>
                <a:avLst/>
                <a:gdLst/>
                <a:ahLst/>
                <a:cxnLst/>
                <a:rect l="l" t="t" r="r" b="b"/>
                <a:pathLst>
                  <a:path w="1216" h="239" extrusionOk="0">
                    <a:moveTo>
                      <a:pt x="1" y="1"/>
                    </a:moveTo>
                    <a:lnTo>
                      <a:pt x="1" y="239"/>
                    </a:lnTo>
                    <a:lnTo>
                      <a:pt x="1215" y="239"/>
                    </a:lnTo>
                    <a:lnTo>
                      <a:pt x="1215"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65" name="Google Shape;1165;p41"/>
              <p:cNvSpPr/>
              <p:nvPr/>
            </p:nvSpPr>
            <p:spPr>
              <a:xfrm>
                <a:off x="6127625" y="799800"/>
                <a:ext cx="63125" cy="72650"/>
              </a:xfrm>
              <a:custGeom>
                <a:avLst/>
                <a:gdLst/>
                <a:ahLst/>
                <a:cxnLst/>
                <a:rect l="l" t="t" r="r" b="b"/>
                <a:pathLst>
                  <a:path w="2525" h="2906" extrusionOk="0">
                    <a:moveTo>
                      <a:pt x="1" y="1"/>
                    </a:moveTo>
                    <a:lnTo>
                      <a:pt x="239" y="2906"/>
                    </a:lnTo>
                    <a:lnTo>
                      <a:pt x="2287" y="2906"/>
                    </a:lnTo>
                    <a:lnTo>
                      <a:pt x="2525"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66" name="Google Shape;1166;p41"/>
              <p:cNvSpPr/>
              <p:nvPr/>
            </p:nvSpPr>
            <p:spPr>
              <a:xfrm>
                <a:off x="6152050" y="734900"/>
                <a:ext cx="14900" cy="29800"/>
              </a:xfrm>
              <a:custGeom>
                <a:avLst/>
                <a:gdLst/>
                <a:ahLst/>
                <a:cxnLst/>
                <a:rect l="l" t="t" r="r" b="b"/>
                <a:pathLst>
                  <a:path w="596" h="1192" extrusionOk="0">
                    <a:moveTo>
                      <a:pt x="298" y="1"/>
                    </a:moveTo>
                    <a:cubicBezTo>
                      <a:pt x="131" y="1"/>
                      <a:pt x="0" y="263"/>
                      <a:pt x="0" y="596"/>
                    </a:cubicBezTo>
                    <a:cubicBezTo>
                      <a:pt x="0" y="930"/>
                      <a:pt x="131" y="1192"/>
                      <a:pt x="298" y="1192"/>
                    </a:cubicBezTo>
                    <a:cubicBezTo>
                      <a:pt x="453" y="1192"/>
                      <a:pt x="595" y="930"/>
                      <a:pt x="595" y="596"/>
                    </a:cubicBezTo>
                    <a:cubicBezTo>
                      <a:pt x="595" y="275"/>
                      <a:pt x="453" y="1"/>
                      <a:pt x="298"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67" name="Google Shape;1167;p41"/>
              <p:cNvSpPr/>
              <p:nvPr/>
            </p:nvSpPr>
            <p:spPr>
              <a:xfrm>
                <a:off x="6109475" y="942675"/>
                <a:ext cx="99450" cy="10150"/>
              </a:xfrm>
              <a:custGeom>
                <a:avLst/>
                <a:gdLst/>
                <a:ahLst/>
                <a:cxnLst/>
                <a:rect l="l" t="t" r="r" b="b"/>
                <a:pathLst>
                  <a:path w="3978" h="406" extrusionOk="0">
                    <a:moveTo>
                      <a:pt x="1" y="1"/>
                    </a:moveTo>
                    <a:lnTo>
                      <a:pt x="1" y="405"/>
                    </a:lnTo>
                    <a:lnTo>
                      <a:pt x="3977" y="405"/>
                    </a:lnTo>
                    <a:lnTo>
                      <a:pt x="3977"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68" name="Google Shape;1168;p41"/>
              <p:cNvSpPr/>
              <p:nvPr/>
            </p:nvSpPr>
            <p:spPr>
              <a:xfrm>
                <a:off x="6201450" y="936700"/>
                <a:ext cx="26225" cy="22250"/>
              </a:xfrm>
              <a:custGeom>
                <a:avLst/>
                <a:gdLst/>
                <a:ahLst/>
                <a:cxnLst/>
                <a:rect l="l" t="t" r="r" b="b"/>
                <a:pathLst>
                  <a:path w="1049" h="890" extrusionOk="0">
                    <a:moveTo>
                      <a:pt x="617" y="1"/>
                    </a:moveTo>
                    <a:cubicBezTo>
                      <a:pt x="610" y="1"/>
                      <a:pt x="603" y="1"/>
                      <a:pt x="596" y="1"/>
                    </a:cubicBezTo>
                    <a:cubicBezTo>
                      <a:pt x="203" y="1"/>
                      <a:pt x="1" y="478"/>
                      <a:pt x="286" y="763"/>
                    </a:cubicBezTo>
                    <a:cubicBezTo>
                      <a:pt x="373" y="850"/>
                      <a:pt x="482" y="889"/>
                      <a:pt x="590" y="889"/>
                    </a:cubicBezTo>
                    <a:cubicBezTo>
                      <a:pt x="821" y="889"/>
                      <a:pt x="1048" y="710"/>
                      <a:pt x="1048" y="442"/>
                    </a:cubicBezTo>
                    <a:cubicBezTo>
                      <a:pt x="1048" y="199"/>
                      <a:pt x="857" y="1"/>
                      <a:pt x="617"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69" name="Google Shape;1169;p41"/>
              <p:cNvSpPr/>
              <p:nvPr/>
            </p:nvSpPr>
            <p:spPr>
              <a:xfrm>
                <a:off x="6090725" y="936725"/>
                <a:ext cx="25550" cy="21900"/>
              </a:xfrm>
              <a:custGeom>
                <a:avLst/>
                <a:gdLst/>
                <a:ahLst/>
                <a:cxnLst/>
                <a:rect l="l" t="t" r="r" b="b"/>
                <a:pathLst>
                  <a:path w="1022" h="876" extrusionOk="0">
                    <a:moveTo>
                      <a:pt x="455" y="0"/>
                    </a:moveTo>
                    <a:cubicBezTo>
                      <a:pt x="451" y="0"/>
                      <a:pt x="446" y="0"/>
                      <a:pt x="441" y="0"/>
                    </a:cubicBezTo>
                    <a:cubicBezTo>
                      <a:pt x="191" y="0"/>
                      <a:pt x="0" y="191"/>
                      <a:pt x="0" y="441"/>
                    </a:cubicBezTo>
                    <a:cubicBezTo>
                      <a:pt x="8" y="704"/>
                      <a:pt x="219" y="876"/>
                      <a:pt x="439" y="876"/>
                    </a:cubicBezTo>
                    <a:cubicBezTo>
                      <a:pt x="548" y="876"/>
                      <a:pt x="660" y="833"/>
                      <a:pt x="751" y="739"/>
                    </a:cubicBezTo>
                    <a:cubicBezTo>
                      <a:pt x="1021" y="468"/>
                      <a:pt x="839" y="0"/>
                      <a:pt x="455"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1170" name="Google Shape;1170;p41"/>
            <p:cNvGrpSpPr/>
            <p:nvPr/>
          </p:nvGrpSpPr>
          <p:grpSpPr>
            <a:xfrm>
              <a:off x="4556325" y="4103982"/>
              <a:ext cx="292429" cy="403308"/>
              <a:chOff x="5605250" y="1168900"/>
              <a:chExt cx="208075" cy="286950"/>
            </a:xfrm>
          </p:grpSpPr>
          <p:sp>
            <p:nvSpPr>
              <p:cNvPr id="1171" name="Google Shape;1171;p41"/>
              <p:cNvSpPr/>
              <p:nvPr/>
            </p:nvSpPr>
            <p:spPr>
              <a:xfrm>
                <a:off x="5605250" y="1168900"/>
                <a:ext cx="208075" cy="208375"/>
              </a:xfrm>
              <a:custGeom>
                <a:avLst/>
                <a:gdLst/>
                <a:ahLst/>
                <a:cxnLst/>
                <a:rect l="l" t="t" r="r" b="b"/>
                <a:pathLst>
                  <a:path w="8323" h="8335" extrusionOk="0">
                    <a:moveTo>
                      <a:pt x="4156" y="0"/>
                    </a:moveTo>
                    <a:cubicBezTo>
                      <a:pt x="1858" y="0"/>
                      <a:pt x="0" y="1870"/>
                      <a:pt x="0" y="4167"/>
                    </a:cubicBezTo>
                    <a:cubicBezTo>
                      <a:pt x="0" y="6465"/>
                      <a:pt x="1858" y="8335"/>
                      <a:pt x="4156" y="8335"/>
                    </a:cubicBezTo>
                    <a:cubicBezTo>
                      <a:pt x="6465" y="8335"/>
                      <a:pt x="8323" y="6465"/>
                      <a:pt x="8323" y="4167"/>
                    </a:cubicBezTo>
                    <a:cubicBezTo>
                      <a:pt x="8323" y="1870"/>
                      <a:pt x="6465" y="0"/>
                      <a:pt x="4156" y="0"/>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72" name="Google Shape;1172;p41"/>
              <p:cNvSpPr/>
              <p:nvPr/>
            </p:nvSpPr>
            <p:spPr>
              <a:xfrm>
                <a:off x="5709125" y="1168900"/>
                <a:ext cx="104200" cy="208375"/>
              </a:xfrm>
              <a:custGeom>
                <a:avLst/>
                <a:gdLst/>
                <a:ahLst/>
                <a:cxnLst/>
                <a:rect l="l" t="t" r="r" b="b"/>
                <a:pathLst>
                  <a:path w="4168" h="8335" extrusionOk="0">
                    <a:moveTo>
                      <a:pt x="1" y="0"/>
                    </a:moveTo>
                    <a:lnTo>
                      <a:pt x="1" y="8335"/>
                    </a:lnTo>
                    <a:cubicBezTo>
                      <a:pt x="2310" y="8335"/>
                      <a:pt x="4168" y="6465"/>
                      <a:pt x="4168" y="4167"/>
                    </a:cubicBezTo>
                    <a:cubicBezTo>
                      <a:pt x="4168" y="1870"/>
                      <a:pt x="2310" y="0"/>
                      <a:pt x="1" y="0"/>
                    </a:cubicBez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73" name="Google Shape;1173;p41"/>
              <p:cNvSpPr/>
              <p:nvPr/>
            </p:nvSpPr>
            <p:spPr>
              <a:xfrm>
                <a:off x="5699600" y="1259300"/>
                <a:ext cx="19375" cy="196550"/>
              </a:xfrm>
              <a:custGeom>
                <a:avLst/>
                <a:gdLst/>
                <a:ahLst/>
                <a:cxnLst/>
                <a:rect l="l" t="t" r="r" b="b"/>
                <a:pathLst>
                  <a:path w="775" h="7862" extrusionOk="0">
                    <a:moveTo>
                      <a:pt x="388" y="1"/>
                    </a:moveTo>
                    <a:cubicBezTo>
                      <a:pt x="194" y="1"/>
                      <a:pt x="1" y="129"/>
                      <a:pt x="1" y="385"/>
                    </a:cubicBezTo>
                    <a:lnTo>
                      <a:pt x="1" y="7469"/>
                    </a:lnTo>
                    <a:cubicBezTo>
                      <a:pt x="1" y="7695"/>
                      <a:pt x="167" y="7862"/>
                      <a:pt x="394" y="7862"/>
                    </a:cubicBezTo>
                    <a:cubicBezTo>
                      <a:pt x="608" y="7862"/>
                      <a:pt x="775" y="7695"/>
                      <a:pt x="775" y="7469"/>
                    </a:cubicBezTo>
                    <a:lnTo>
                      <a:pt x="775" y="385"/>
                    </a:lnTo>
                    <a:cubicBezTo>
                      <a:pt x="775" y="129"/>
                      <a:pt x="581" y="1"/>
                      <a:pt x="388"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74" name="Google Shape;1174;p41"/>
              <p:cNvSpPr/>
              <p:nvPr/>
            </p:nvSpPr>
            <p:spPr>
              <a:xfrm>
                <a:off x="5665375" y="1310575"/>
                <a:ext cx="43775" cy="36050"/>
              </a:xfrm>
              <a:custGeom>
                <a:avLst/>
                <a:gdLst/>
                <a:ahLst/>
                <a:cxnLst/>
                <a:rect l="l" t="t" r="r" b="b"/>
                <a:pathLst>
                  <a:path w="1751" h="1442" extrusionOk="0">
                    <a:moveTo>
                      <a:pt x="0" y="1"/>
                    </a:moveTo>
                    <a:lnTo>
                      <a:pt x="1751" y="1441"/>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75" name="Google Shape;1175;p41"/>
              <p:cNvSpPr/>
              <p:nvPr/>
            </p:nvSpPr>
            <p:spPr>
              <a:xfrm>
                <a:off x="5651075" y="1300725"/>
                <a:ext cx="69100" cy="55725"/>
              </a:xfrm>
              <a:custGeom>
                <a:avLst/>
                <a:gdLst/>
                <a:ahLst/>
                <a:cxnLst/>
                <a:rect l="l" t="t" r="r" b="b"/>
                <a:pathLst>
                  <a:path w="2764" h="2229" extrusionOk="0">
                    <a:moveTo>
                      <a:pt x="571" y="0"/>
                    </a:moveTo>
                    <a:cubicBezTo>
                      <a:pt x="251" y="0"/>
                      <a:pt x="0" y="439"/>
                      <a:pt x="322" y="704"/>
                    </a:cubicBezTo>
                    <a:lnTo>
                      <a:pt x="2085" y="2145"/>
                    </a:lnTo>
                    <a:cubicBezTo>
                      <a:pt x="2156" y="2204"/>
                      <a:pt x="2239" y="2228"/>
                      <a:pt x="2335" y="2228"/>
                    </a:cubicBezTo>
                    <a:cubicBezTo>
                      <a:pt x="2442" y="2228"/>
                      <a:pt x="2561" y="2181"/>
                      <a:pt x="2632" y="2085"/>
                    </a:cubicBezTo>
                    <a:cubicBezTo>
                      <a:pt x="2763" y="1919"/>
                      <a:pt x="2739" y="1681"/>
                      <a:pt x="2573" y="1538"/>
                    </a:cubicBezTo>
                    <a:lnTo>
                      <a:pt x="822" y="97"/>
                    </a:lnTo>
                    <a:cubicBezTo>
                      <a:pt x="740" y="29"/>
                      <a:pt x="653" y="0"/>
                      <a:pt x="571"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76" name="Google Shape;1176;p41"/>
              <p:cNvSpPr/>
              <p:nvPr/>
            </p:nvSpPr>
            <p:spPr>
              <a:xfrm>
                <a:off x="5709125" y="1289150"/>
                <a:ext cx="31275" cy="29775"/>
              </a:xfrm>
              <a:custGeom>
                <a:avLst/>
                <a:gdLst/>
                <a:ahLst/>
                <a:cxnLst/>
                <a:rect l="l" t="t" r="r" b="b"/>
                <a:pathLst>
                  <a:path w="1251" h="1191" extrusionOk="0">
                    <a:moveTo>
                      <a:pt x="1" y="1191"/>
                    </a:moveTo>
                    <a:lnTo>
                      <a:pt x="1251" y="0"/>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77" name="Google Shape;1177;p41"/>
              <p:cNvSpPr/>
              <p:nvPr/>
            </p:nvSpPr>
            <p:spPr>
              <a:xfrm>
                <a:off x="5696025" y="1279325"/>
                <a:ext cx="58350" cy="49425"/>
              </a:xfrm>
              <a:custGeom>
                <a:avLst/>
                <a:gdLst/>
                <a:ahLst/>
                <a:cxnLst/>
                <a:rect l="l" t="t" r="r" b="b"/>
                <a:pathLst>
                  <a:path w="2334" h="1977" extrusionOk="0">
                    <a:moveTo>
                      <a:pt x="1773" y="0"/>
                    </a:moveTo>
                    <a:cubicBezTo>
                      <a:pt x="1683" y="0"/>
                      <a:pt x="1588" y="35"/>
                      <a:pt x="1501" y="120"/>
                    </a:cubicBezTo>
                    <a:lnTo>
                      <a:pt x="263" y="1310"/>
                    </a:lnTo>
                    <a:cubicBezTo>
                      <a:pt x="1" y="1548"/>
                      <a:pt x="179" y="1977"/>
                      <a:pt x="537" y="1977"/>
                    </a:cubicBezTo>
                    <a:cubicBezTo>
                      <a:pt x="632" y="1977"/>
                      <a:pt x="727" y="1941"/>
                      <a:pt x="799" y="1870"/>
                    </a:cubicBezTo>
                    <a:lnTo>
                      <a:pt x="2049" y="679"/>
                    </a:lnTo>
                    <a:cubicBezTo>
                      <a:pt x="2334" y="403"/>
                      <a:pt x="2079" y="0"/>
                      <a:pt x="1773"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1178" name="Google Shape;1178;p41"/>
            <p:cNvGrpSpPr/>
            <p:nvPr/>
          </p:nvGrpSpPr>
          <p:grpSpPr>
            <a:xfrm>
              <a:off x="4817863" y="3924407"/>
              <a:ext cx="314943" cy="582911"/>
              <a:chOff x="6691700" y="1068275"/>
              <a:chExt cx="221775" cy="410500"/>
            </a:xfrm>
          </p:grpSpPr>
          <p:sp>
            <p:nvSpPr>
              <p:cNvPr id="1179" name="Google Shape;1179;p41"/>
              <p:cNvSpPr/>
              <p:nvPr/>
            </p:nvSpPr>
            <p:spPr>
              <a:xfrm>
                <a:off x="6691700" y="1068275"/>
                <a:ext cx="221775" cy="317325"/>
              </a:xfrm>
              <a:custGeom>
                <a:avLst/>
                <a:gdLst/>
                <a:ahLst/>
                <a:cxnLst/>
                <a:rect l="l" t="t" r="r" b="b"/>
                <a:pathLst>
                  <a:path w="8871" h="12693" extrusionOk="0">
                    <a:moveTo>
                      <a:pt x="4429" y="1"/>
                    </a:moveTo>
                    <a:cubicBezTo>
                      <a:pt x="3810" y="1"/>
                      <a:pt x="0" y="3430"/>
                      <a:pt x="0" y="7657"/>
                    </a:cubicBezTo>
                    <a:cubicBezTo>
                      <a:pt x="0" y="11883"/>
                      <a:pt x="3715" y="12693"/>
                      <a:pt x="4429" y="12693"/>
                    </a:cubicBezTo>
                    <a:cubicBezTo>
                      <a:pt x="5144" y="12693"/>
                      <a:pt x="8870" y="11883"/>
                      <a:pt x="8870" y="7657"/>
                    </a:cubicBezTo>
                    <a:cubicBezTo>
                      <a:pt x="8870" y="3430"/>
                      <a:pt x="5060" y="1"/>
                      <a:pt x="4429" y="1"/>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80" name="Google Shape;1180;p41"/>
              <p:cNvSpPr/>
              <p:nvPr/>
            </p:nvSpPr>
            <p:spPr>
              <a:xfrm>
                <a:off x="6802425" y="1068275"/>
                <a:ext cx="111050" cy="317325"/>
              </a:xfrm>
              <a:custGeom>
                <a:avLst/>
                <a:gdLst/>
                <a:ahLst/>
                <a:cxnLst/>
                <a:rect l="l" t="t" r="r" b="b"/>
                <a:pathLst>
                  <a:path w="4442" h="12693" extrusionOk="0">
                    <a:moveTo>
                      <a:pt x="0" y="1"/>
                    </a:moveTo>
                    <a:lnTo>
                      <a:pt x="0" y="12693"/>
                    </a:lnTo>
                    <a:cubicBezTo>
                      <a:pt x="727" y="12693"/>
                      <a:pt x="4441" y="11883"/>
                      <a:pt x="4441" y="7657"/>
                    </a:cubicBezTo>
                    <a:cubicBezTo>
                      <a:pt x="4441" y="3430"/>
                      <a:pt x="631" y="1"/>
                      <a:pt x="0" y="1"/>
                    </a:cubicBez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81" name="Google Shape;1181;p41"/>
              <p:cNvSpPr/>
              <p:nvPr/>
            </p:nvSpPr>
            <p:spPr>
              <a:xfrm>
                <a:off x="6792600" y="1285875"/>
                <a:ext cx="19675" cy="192900"/>
              </a:xfrm>
              <a:custGeom>
                <a:avLst/>
                <a:gdLst/>
                <a:ahLst/>
                <a:cxnLst/>
                <a:rect l="l" t="t" r="r" b="b"/>
                <a:pathLst>
                  <a:path w="787" h="7716" extrusionOk="0">
                    <a:moveTo>
                      <a:pt x="393" y="0"/>
                    </a:moveTo>
                    <a:cubicBezTo>
                      <a:pt x="197" y="0"/>
                      <a:pt x="0" y="131"/>
                      <a:pt x="0" y="393"/>
                    </a:cubicBezTo>
                    <a:lnTo>
                      <a:pt x="0" y="7323"/>
                    </a:lnTo>
                    <a:cubicBezTo>
                      <a:pt x="0" y="7537"/>
                      <a:pt x="179" y="7716"/>
                      <a:pt x="393" y="7716"/>
                    </a:cubicBezTo>
                    <a:cubicBezTo>
                      <a:pt x="608" y="7716"/>
                      <a:pt x="786" y="7537"/>
                      <a:pt x="786" y="7323"/>
                    </a:cubicBezTo>
                    <a:lnTo>
                      <a:pt x="786" y="393"/>
                    </a:lnTo>
                    <a:cubicBezTo>
                      <a:pt x="786" y="131"/>
                      <a:pt x="590" y="0"/>
                      <a:pt x="393"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82" name="Google Shape;1182;p41"/>
              <p:cNvSpPr/>
              <p:nvPr/>
            </p:nvSpPr>
            <p:spPr>
              <a:xfrm>
                <a:off x="6759550" y="1295700"/>
                <a:ext cx="42900" cy="48825"/>
              </a:xfrm>
              <a:custGeom>
                <a:avLst/>
                <a:gdLst/>
                <a:ahLst/>
                <a:cxnLst/>
                <a:rect l="l" t="t" r="r" b="b"/>
                <a:pathLst>
                  <a:path w="1716" h="1953" extrusionOk="0">
                    <a:moveTo>
                      <a:pt x="1" y="0"/>
                    </a:moveTo>
                    <a:lnTo>
                      <a:pt x="1715" y="1953"/>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83" name="Google Shape;1183;p41"/>
              <p:cNvSpPr/>
              <p:nvPr/>
            </p:nvSpPr>
            <p:spPr>
              <a:xfrm>
                <a:off x="6744850" y="1285400"/>
                <a:ext cx="70600" cy="69000"/>
              </a:xfrm>
              <a:custGeom>
                <a:avLst/>
                <a:gdLst/>
                <a:ahLst/>
                <a:cxnLst/>
                <a:rect l="l" t="t" r="r" b="b"/>
                <a:pathLst>
                  <a:path w="2824" h="2760" extrusionOk="0">
                    <a:moveTo>
                      <a:pt x="571" y="1"/>
                    </a:moveTo>
                    <a:cubicBezTo>
                      <a:pt x="271" y="1"/>
                      <a:pt x="0" y="383"/>
                      <a:pt x="291" y="674"/>
                    </a:cubicBezTo>
                    <a:lnTo>
                      <a:pt x="2006" y="2627"/>
                    </a:lnTo>
                    <a:cubicBezTo>
                      <a:pt x="2071" y="2703"/>
                      <a:pt x="2166" y="2759"/>
                      <a:pt x="2273" y="2759"/>
                    </a:cubicBezTo>
                    <a:cubicBezTo>
                      <a:pt x="2283" y="2759"/>
                      <a:pt x="2293" y="2759"/>
                      <a:pt x="2303" y="2758"/>
                    </a:cubicBezTo>
                    <a:cubicBezTo>
                      <a:pt x="2308" y="2758"/>
                      <a:pt x="2313" y="2758"/>
                      <a:pt x="2318" y="2758"/>
                    </a:cubicBezTo>
                    <a:cubicBezTo>
                      <a:pt x="2642" y="2758"/>
                      <a:pt x="2824" y="2361"/>
                      <a:pt x="2601" y="2115"/>
                    </a:cubicBezTo>
                    <a:lnTo>
                      <a:pt x="875" y="162"/>
                    </a:lnTo>
                    <a:cubicBezTo>
                      <a:pt x="785" y="48"/>
                      <a:pt x="676" y="1"/>
                      <a:pt x="571"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84" name="Google Shape;1184;p41"/>
              <p:cNvSpPr/>
              <p:nvPr/>
            </p:nvSpPr>
            <p:spPr>
              <a:xfrm>
                <a:off x="6802425" y="1295700"/>
                <a:ext cx="43175" cy="48825"/>
              </a:xfrm>
              <a:custGeom>
                <a:avLst/>
                <a:gdLst/>
                <a:ahLst/>
                <a:cxnLst/>
                <a:rect l="l" t="t" r="r" b="b"/>
                <a:pathLst>
                  <a:path w="1727" h="1953" extrusionOk="0">
                    <a:moveTo>
                      <a:pt x="1727" y="0"/>
                    </a:moveTo>
                    <a:lnTo>
                      <a:pt x="0" y="1953"/>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85" name="Google Shape;1185;p41"/>
              <p:cNvSpPr/>
              <p:nvPr/>
            </p:nvSpPr>
            <p:spPr>
              <a:xfrm>
                <a:off x="6789325" y="1285400"/>
                <a:ext cx="70700" cy="69000"/>
              </a:xfrm>
              <a:custGeom>
                <a:avLst/>
                <a:gdLst/>
                <a:ahLst/>
                <a:cxnLst/>
                <a:rect l="l" t="t" r="r" b="b"/>
                <a:pathLst>
                  <a:path w="2828" h="2760" extrusionOk="0">
                    <a:moveTo>
                      <a:pt x="2252" y="1"/>
                    </a:moveTo>
                    <a:cubicBezTo>
                      <a:pt x="2147" y="1"/>
                      <a:pt x="2040" y="48"/>
                      <a:pt x="1953" y="162"/>
                    </a:cubicBezTo>
                    <a:lnTo>
                      <a:pt x="227" y="2115"/>
                    </a:lnTo>
                    <a:cubicBezTo>
                      <a:pt x="0" y="2365"/>
                      <a:pt x="191" y="2758"/>
                      <a:pt x="524" y="2758"/>
                    </a:cubicBezTo>
                    <a:cubicBezTo>
                      <a:pt x="535" y="2759"/>
                      <a:pt x="545" y="2759"/>
                      <a:pt x="555" y="2759"/>
                    </a:cubicBezTo>
                    <a:cubicBezTo>
                      <a:pt x="662" y="2759"/>
                      <a:pt x="757" y="2703"/>
                      <a:pt x="822" y="2627"/>
                    </a:cubicBezTo>
                    <a:lnTo>
                      <a:pt x="2536" y="674"/>
                    </a:lnTo>
                    <a:cubicBezTo>
                      <a:pt x="2827" y="383"/>
                      <a:pt x="2550" y="1"/>
                      <a:pt x="2252"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sp>
        <p:nvSpPr>
          <p:cNvPr id="2" name="Google Shape;962;p41">
            <a:extLst>
              <a:ext uri="{FF2B5EF4-FFF2-40B4-BE49-F238E27FC236}">
                <a16:creationId xmlns:a16="http://schemas.microsoft.com/office/drawing/2014/main" id="{3103045B-89CE-3136-5F69-8B6BE4AFF681}"/>
              </a:ext>
            </a:extLst>
          </p:cNvPr>
          <p:cNvSpPr txBox="1">
            <a:spLocks noGrp="1"/>
          </p:cNvSpPr>
          <p:nvPr/>
        </p:nvSpPr>
        <p:spPr>
          <a:xfrm>
            <a:off x="1233809" y="2967856"/>
            <a:ext cx="6654020"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4400">
                <a:solidFill>
                  <a:srgbClr val="5F5369"/>
                </a:solidFill>
                <a:latin typeface="Bebas Neue"/>
              </a:rPr>
              <a:t>Section 4: </a:t>
            </a:r>
          </a:p>
          <a:p>
            <a:r>
              <a:rPr lang="en-GB" sz="6600">
                <a:solidFill>
                  <a:srgbClr val="5F5369"/>
                </a:solidFill>
                <a:latin typeface="Bebas Neue"/>
              </a:rPr>
              <a:t>Exploratory data</a:t>
            </a:r>
            <a:br>
              <a:rPr lang="en-GB" sz="6600">
                <a:solidFill>
                  <a:srgbClr val="5F5369"/>
                </a:solidFill>
                <a:latin typeface="Bebas Neue"/>
              </a:rPr>
            </a:br>
            <a:r>
              <a:rPr lang="en-GB" sz="6600">
                <a:solidFill>
                  <a:srgbClr val="5F5369"/>
                </a:solidFill>
                <a:latin typeface="Bebas Neue"/>
              </a:rPr>
              <a:t>analysis</a:t>
            </a:r>
            <a:endParaRPr lang="en" sz="6600">
              <a:solidFill>
                <a:srgbClr val="5F5369"/>
              </a:solidFill>
              <a:latin typeface="Bebas Neue"/>
            </a:endParaRPr>
          </a:p>
        </p:txBody>
      </p:sp>
      <p:sp>
        <p:nvSpPr>
          <p:cNvPr id="1347" name="Rectangle: Rounded Corners 1346">
            <a:extLst>
              <a:ext uri="{FF2B5EF4-FFF2-40B4-BE49-F238E27FC236}">
                <a16:creationId xmlns:a16="http://schemas.microsoft.com/office/drawing/2014/main" id="{0BCAE36C-60D5-B5CD-8FD4-3DB105E26DB4}"/>
              </a:ext>
            </a:extLst>
          </p:cNvPr>
          <p:cNvSpPr/>
          <p:nvPr/>
        </p:nvSpPr>
        <p:spPr>
          <a:xfrm>
            <a:off x="10832870" y="1226916"/>
            <a:ext cx="575196" cy="4629874"/>
          </a:xfrm>
          <a:prstGeom prst="round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48" name="Rectangle: Rounded Corners 1347">
            <a:extLst>
              <a:ext uri="{FF2B5EF4-FFF2-40B4-BE49-F238E27FC236}">
                <a16:creationId xmlns:a16="http://schemas.microsoft.com/office/drawing/2014/main" id="{DBF98DD2-2E04-804B-AA54-D24F2DD9CFDC}"/>
              </a:ext>
            </a:extLst>
          </p:cNvPr>
          <p:cNvSpPr/>
          <p:nvPr/>
        </p:nvSpPr>
        <p:spPr>
          <a:xfrm>
            <a:off x="10070870" y="1226916"/>
            <a:ext cx="575196" cy="4629874"/>
          </a:xfrm>
          <a:prstGeom prst="round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49" name="Rectangle: Rounded Corners 1348">
            <a:extLst>
              <a:ext uri="{FF2B5EF4-FFF2-40B4-BE49-F238E27FC236}">
                <a16:creationId xmlns:a16="http://schemas.microsoft.com/office/drawing/2014/main" id="{A2395573-8DF4-F8E5-E780-750106636D3A}"/>
              </a:ext>
            </a:extLst>
          </p:cNvPr>
          <p:cNvSpPr/>
          <p:nvPr/>
        </p:nvSpPr>
        <p:spPr>
          <a:xfrm>
            <a:off x="9308870" y="1226916"/>
            <a:ext cx="575196" cy="4629874"/>
          </a:xfrm>
          <a:prstGeom prst="round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50" name="Rectangle: Rounded Corners 1349">
            <a:extLst>
              <a:ext uri="{FF2B5EF4-FFF2-40B4-BE49-F238E27FC236}">
                <a16:creationId xmlns:a16="http://schemas.microsoft.com/office/drawing/2014/main" id="{D9252EE6-36E8-411F-C11D-62A4BB03620B}"/>
              </a:ext>
            </a:extLst>
          </p:cNvPr>
          <p:cNvSpPr/>
          <p:nvPr/>
        </p:nvSpPr>
        <p:spPr>
          <a:xfrm>
            <a:off x="8546870" y="1226916"/>
            <a:ext cx="575196" cy="4629874"/>
          </a:xfrm>
          <a:prstGeom prst="round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51" name="Rectangle: Rounded Corners 1350">
            <a:extLst>
              <a:ext uri="{FF2B5EF4-FFF2-40B4-BE49-F238E27FC236}">
                <a16:creationId xmlns:a16="http://schemas.microsoft.com/office/drawing/2014/main" id="{38E6B2E6-97E1-7FBD-5DD4-D9047BFFFC8F}"/>
              </a:ext>
            </a:extLst>
          </p:cNvPr>
          <p:cNvSpPr/>
          <p:nvPr/>
        </p:nvSpPr>
        <p:spPr>
          <a:xfrm>
            <a:off x="7784870" y="1226916"/>
            <a:ext cx="575196" cy="4629874"/>
          </a:xfrm>
          <a:prstGeom prst="round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52" name="Rectangle: Rounded Corners 1351">
            <a:extLst>
              <a:ext uri="{FF2B5EF4-FFF2-40B4-BE49-F238E27FC236}">
                <a16:creationId xmlns:a16="http://schemas.microsoft.com/office/drawing/2014/main" id="{382F9C3F-D130-E280-9CB4-51383C11E519}"/>
              </a:ext>
            </a:extLst>
          </p:cNvPr>
          <p:cNvSpPr/>
          <p:nvPr/>
        </p:nvSpPr>
        <p:spPr>
          <a:xfrm>
            <a:off x="7022870" y="1226916"/>
            <a:ext cx="575196" cy="4629874"/>
          </a:xfrm>
          <a:prstGeom prst="round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53" name="Rectangle: Rounded Corners 1352">
            <a:extLst>
              <a:ext uri="{FF2B5EF4-FFF2-40B4-BE49-F238E27FC236}">
                <a16:creationId xmlns:a16="http://schemas.microsoft.com/office/drawing/2014/main" id="{0379E0FE-C701-387D-6B45-5C1CCE5523F2}"/>
              </a:ext>
            </a:extLst>
          </p:cNvPr>
          <p:cNvSpPr/>
          <p:nvPr/>
        </p:nvSpPr>
        <p:spPr>
          <a:xfrm>
            <a:off x="6191152" y="1181965"/>
            <a:ext cx="575196" cy="4628144"/>
          </a:xfrm>
          <a:prstGeom prst="round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0065883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35" name="Rectangle: Rounded Corners 34">
            <a:extLst>
              <a:ext uri="{FF2B5EF4-FFF2-40B4-BE49-F238E27FC236}">
                <a16:creationId xmlns:a16="http://schemas.microsoft.com/office/drawing/2014/main" id="{F48A0259-9A10-9AD1-D24B-C2BC167B0298}"/>
              </a:ext>
            </a:extLst>
          </p:cNvPr>
          <p:cNvSpPr/>
          <p:nvPr/>
        </p:nvSpPr>
        <p:spPr>
          <a:xfrm>
            <a:off x="783934" y="1226916"/>
            <a:ext cx="3348000" cy="4629874"/>
          </a:xfrm>
          <a:prstGeom prst="roundRect">
            <a:avLst>
              <a:gd name="adj" fmla="val 3667"/>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Google Shape;962;p41">
            <a:extLst>
              <a:ext uri="{FF2B5EF4-FFF2-40B4-BE49-F238E27FC236}">
                <a16:creationId xmlns:a16="http://schemas.microsoft.com/office/drawing/2014/main" id="{6FD1E8C9-7714-1AD5-9E87-24A324217DAA}"/>
              </a:ext>
            </a:extLst>
          </p:cNvPr>
          <p:cNvSpPr txBox="1">
            <a:spLocks/>
          </p:cNvSpPr>
          <p:nvPr/>
        </p:nvSpPr>
        <p:spPr>
          <a:xfrm>
            <a:off x="1261414" y="3657741"/>
            <a:ext cx="2289506"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 sz="4000">
                <a:solidFill>
                  <a:schemeClr val="accent4">
                    <a:lumMod val="75000"/>
                  </a:schemeClr>
                </a:solidFill>
                <a:latin typeface="Bebas Neue"/>
              </a:rPr>
              <a:t>completion year</a:t>
            </a:r>
          </a:p>
        </p:txBody>
      </p:sp>
      <p:sp>
        <p:nvSpPr>
          <p:cNvPr id="37" name="Google Shape;962;p41">
            <a:extLst>
              <a:ext uri="{FF2B5EF4-FFF2-40B4-BE49-F238E27FC236}">
                <a16:creationId xmlns:a16="http://schemas.microsoft.com/office/drawing/2014/main" id="{A2A31F7E-B7D9-A998-C507-DA4EFC278E9F}"/>
              </a:ext>
            </a:extLst>
          </p:cNvPr>
          <p:cNvSpPr txBox="1">
            <a:spLocks/>
          </p:cNvSpPr>
          <p:nvPr/>
        </p:nvSpPr>
        <p:spPr>
          <a:xfrm>
            <a:off x="1261414" y="2172613"/>
            <a:ext cx="1481786"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 sz="5400">
                <a:solidFill>
                  <a:schemeClr val="accent4">
                    <a:lumMod val="75000"/>
                  </a:schemeClr>
                </a:solidFill>
                <a:latin typeface="Bebas Neue"/>
              </a:rPr>
              <a:t>01</a:t>
            </a:r>
          </a:p>
        </p:txBody>
      </p:sp>
      <p:sp>
        <p:nvSpPr>
          <p:cNvPr id="40" name="Google Shape;962;p41">
            <a:extLst>
              <a:ext uri="{FF2B5EF4-FFF2-40B4-BE49-F238E27FC236}">
                <a16:creationId xmlns:a16="http://schemas.microsoft.com/office/drawing/2014/main" id="{351C533E-DFA0-0038-5119-EE8B70BE9817}"/>
              </a:ext>
            </a:extLst>
          </p:cNvPr>
          <p:cNvSpPr txBox="1">
            <a:spLocks/>
          </p:cNvSpPr>
          <p:nvPr/>
        </p:nvSpPr>
        <p:spPr>
          <a:xfrm>
            <a:off x="682294" y="215400"/>
            <a:ext cx="8799258"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MY" sz="4000">
                <a:solidFill>
                  <a:schemeClr val="accent4">
                    <a:lumMod val="75000"/>
                  </a:schemeClr>
                </a:solidFill>
                <a:latin typeface="Bebas Neue"/>
              </a:rPr>
              <a:t>Investigable</a:t>
            </a:r>
            <a:r>
              <a:rPr lang="en" sz="4000">
                <a:solidFill>
                  <a:schemeClr val="accent4">
                    <a:lumMod val="75000"/>
                  </a:schemeClr>
                </a:solidFill>
                <a:latin typeface="Bebas Neue"/>
              </a:rPr>
              <a:t> </a:t>
            </a:r>
            <a:r>
              <a:rPr lang="en-US" altLang="zh-CN" sz="4000">
                <a:solidFill>
                  <a:schemeClr val="accent4">
                    <a:lumMod val="75000"/>
                  </a:schemeClr>
                </a:solidFill>
                <a:latin typeface="Bebas Neue"/>
              </a:rPr>
              <a:t>Factors</a:t>
            </a:r>
            <a:endParaRPr lang="en" sz="4000">
              <a:solidFill>
                <a:schemeClr val="accent4">
                  <a:lumMod val="75000"/>
                </a:schemeClr>
              </a:solidFill>
              <a:latin typeface="Bebas Neue"/>
            </a:endParaRPr>
          </a:p>
        </p:txBody>
      </p:sp>
      <p:sp>
        <p:nvSpPr>
          <p:cNvPr id="2" name="Rectangle: Rounded Corners 1">
            <a:extLst>
              <a:ext uri="{FF2B5EF4-FFF2-40B4-BE49-F238E27FC236}">
                <a16:creationId xmlns:a16="http://schemas.microsoft.com/office/drawing/2014/main" id="{A8A6020A-03B7-1CBC-8543-074BD13A27A4}"/>
              </a:ext>
            </a:extLst>
          </p:cNvPr>
          <p:cNvSpPr/>
          <p:nvPr/>
        </p:nvSpPr>
        <p:spPr>
          <a:xfrm>
            <a:off x="4422000" y="1226916"/>
            <a:ext cx="3348000" cy="4629874"/>
          </a:xfrm>
          <a:prstGeom prst="roundRect">
            <a:avLst>
              <a:gd name="adj" fmla="val 2167"/>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Rounded Corners 2">
            <a:extLst>
              <a:ext uri="{FF2B5EF4-FFF2-40B4-BE49-F238E27FC236}">
                <a16:creationId xmlns:a16="http://schemas.microsoft.com/office/drawing/2014/main" id="{E421D5B6-67F0-34F8-65C8-8AF395D4DF79}"/>
              </a:ext>
            </a:extLst>
          </p:cNvPr>
          <p:cNvSpPr/>
          <p:nvPr/>
        </p:nvSpPr>
        <p:spPr>
          <a:xfrm>
            <a:off x="8060066" y="1226916"/>
            <a:ext cx="3348000" cy="4629874"/>
          </a:xfrm>
          <a:prstGeom prst="roundRect">
            <a:avLst>
              <a:gd name="adj" fmla="val 2167"/>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Google Shape;962;p41">
            <a:extLst>
              <a:ext uri="{FF2B5EF4-FFF2-40B4-BE49-F238E27FC236}">
                <a16:creationId xmlns:a16="http://schemas.microsoft.com/office/drawing/2014/main" id="{80F39878-09D2-ED1D-EE78-3E040BCD762D}"/>
              </a:ext>
            </a:extLst>
          </p:cNvPr>
          <p:cNvSpPr txBox="1">
            <a:spLocks/>
          </p:cNvSpPr>
          <p:nvPr/>
        </p:nvSpPr>
        <p:spPr>
          <a:xfrm>
            <a:off x="4816771" y="2172613"/>
            <a:ext cx="1481786"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 sz="5400">
                <a:solidFill>
                  <a:schemeClr val="accent4">
                    <a:lumMod val="75000"/>
                  </a:schemeClr>
                </a:solidFill>
                <a:latin typeface="Bebas Neue"/>
              </a:rPr>
              <a:t>02</a:t>
            </a:r>
          </a:p>
        </p:txBody>
      </p:sp>
      <p:sp>
        <p:nvSpPr>
          <p:cNvPr id="5" name="Google Shape;962;p41">
            <a:extLst>
              <a:ext uri="{FF2B5EF4-FFF2-40B4-BE49-F238E27FC236}">
                <a16:creationId xmlns:a16="http://schemas.microsoft.com/office/drawing/2014/main" id="{3EAF5CB0-C5C3-EA9A-216B-BE27198C93AB}"/>
              </a:ext>
            </a:extLst>
          </p:cNvPr>
          <p:cNvSpPr txBox="1">
            <a:spLocks/>
          </p:cNvSpPr>
          <p:nvPr/>
        </p:nvSpPr>
        <p:spPr>
          <a:xfrm>
            <a:off x="4816771" y="3367095"/>
            <a:ext cx="2289506"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 sz="4000">
                <a:solidFill>
                  <a:schemeClr val="accent4">
                    <a:lumMod val="75000"/>
                  </a:schemeClr>
                </a:solidFill>
                <a:latin typeface="Bebas Neue"/>
              </a:rPr>
              <a:t>Facilities</a:t>
            </a:r>
          </a:p>
        </p:txBody>
      </p:sp>
      <p:sp>
        <p:nvSpPr>
          <p:cNvPr id="6" name="Google Shape;962;p41">
            <a:extLst>
              <a:ext uri="{FF2B5EF4-FFF2-40B4-BE49-F238E27FC236}">
                <a16:creationId xmlns:a16="http://schemas.microsoft.com/office/drawing/2014/main" id="{3C4E868C-06D5-CA32-0586-823A8B6FB9C8}"/>
              </a:ext>
            </a:extLst>
          </p:cNvPr>
          <p:cNvSpPr txBox="1">
            <a:spLocks/>
          </p:cNvSpPr>
          <p:nvPr/>
        </p:nvSpPr>
        <p:spPr>
          <a:xfrm>
            <a:off x="8476300" y="3367095"/>
            <a:ext cx="2289506"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 sz="4000">
                <a:solidFill>
                  <a:schemeClr val="accent4">
                    <a:lumMod val="75000"/>
                  </a:schemeClr>
                </a:solidFill>
                <a:latin typeface="Bebas Neue"/>
              </a:rPr>
              <a:t>City &amp; Area</a:t>
            </a:r>
          </a:p>
        </p:txBody>
      </p:sp>
      <p:sp>
        <p:nvSpPr>
          <p:cNvPr id="7" name="Google Shape;962;p41">
            <a:extLst>
              <a:ext uri="{FF2B5EF4-FFF2-40B4-BE49-F238E27FC236}">
                <a16:creationId xmlns:a16="http://schemas.microsoft.com/office/drawing/2014/main" id="{540BA368-2F24-52F0-C573-19F6F8E54F6C}"/>
              </a:ext>
            </a:extLst>
          </p:cNvPr>
          <p:cNvSpPr txBox="1">
            <a:spLocks/>
          </p:cNvSpPr>
          <p:nvPr/>
        </p:nvSpPr>
        <p:spPr>
          <a:xfrm>
            <a:off x="8535989" y="2209727"/>
            <a:ext cx="1481786"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 sz="5400">
                <a:solidFill>
                  <a:schemeClr val="accent4">
                    <a:lumMod val="75000"/>
                  </a:schemeClr>
                </a:solidFill>
                <a:latin typeface="Bebas Neue"/>
              </a:rPr>
              <a:t>03</a:t>
            </a:r>
          </a:p>
        </p:txBody>
      </p:sp>
    </p:spTree>
    <p:extLst>
      <p:ext uri="{BB962C8B-B14F-4D97-AF65-F5344CB8AC3E}">
        <p14:creationId xmlns:p14="http://schemas.microsoft.com/office/powerpoint/2010/main" val="4582796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35" name="Rectangle: Rounded Corners 34">
            <a:extLst>
              <a:ext uri="{FF2B5EF4-FFF2-40B4-BE49-F238E27FC236}">
                <a16:creationId xmlns:a16="http://schemas.microsoft.com/office/drawing/2014/main" id="{F48A0259-9A10-9AD1-D24B-C2BC167B0298}"/>
              </a:ext>
            </a:extLst>
          </p:cNvPr>
          <p:cNvSpPr/>
          <p:nvPr/>
        </p:nvSpPr>
        <p:spPr>
          <a:xfrm>
            <a:off x="783934" y="1226916"/>
            <a:ext cx="6052132" cy="4629874"/>
          </a:xfrm>
          <a:prstGeom prst="roundRect">
            <a:avLst>
              <a:gd name="adj" fmla="val 3667"/>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Google Shape;962;p41">
            <a:extLst>
              <a:ext uri="{FF2B5EF4-FFF2-40B4-BE49-F238E27FC236}">
                <a16:creationId xmlns:a16="http://schemas.microsoft.com/office/drawing/2014/main" id="{351C533E-DFA0-0038-5119-EE8B70BE9817}"/>
              </a:ext>
            </a:extLst>
          </p:cNvPr>
          <p:cNvSpPr txBox="1">
            <a:spLocks/>
          </p:cNvSpPr>
          <p:nvPr/>
        </p:nvSpPr>
        <p:spPr>
          <a:xfrm>
            <a:off x="682294" y="215400"/>
            <a:ext cx="8799258"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MY" sz="4000">
                <a:solidFill>
                  <a:schemeClr val="accent4">
                    <a:lumMod val="75000"/>
                  </a:schemeClr>
                </a:solidFill>
                <a:latin typeface="Bebas Neue"/>
              </a:rPr>
              <a:t>Investigable</a:t>
            </a:r>
            <a:r>
              <a:rPr lang="en" sz="4000">
                <a:solidFill>
                  <a:schemeClr val="accent4">
                    <a:lumMod val="75000"/>
                  </a:schemeClr>
                </a:solidFill>
                <a:latin typeface="Bebas Neue"/>
              </a:rPr>
              <a:t> </a:t>
            </a:r>
            <a:r>
              <a:rPr lang="en-US" altLang="zh-CN" sz="4000">
                <a:solidFill>
                  <a:schemeClr val="accent4">
                    <a:lumMod val="75000"/>
                  </a:schemeClr>
                </a:solidFill>
                <a:latin typeface="Bebas Neue"/>
              </a:rPr>
              <a:t>Factors</a:t>
            </a:r>
            <a:endParaRPr lang="en" sz="4000">
              <a:solidFill>
                <a:schemeClr val="accent4">
                  <a:lumMod val="75000"/>
                </a:schemeClr>
              </a:solidFill>
              <a:latin typeface="Bebas Neue"/>
            </a:endParaRPr>
          </a:p>
        </p:txBody>
      </p:sp>
      <p:sp>
        <p:nvSpPr>
          <p:cNvPr id="2" name="Rectangle: Rounded Corners 1">
            <a:extLst>
              <a:ext uri="{FF2B5EF4-FFF2-40B4-BE49-F238E27FC236}">
                <a16:creationId xmlns:a16="http://schemas.microsoft.com/office/drawing/2014/main" id="{A8A6020A-03B7-1CBC-8543-074BD13A27A4}"/>
              </a:ext>
            </a:extLst>
          </p:cNvPr>
          <p:cNvSpPr/>
          <p:nvPr/>
        </p:nvSpPr>
        <p:spPr>
          <a:xfrm>
            <a:off x="7095281" y="1226916"/>
            <a:ext cx="2026785" cy="4629874"/>
          </a:xfrm>
          <a:prstGeom prst="roundRect">
            <a:avLst>
              <a:gd name="adj" fmla="val 2167"/>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Rounded Corners 2">
            <a:extLst>
              <a:ext uri="{FF2B5EF4-FFF2-40B4-BE49-F238E27FC236}">
                <a16:creationId xmlns:a16="http://schemas.microsoft.com/office/drawing/2014/main" id="{E421D5B6-67F0-34F8-65C8-8AF395D4DF79}"/>
              </a:ext>
            </a:extLst>
          </p:cNvPr>
          <p:cNvSpPr/>
          <p:nvPr/>
        </p:nvSpPr>
        <p:spPr>
          <a:xfrm>
            <a:off x="9381281" y="1226916"/>
            <a:ext cx="2026785" cy="4629874"/>
          </a:xfrm>
          <a:prstGeom prst="roundRect">
            <a:avLst>
              <a:gd name="adj" fmla="val 2167"/>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Google Shape;962;p41">
            <a:extLst>
              <a:ext uri="{FF2B5EF4-FFF2-40B4-BE49-F238E27FC236}">
                <a16:creationId xmlns:a16="http://schemas.microsoft.com/office/drawing/2014/main" id="{310FFBCC-35B6-0F3C-133C-9C8C96A0638D}"/>
              </a:ext>
            </a:extLst>
          </p:cNvPr>
          <p:cNvSpPr txBox="1">
            <a:spLocks/>
          </p:cNvSpPr>
          <p:nvPr/>
        </p:nvSpPr>
        <p:spPr>
          <a:xfrm>
            <a:off x="1261414" y="3657741"/>
            <a:ext cx="2455180"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 sz="4400">
                <a:solidFill>
                  <a:schemeClr val="accent4">
                    <a:lumMod val="75000"/>
                  </a:schemeClr>
                </a:solidFill>
                <a:latin typeface="Bebas Neue"/>
              </a:rPr>
              <a:t>completion year</a:t>
            </a:r>
          </a:p>
        </p:txBody>
      </p:sp>
      <p:sp>
        <p:nvSpPr>
          <p:cNvPr id="5" name="Google Shape;962;p41">
            <a:extLst>
              <a:ext uri="{FF2B5EF4-FFF2-40B4-BE49-F238E27FC236}">
                <a16:creationId xmlns:a16="http://schemas.microsoft.com/office/drawing/2014/main" id="{AF4213FD-9616-B268-1612-EE5F7749C827}"/>
              </a:ext>
            </a:extLst>
          </p:cNvPr>
          <p:cNvSpPr txBox="1">
            <a:spLocks/>
          </p:cNvSpPr>
          <p:nvPr/>
        </p:nvSpPr>
        <p:spPr>
          <a:xfrm>
            <a:off x="1261414" y="2172613"/>
            <a:ext cx="1481786"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 sz="6000">
                <a:solidFill>
                  <a:schemeClr val="accent4">
                    <a:lumMod val="75000"/>
                  </a:schemeClr>
                </a:solidFill>
                <a:latin typeface="Bebas Neue"/>
              </a:rPr>
              <a:t>01</a:t>
            </a:r>
          </a:p>
        </p:txBody>
      </p:sp>
    </p:spTree>
    <p:extLst>
      <p:ext uri="{BB962C8B-B14F-4D97-AF65-F5344CB8AC3E}">
        <p14:creationId xmlns:p14="http://schemas.microsoft.com/office/powerpoint/2010/main" val="61632848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E756817C-BF4F-F4EE-F6AA-046E760190AF}"/>
              </a:ext>
            </a:extLst>
          </p:cNvPr>
          <p:cNvGraphicFramePr>
            <a:graphicFrameLocks/>
          </p:cNvGraphicFramePr>
          <p:nvPr/>
        </p:nvGraphicFramePr>
        <p:xfrm>
          <a:off x="654666" y="853440"/>
          <a:ext cx="10839869" cy="5275898"/>
        </p:xfrm>
        <a:graphic>
          <a:graphicData uri="http://schemas.openxmlformats.org/drawingml/2006/chart">
            <c:chart xmlns:c="http://schemas.openxmlformats.org/drawingml/2006/chart" xmlns:r="http://schemas.openxmlformats.org/officeDocument/2006/relationships" r:id="rId3"/>
          </a:graphicData>
        </a:graphic>
      </p:graphicFrame>
      <p:sp>
        <p:nvSpPr>
          <p:cNvPr id="2" name="Google Shape;962;p41">
            <a:extLst>
              <a:ext uri="{FF2B5EF4-FFF2-40B4-BE49-F238E27FC236}">
                <a16:creationId xmlns:a16="http://schemas.microsoft.com/office/drawing/2014/main" id="{7E1A1611-4F69-0B04-7288-BF48FC4042DB}"/>
              </a:ext>
            </a:extLst>
          </p:cNvPr>
          <p:cNvSpPr txBox="1">
            <a:spLocks/>
          </p:cNvSpPr>
          <p:nvPr/>
        </p:nvSpPr>
        <p:spPr>
          <a:xfrm>
            <a:off x="682294" y="215400"/>
            <a:ext cx="8799258"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 sz="4000">
                <a:solidFill>
                  <a:schemeClr val="accent4">
                    <a:lumMod val="75000"/>
                  </a:schemeClr>
                </a:solidFill>
                <a:latin typeface="Bebas Neue"/>
              </a:rPr>
              <a:t>completion year</a:t>
            </a:r>
          </a:p>
        </p:txBody>
      </p:sp>
      <p:sp>
        <p:nvSpPr>
          <p:cNvPr id="6" name="TextBox 5">
            <a:extLst>
              <a:ext uri="{FF2B5EF4-FFF2-40B4-BE49-F238E27FC236}">
                <a16:creationId xmlns:a16="http://schemas.microsoft.com/office/drawing/2014/main" id="{8BCA1490-4E8D-1F39-9B80-071486B86D62}"/>
              </a:ext>
            </a:extLst>
          </p:cNvPr>
          <p:cNvSpPr txBox="1"/>
          <p:nvPr/>
        </p:nvSpPr>
        <p:spPr>
          <a:xfrm>
            <a:off x="1527825" y="1989248"/>
            <a:ext cx="1969530" cy="738664"/>
          </a:xfrm>
          <a:prstGeom prst="rect">
            <a:avLst/>
          </a:prstGeom>
          <a:noFill/>
          <a:ln>
            <a:noFill/>
          </a:ln>
        </p:spPr>
        <p:txBody>
          <a:bodyPr wrap="square" rtlCol="0">
            <a:spAutoFit/>
          </a:bodyPr>
          <a:lstStyle/>
          <a:p>
            <a:r>
              <a:rPr lang="en-US" sz="1400"/>
              <a:t>Completion year from </a:t>
            </a:r>
            <a:r>
              <a:rPr lang="en-US" sz="1400">
                <a:solidFill>
                  <a:srgbClr val="C00000"/>
                </a:solidFill>
              </a:rPr>
              <a:t>1991</a:t>
            </a:r>
            <a:r>
              <a:rPr lang="en-US" sz="1400"/>
              <a:t> and </a:t>
            </a:r>
            <a:r>
              <a:rPr lang="en-US" sz="1400">
                <a:solidFill>
                  <a:srgbClr val="C00000"/>
                </a:solidFill>
              </a:rPr>
              <a:t>1994</a:t>
            </a:r>
            <a:r>
              <a:rPr lang="en-US" sz="1400"/>
              <a:t> had a relatively high rental</a:t>
            </a:r>
          </a:p>
        </p:txBody>
      </p:sp>
      <p:cxnSp>
        <p:nvCxnSpPr>
          <p:cNvPr id="11" name="Straight Arrow Connector 10">
            <a:extLst>
              <a:ext uri="{FF2B5EF4-FFF2-40B4-BE49-F238E27FC236}">
                <a16:creationId xmlns:a16="http://schemas.microsoft.com/office/drawing/2014/main" id="{15E552B9-098A-DE50-0D57-FE8CDF37E2BE}"/>
              </a:ext>
            </a:extLst>
          </p:cNvPr>
          <p:cNvCxnSpPr>
            <a:cxnSpLocks/>
          </p:cNvCxnSpPr>
          <p:nvPr/>
        </p:nvCxnSpPr>
        <p:spPr>
          <a:xfrm>
            <a:off x="3204198" y="2353548"/>
            <a:ext cx="437897" cy="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736250F-6DD5-89A4-656C-4FFE81AE8776}"/>
              </a:ext>
            </a:extLst>
          </p:cNvPr>
          <p:cNvSpPr txBox="1"/>
          <p:nvPr/>
        </p:nvSpPr>
        <p:spPr>
          <a:xfrm>
            <a:off x="4344566" y="1679708"/>
            <a:ext cx="1833412" cy="954107"/>
          </a:xfrm>
          <a:prstGeom prst="rect">
            <a:avLst/>
          </a:prstGeom>
          <a:noFill/>
        </p:spPr>
        <p:txBody>
          <a:bodyPr wrap="square" lIns="91440" tIns="45720" rIns="91440" bIns="45720" rtlCol="0" anchor="t">
            <a:spAutoFit/>
          </a:bodyPr>
          <a:lstStyle/>
          <a:p>
            <a:pPr algn="ctr"/>
            <a:r>
              <a:rPr lang="en-US" sz="1400"/>
              <a:t>The monthly rental decrease drastically from year </a:t>
            </a:r>
            <a:r>
              <a:rPr lang="en-US" sz="1400">
                <a:solidFill>
                  <a:srgbClr val="C00000"/>
                </a:solidFill>
              </a:rPr>
              <a:t>1999</a:t>
            </a:r>
            <a:r>
              <a:rPr lang="en-US" sz="1400"/>
              <a:t> to year </a:t>
            </a:r>
            <a:r>
              <a:rPr lang="en-US" sz="1400">
                <a:solidFill>
                  <a:srgbClr val="C00000"/>
                </a:solidFill>
              </a:rPr>
              <a:t>2001</a:t>
            </a:r>
            <a:r>
              <a:rPr lang="en-US" sz="1400"/>
              <a:t>.</a:t>
            </a:r>
          </a:p>
        </p:txBody>
      </p:sp>
      <p:sp>
        <p:nvSpPr>
          <p:cNvPr id="14" name="Right Brace 13">
            <a:extLst>
              <a:ext uri="{FF2B5EF4-FFF2-40B4-BE49-F238E27FC236}">
                <a16:creationId xmlns:a16="http://schemas.microsoft.com/office/drawing/2014/main" id="{FD18AD52-D2BC-3160-00CA-39B92FAD081B}"/>
              </a:ext>
            </a:extLst>
          </p:cNvPr>
          <p:cNvSpPr/>
          <p:nvPr/>
        </p:nvSpPr>
        <p:spPr>
          <a:xfrm rot="16200000">
            <a:off x="5067123" y="2464162"/>
            <a:ext cx="271335" cy="721213"/>
          </a:xfrm>
          <a:prstGeom prst="rightBrace">
            <a:avLst/>
          </a:prstGeom>
          <a:ln w="2857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7" name="TextBox 16">
            <a:extLst>
              <a:ext uri="{FF2B5EF4-FFF2-40B4-BE49-F238E27FC236}">
                <a16:creationId xmlns:a16="http://schemas.microsoft.com/office/drawing/2014/main" id="{333F0F93-1723-A2CC-5C48-9363D132D094}"/>
              </a:ext>
            </a:extLst>
          </p:cNvPr>
          <p:cNvSpPr txBox="1"/>
          <p:nvPr/>
        </p:nvSpPr>
        <p:spPr>
          <a:xfrm>
            <a:off x="6006303" y="1429111"/>
            <a:ext cx="2089049" cy="738664"/>
          </a:xfrm>
          <a:prstGeom prst="rect">
            <a:avLst/>
          </a:prstGeom>
          <a:noFill/>
        </p:spPr>
        <p:txBody>
          <a:bodyPr wrap="square" lIns="91440" tIns="45720" rIns="91440" bIns="45720" rtlCol="0" anchor="t">
            <a:spAutoFit/>
          </a:bodyPr>
          <a:lstStyle/>
          <a:p>
            <a:pPr algn="ctr"/>
            <a:r>
              <a:rPr lang="en-US" sz="1400"/>
              <a:t>The monthly rental slowly increases until year </a:t>
            </a:r>
            <a:r>
              <a:rPr lang="en-US" sz="1400">
                <a:solidFill>
                  <a:srgbClr val="C00000"/>
                </a:solidFill>
              </a:rPr>
              <a:t>2011</a:t>
            </a:r>
            <a:endParaRPr lang="en-MY" sz="1400"/>
          </a:p>
        </p:txBody>
      </p:sp>
      <p:sp>
        <p:nvSpPr>
          <p:cNvPr id="18" name="Right Brace 17">
            <a:extLst>
              <a:ext uri="{FF2B5EF4-FFF2-40B4-BE49-F238E27FC236}">
                <a16:creationId xmlns:a16="http://schemas.microsoft.com/office/drawing/2014/main" id="{077DEAD1-E550-3A89-A831-5B3E2ABC5877}"/>
              </a:ext>
            </a:extLst>
          </p:cNvPr>
          <p:cNvSpPr/>
          <p:nvPr/>
        </p:nvSpPr>
        <p:spPr>
          <a:xfrm rot="16200000">
            <a:off x="6610186" y="1563305"/>
            <a:ext cx="529837" cy="1692463"/>
          </a:xfrm>
          <a:prstGeom prst="rightBrace">
            <a:avLst>
              <a:gd name="adj1" fmla="val 8333"/>
              <a:gd name="adj2" fmla="val 50502"/>
            </a:avLst>
          </a:prstGeom>
          <a:ln w="2857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9" name="TextBox 18">
            <a:extLst>
              <a:ext uri="{FF2B5EF4-FFF2-40B4-BE49-F238E27FC236}">
                <a16:creationId xmlns:a16="http://schemas.microsoft.com/office/drawing/2014/main" id="{8906FB89-0DB2-506D-B2A2-9A2245949D77}"/>
              </a:ext>
            </a:extLst>
          </p:cNvPr>
          <p:cNvSpPr txBox="1"/>
          <p:nvPr/>
        </p:nvSpPr>
        <p:spPr>
          <a:xfrm>
            <a:off x="7910898" y="1521443"/>
            <a:ext cx="1270580" cy="1015663"/>
          </a:xfrm>
          <a:prstGeom prst="rect">
            <a:avLst/>
          </a:prstGeom>
          <a:noFill/>
        </p:spPr>
        <p:txBody>
          <a:bodyPr wrap="square" rtlCol="0">
            <a:spAutoFit/>
          </a:bodyPr>
          <a:lstStyle/>
          <a:p>
            <a:pPr algn="ctr"/>
            <a:r>
              <a:rPr lang="en-US" sz="1200"/>
              <a:t>The monthly rental hits another relatively low peak in </a:t>
            </a:r>
            <a:r>
              <a:rPr lang="en-US" sz="1200">
                <a:solidFill>
                  <a:srgbClr val="C00000"/>
                </a:solidFill>
              </a:rPr>
              <a:t>2014</a:t>
            </a:r>
            <a:endParaRPr lang="en-MY" sz="1200"/>
          </a:p>
        </p:txBody>
      </p:sp>
      <p:cxnSp>
        <p:nvCxnSpPr>
          <p:cNvPr id="20" name="Straight Arrow Connector 19">
            <a:extLst>
              <a:ext uri="{FF2B5EF4-FFF2-40B4-BE49-F238E27FC236}">
                <a16:creationId xmlns:a16="http://schemas.microsoft.com/office/drawing/2014/main" id="{FEF53150-8F48-E3E1-B449-9D1C12273740}"/>
              </a:ext>
            </a:extLst>
          </p:cNvPr>
          <p:cNvCxnSpPr>
            <a:cxnSpLocks/>
          </p:cNvCxnSpPr>
          <p:nvPr/>
        </p:nvCxnSpPr>
        <p:spPr>
          <a:xfrm>
            <a:off x="8586397" y="2685602"/>
            <a:ext cx="0" cy="84579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7E4A663D-E9C2-0BEF-B288-DD0C088EA0B8}"/>
              </a:ext>
            </a:extLst>
          </p:cNvPr>
          <p:cNvSpPr txBox="1"/>
          <p:nvPr/>
        </p:nvSpPr>
        <p:spPr>
          <a:xfrm>
            <a:off x="8934345" y="1287343"/>
            <a:ext cx="1386200" cy="1015663"/>
          </a:xfrm>
          <a:prstGeom prst="rect">
            <a:avLst/>
          </a:prstGeom>
          <a:noFill/>
        </p:spPr>
        <p:txBody>
          <a:bodyPr wrap="square" rtlCol="0">
            <a:spAutoFit/>
          </a:bodyPr>
          <a:lstStyle/>
          <a:p>
            <a:pPr algn="ctr"/>
            <a:r>
              <a:rPr lang="en-US" sz="1200"/>
              <a:t>The monthly rental remains in a normal increasing rate </a:t>
            </a:r>
            <a:r>
              <a:rPr lang="en-US" sz="1200">
                <a:solidFill>
                  <a:srgbClr val="C00000"/>
                </a:solidFill>
              </a:rPr>
              <a:t>after year 2014.</a:t>
            </a:r>
          </a:p>
        </p:txBody>
      </p:sp>
      <p:sp>
        <p:nvSpPr>
          <p:cNvPr id="26" name="Right Brace 25">
            <a:extLst>
              <a:ext uri="{FF2B5EF4-FFF2-40B4-BE49-F238E27FC236}">
                <a16:creationId xmlns:a16="http://schemas.microsoft.com/office/drawing/2014/main" id="{636AE98B-FA77-9966-D076-6AD18D005ADF}"/>
              </a:ext>
            </a:extLst>
          </p:cNvPr>
          <p:cNvSpPr/>
          <p:nvPr/>
        </p:nvSpPr>
        <p:spPr>
          <a:xfrm rot="16200000">
            <a:off x="9489976" y="1912861"/>
            <a:ext cx="438398" cy="1465629"/>
          </a:xfrm>
          <a:prstGeom prst="rightBrace">
            <a:avLst>
              <a:gd name="adj1" fmla="val 8333"/>
              <a:gd name="adj2" fmla="val 47352"/>
            </a:avLst>
          </a:prstGeom>
          <a:ln w="2857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28" name="TextBox 27">
            <a:extLst>
              <a:ext uri="{FF2B5EF4-FFF2-40B4-BE49-F238E27FC236}">
                <a16:creationId xmlns:a16="http://schemas.microsoft.com/office/drawing/2014/main" id="{1112C7C1-EBA1-292D-EBA7-6B77A518EDE2}"/>
              </a:ext>
            </a:extLst>
          </p:cNvPr>
          <p:cNvSpPr txBox="1"/>
          <p:nvPr/>
        </p:nvSpPr>
        <p:spPr>
          <a:xfrm>
            <a:off x="10168075" y="1259332"/>
            <a:ext cx="1270580" cy="1015663"/>
          </a:xfrm>
          <a:prstGeom prst="rect">
            <a:avLst/>
          </a:prstGeom>
          <a:noFill/>
        </p:spPr>
        <p:txBody>
          <a:bodyPr wrap="square" rtlCol="0">
            <a:spAutoFit/>
          </a:bodyPr>
          <a:lstStyle/>
          <a:p>
            <a:pPr algn="ctr"/>
            <a:r>
              <a:rPr lang="en-US" sz="1200"/>
              <a:t>The monthly rent is noticeably higher in recent years </a:t>
            </a:r>
            <a:r>
              <a:rPr lang="en-US" sz="1200">
                <a:solidFill>
                  <a:srgbClr val="C00000"/>
                </a:solidFill>
              </a:rPr>
              <a:t>after 2022</a:t>
            </a:r>
          </a:p>
        </p:txBody>
      </p:sp>
      <p:sp>
        <p:nvSpPr>
          <p:cNvPr id="30" name="Right Brace 29">
            <a:extLst>
              <a:ext uri="{FF2B5EF4-FFF2-40B4-BE49-F238E27FC236}">
                <a16:creationId xmlns:a16="http://schemas.microsoft.com/office/drawing/2014/main" id="{CF4C919A-EA67-F57C-3E88-6398C48264F3}"/>
              </a:ext>
            </a:extLst>
          </p:cNvPr>
          <p:cNvSpPr/>
          <p:nvPr/>
        </p:nvSpPr>
        <p:spPr>
          <a:xfrm rot="16200000">
            <a:off x="10804012" y="2101745"/>
            <a:ext cx="364089" cy="655772"/>
          </a:xfrm>
          <a:prstGeom prst="rightBrace">
            <a:avLst>
              <a:gd name="adj1" fmla="val 8333"/>
              <a:gd name="adj2" fmla="val 45207"/>
            </a:avLst>
          </a:prstGeom>
          <a:ln w="2857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Tree>
    <p:extLst>
      <p:ext uri="{BB962C8B-B14F-4D97-AF65-F5344CB8AC3E}">
        <p14:creationId xmlns:p14="http://schemas.microsoft.com/office/powerpoint/2010/main" val="398535182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graphicEl>
                                              <a:chart seriesIdx="-3" categoryIdx="-3" bldStep="gridLegend"/>
                                            </p:graphicEl>
                                          </p:spTgt>
                                        </p:tgtEl>
                                        <p:attrNameLst>
                                          <p:attrName>style.visibility</p:attrName>
                                        </p:attrNameLst>
                                      </p:cBhvr>
                                      <p:to>
                                        <p:strVal val="visible"/>
                                      </p:to>
                                    </p:set>
                                    <p:animEffect transition="in" filter="wipe(down)">
                                      <p:cBhvr>
                                        <p:cTn id="7" dur="500"/>
                                        <p:tgtEl>
                                          <p:spTgt spid="3">
                                            <p:graphicEl>
                                              <a:chart seriesIdx="-3" categoryIdx="-3" bldStep="gridLegend"/>
                                            </p:graphic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
                                            <p:graphicEl>
                                              <a:chart seriesIdx="0" categoryIdx="-4" bldStep="series"/>
                                            </p:graphicEl>
                                          </p:spTgt>
                                        </p:tgtEl>
                                        <p:attrNameLst>
                                          <p:attrName>style.visibility</p:attrName>
                                        </p:attrNameLst>
                                      </p:cBhvr>
                                      <p:to>
                                        <p:strVal val="visible"/>
                                      </p:to>
                                    </p:set>
                                    <p:animEffect transition="in" filter="wipe(down)">
                                      <p:cBhvr>
                                        <p:cTn id="11" dur="250"/>
                                        <p:tgtEl>
                                          <p:spTgt spid="3">
                                            <p:graphicEl>
                                              <a:chart seriesIdx="0" categoryIdx="-4" bldStep="series"/>
                                            </p:graphicEl>
                                          </p:spTgt>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50"/>
                                        <p:tgtEl>
                                          <p:spTgt spid="11"/>
                                        </p:tgtEl>
                                      </p:cBhvr>
                                    </p:animEffect>
                                    <p:anim calcmode="lin" valueType="num">
                                      <p:cBhvr>
                                        <p:cTn id="17" dur="250" fill="hold"/>
                                        <p:tgtEl>
                                          <p:spTgt spid="11"/>
                                        </p:tgtEl>
                                        <p:attrNameLst>
                                          <p:attrName>ppt_x</p:attrName>
                                        </p:attrNameLst>
                                      </p:cBhvr>
                                      <p:tavLst>
                                        <p:tav tm="0">
                                          <p:val>
                                            <p:strVal val="#ppt_x"/>
                                          </p:val>
                                        </p:tav>
                                        <p:tav tm="100000">
                                          <p:val>
                                            <p:strVal val="#ppt_x"/>
                                          </p:val>
                                        </p:tav>
                                      </p:tavLst>
                                    </p:anim>
                                    <p:anim calcmode="lin" valueType="num">
                                      <p:cBhvr>
                                        <p:cTn id="18" dur="250" fill="hold"/>
                                        <p:tgtEl>
                                          <p:spTgt spid="11"/>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250"/>
                                        <p:tgtEl>
                                          <p:spTgt spid="6"/>
                                        </p:tgtEl>
                                      </p:cBhvr>
                                    </p:animEffect>
                                    <p:anim calcmode="lin" valueType="num">
                                      <p:cBhvr>
                                        <p:cTn id="22" dur="250" fill="hold"/>
                                        <p:tgtEl>
                                          <p:spTgt spid="6"/>
                                        </p:tgtEl>
                                        <p:attrNameLst>
                                          <p:attrName>ppt_x</p:attrName>
                                        </p:attrNameLst>
                                      </p:cBhvr>
                                      <p:tavLst>
                                        <p:tav tm="0">
                                          <p:val>
                                            <p:strVal val="#ppt_x"/>
                                          </p:val>
                                        </p:tav>
                                        <p:tav tm="100000">
                                          <p:val>
                                            <p:strVal val="#ppt_x"/>
                                          </p:val>
                                        </p:tav>
                                      </p:tavLst>
                                    </p:anim>
                                    <p:anim calcmode="lin" valueType="num">
                                      <p:cBhvr>
                                        <p:cTn id="23" dur="25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47"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250"/>
                                        <p:tgtEl>
                                          <p:spTgt spid="20"/>
                                        </p:tgtEl>
                                      </p:cBhvr>
                                    </p:animEffect>
                                    <p:anim calcmode="lin" valueType="num">
                                      <p:cBhvr>
                                        <p:cTn id="41" dur="250" fill="hold"/>
                                        <p:tgtEl>
                                          <p:spTgt spid="20"/>
                                        </p:tgtEl>
                                        <p:attrNameLst>
                                          <p:attrName>ppt_x</p:attrName>
                                        </p:attrNameLst>
                                      </p:cBhvr>
                                      <p:tavLst>
                                        <p:tav tm="0">
                                          <p:val>
                                            <p:strVal val="#ppt_x"/>
                                          </p:val>
                                        </p:tav>
                                        <p:tav tm="100000">
                                          <p:val>
                                            <p:strVal val="#ppt_x"/>
                                          </p:val>
                                        </p:tav>
                                      </p:tavLst>
                                    </p:anim>
                                    <p:anim calcmode="lin" valueType="num">
                                      <p:cBhvr>
                                        <p:cTn id="42" dur="250" fill="hold"/>
                                        <p:tgtEl>
                                          <p:spTgt spid="20"/>
                                        </p:tgtEl>
                                        <p:attrNameLst>
                                          <p:attrName>ppt_y</p:attrName>
                                        </p:attrNameLst>
                                      </p:cBhvr>
                                      <p:tavLst>
                                        <p:tav tm="0">
                                          <p:val>
                                            <p:strVal val="#ppt_y-.1"/>
                                          </p:val>
                                        </p:tav>
                                        <p:tav tm="100000">
                                          <p:val>
                                            <p:strVal val="#ppt_y"/>
                                          </p:val>
                                        </p:tav>
                                      </p:tavLst>
                                    </p:anim>
                                  </p:childTnLst>
                                </p:cTn>
                              </p:par>
                              <p:par>
                                <p:cTn id="43" presetID="47"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250"/>
                                        <p:tgtEl>
                                          <p:spTgt spid="19"/>
                                        </p:tgtEl>
                                      </p:cBhvr>
                                    </p:animEffect>
                                    <p:anim calcmode="lin" valueType="num">
                                      <p:cBhvr>
                                        <p:cTn id="46" dur="250" fill="hold"/>
                                        <p:tgtEl>
                                          <p:spTgt spid="19"/>
                                        </p:tgtEl>
                                        <p:attrNameLst>
                                          <p:attrName>ppt_x</p:attrName>
                                        </p:attrNameLst>
                                      </p:cBhvr>
                                      <p:tavLst>
                                        <p:tav tm="0">
                                          <p:val>
                                            <p:strVal val="#ppt_x"/>
                                          </p:val>
                                        </p:tav>
                                        <p:tav tm="100000">
                                          <p:val>
                                            <p:strVal val="#ppt_x"/>
                                          </p:val>
                                        </p:tav>
                                      </p:tavLst>
                                    </p:anim>
                                    <p:anim calcmode="lin" valueType="num">
                                      <p:cBhvr>
                                        <p:cTn id="47" dur="25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0"/>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Chart bld="series"/>
        </p:bldSub>
      </p:bldGraphic>
      <p:bldP spid="6" grpId="0"/>
      <p:bldP spid="12" grpId="0"/>
      <p:bldP spid="14" grpId="0" animBg="1"/>
      <p:bldP spid="17" grpId="0"/>
      <p:bldP spid="18" grpId="0" animBg="1"/>
      <p:bldP spid="19" grpId="0"/>
      <p:bldP spid="25" grpId="0"/>
      <p:bldP spid="26" grpId="0" animBg="1"/>
      <p:bldP spid="28" grpId="0"/>
      <p:bldP spid="3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36" name="Rectangle: Rounded Corners 35">
            <a:extLst>
              <a:ext uri="{FF2B5EF4-FFF2-40B4-BE49-F238E27FC236}">
                <a16:creationId xmlns:a16="http://schemas.microsoft.com/office/drawing/2014/main" id="{F48A0259-9A10-9AD1-D24B-C2BC167B0298}"/>
              </a:ext>
            </a:extLst>
          </p:cNvPr>
          <p:cNvSpPr/>
          <p:nvPr/>
        </p:nvSpPr>
        <p:spPr>
          <a:xfrm>
            <a:off x="783934" y="1226916"/>
            <a:ext cx="6052132" cy="4629874"/>
          </a:xfrm>
          <a:prstGeom prst="roundRect">
            <a:avLst>
              <a:gd name="adj" fmla="val 3667"/>
            </a:avLst>
          </a:prstGeom>
          <a:no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37" name="Google Shape;962;p41">
            <a:extLst>
              <a:ext uri="{FF2B5EF4-FFF2-40B4-BE49-F238E27FC236}">
                <a16:creationId xmlns:a16="http://schemas.microsoft.com/office/drawing/2014/main" id="{6FD1E8C9-7714-1AD5-9E87-24A324217DAA}"/>
              </a:ext>
            </a:extLst>
          </p:cNvPr>
          <p:cNvSpPr txBox="1">
            <a:spLocks/>
          </p:cNvSpPr>
          <p:nvPr/>
        </p:nvSpPr>
        <p:spPr>
          <a:xfrm>
            <a:off x="1261414" y="3657741"/>
            <a:ext cx="3264866" cy="539432"/>
          </a:xfrm>
          <a:prstGeom prst="rect">
            <a:avLst/>
          </a:prstGeom>
          <a:noFill/>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 sz="5400">
                <a:noFill/>
                <a:latin typeface="Bebas Neue"/>
              </a:rPr>
              <a:t>completion year</a:t>
            </a:r>
          </a:p>
        </p:txBody>
      </p:sp>
      <p:sp>
        <p:nvSpPr>
          <p:cNvPr id="38" name="Google Shape;962;p41">
            <a:extLst>
              <a:ext uri="{FF2B5EF4-FFF2-40B4-BE49-F238E27FC236}">
                <a16:creationId xmlns:a16="http://schemas.microsoft.com/office/drawing/2014/main" id="{A2A31F7E-B7D9-A998-C507-DA4EFC278E9F}"/>
              </a:ext>
            </a:extLst>
          </p:cNvPr>
          <p:cNvSpPr txBox="1">
            <a:spLocks/>
          </p:cNvSpPr>
          <p:nvPr/>
        </p:nvSpPr>
        <p:spPr>
          <a:xfrm>
            <a:off x="1261414" y="2172613"/>
            <a:ext cx="3264866" cy="539432"/>
          </a:xfrm>
          <a:prstGeom prst="rect">
            <a:avLst/>
          </a:prstGeom>
          <a:noFill/>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 sz="5400">
                <a:noFill/>
                <a:latin typeface="Bebas Neue"/>
              </a:rPr>
              <a:t>01</a:t>
            </a:r>
          </a:p>
        </p:txBody>
      </p:sp>
      <p:sp>
        <p:nvSpPr>
          <p:cNvPr id="39" name="Rectangle: Rounded Corners 38">
            <a:extLst>
              <a:ext uri="{FF2B5EF4-FFF2-40B4-BE49-F238E27FC236}">
                <a16:creationId xmlns:a16="http://schemas.microsoft.com/office/drawing/2014/main" id="{A8A6020A-03B7-1CBC-8543-074BD13A27A4}"/>
              </a:ext>
            </a:extLst>
          </p:cNvPr>
          <p:cNvSpPr/>
          <p:nvPr/>
        </p:nvSpPr>
        <p:spPr>
          <a:xfrm>
            <a:off x="7095281" y="1226916"/>
            <a:ext cx="2026785" cy="4629874"/>
          </a:xfrm>
          <a:prstGeom prst="roundRect">
            <a:avLst>
              <a:gd name="adj" fmla="val 2167"/>
            </a:avLst>
          </a:prstGeom>
          <a:no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41" name="Rectangle: Rounded Corners 40">
            <a:extLst>
              <a:ext uri="{FF2B5EF4-FFF2-40B4-BE49-F238E27FC236}">
                <a16:creationId xmlns:a16="http://schemas.microsoft.com/office/drawing/2014/main" id="{E421D5B6-67F0-34F8-65C8-8AF395D4DF79}"/>
              </a:ext>
            </a:extLst>
          </p:cNvPr>
          <p:cNvSpPr/>
          <p:nvPr/>
        </p:nvSpPr>
        <p:spPr>
          <a:xfrm>
            <a:off x="9381281" y="1226916"/>
            <a:ext cx="2026785" cy="4629874"/>
          </a:xfrm>
          <a:prstGeom prst="roundRect">
            <a:avLst>
              <a:gd name="adj" fmla="val 2167"/>
            </a:avLst>
          </a:prstGeom>
          <a:no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11" name="Google Shape;962;p41">
            <a:extLst>
              <a:ext uri="{FF2B5EF4-FFF2-40B4-BE49-F238E27FC236}">
                <a16:creationId xmlns:a16="http://schemas.microsoft.com/office/drawing/2014/main" id="{4681F4C4-9C7B-708D-7714-36FCFC9010FA}"/>
              </a:ext>
            </a:extLst>
          </p:cNvPr>
          <p:cNvSpPr txBox="1">
            <a:spLocks/>
          </p:cNvSpPr>
          <p:nvPr/>
        </p:nvSpPr>
        <p:spPr>
          <a:xfrm>
            <a:off x="702308" y="188902"/>
            <a:ext cx="8799258"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 sz="4000">
                <a:solidFill>
                  <a:schemeClr val="accent4">
                    <a:lumMod val="75000"/>
                  </a:schemeClr>
                </a:solidFill>
                <a:latin typeface="Bebas Neue"/>
              </a:rPr>
              <a:t>completion year</a:t>
            </a:r>
          </a:p>
        </p:txBody>
      </p:sp>
      <p:sp>
        <p:nvSpPr>
          <p:cNvPr id="17" name="Flowchart: Alternate Process 16">
            <a:extLst>
              <a:ext uri="{FF2B5EF4-FFF2-40B4-BE49-F238E27FC236}">
                <a16:creationId xmlns:a16="http://schemas.microsoft.com/office/drawing/2014/main" id="{C089CB30-57D8-661D-808B-50661FD50410}"/>
              </a:ext>
            </a:extLst>
          </p:cNvPr>
          <p:cNvSpPr/>
          <p:nvPr/>
        </p:nvSpPr>
        <p:spPr>
          <a:xfrm>
            <a:off x="4150089" y="3865226"/>
            <a:ext cx="1754527" cy="1818967"/>
          </a:xfrm>
          <a:prstGeom prst="flowChartAlternateProcess">
            <a:avLst/>
          </a:prstGeom>
          <a:solidFill>
            <a:srgbClr val="B0A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F8EBE9"/>
                </a:solidFill>
              </a:rPr>
              <a:t>Country's economy slow recovery from the financial crisis</a:t>
            </a:r>
          </a:p>
        </p:txBody>
      </p:sp>
      <p:sp>
        <p:nvSpPr>
          <p:cNvPr id="18" name="Flowchart: Alternate Process 17">
            <a:extLst>
              <a:ext uri="{FF2B5EF4-FFF2-40B4-BE49-F238E27FC236}">
                <a16:creationId xmlns:a16="http://schemas.microsoft.com/office/drawing/2014/main" id="{165E8BE6-66D4-590F-180D-0F9A2E82FF3B}"/>
              </a:ext>
            </a:extLst>
          </p:cNvPr>
          <p:cNvSpPr/>
          <p:nvPr/>
        </p:nvSpPr>
        <p:spPr>
          <a:xfrm>
            <a:off x="5952624" y="1425164"/>
            <a:ext cx="2105434" cy="1818967"/>
          </a:xfrm>
          <a:prstGeom prst="flowChartAlternateProcess">
            <a:avLst/>
          </a:prstGeom>
          <a:solidFill>
            <a:srgbClr val="0099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8EBE9"/>
                </a:solidFill>
              </a:rPr>
              <a:t>Oil Price</a:t>
            </a:r>
            <a:r>
              <a:rPr lang="en-US" sz="1800" b="1">
                <a:solidFill>
                  <a:srgbClr val="F8EBE9"/>
                </a:solidFill>
              </a:rPr>
              <a:t> Crisis</a:t>
            </a:r>
            <a:endParaRPr lang="en-MY">
              <a:solidFill>
                <a:srgbClr val="F8EBE9"/>
              </a:solidFill>
            </a:endParaRPr>
          </a:p>
        </p:txBody>
      </p:sp>
      <p:sp>
        <p:nvSpPr>
          <p:cNvPr id="19" name="Flowchart: Alternate Process 18">
            <a:extLst>
              <a:ext uri="{FF2B5EF4-FFF2-40B4-BE49-F238E27FC236}">
                <a16:creationId xmlns:a16="http://schemas.microsoft.com/office/drawing/2014/main" id="{98EB4262-3DBF-8E16-43B2-E17E09B06B47}"/>
              </a:ext>
            </a:extLst>
          </p:cNvPr>
          <p:cNvSpPr/>
          <p:nvPr/>
        </p:nvSpPr>
        <p:spPr>
          <a:xfrm>
            <a:off x="8058058" y="3904804"/>
            <a:ext cx="1848194" cy="1888209"/>
          </a:xfrm>
          <a:prstGeom prst="flowChartAlternateProcess">
            <a:avLst/>
          </a:prstGeom>
          <a:solidFill>
            <a:srgbClr val="6666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solidFill>
                <a:srgbClr val="F8EBE9"/>
              </a:solidFill>
            </a:endParaRPr>
          </a:p>
          <a:p>
            <a:pPr algn="ctr"/>
            <a:r>
              <a:rPr lang="en-US" b="1">
                <a:solidFill>
                  <a:srgbClr val="F8EBE9"/>
                </a:solidFill>
              </a:rPr>
              <a:t>Rental increases along with the inflation rate </a:t>
            </a:r>
          </a:p>
          <a:p>
            <a:pPr algn="ctr"/>
            <a:endParaRPr lang="en-MY">
              <a:solidFill>
                <a:srgbClr val="F8EBE9"/>
              </a:solidFill>
            </a:endParaRPr>
          </a:p>
        </p:txBody>
      </p:sp>
      <p:sp>
        <p:nvSpPr>
          <p:cNvPr id="20" name="Flowchart: Alternate Process 19">
            <a:extLst>
              <a:ext uri="{FF2B5EF4-FFF2-40B4-BE49-F238E27FC236}">
                <a16:creationId xmlns:a16="http://schemas.microsoft.com/office/drawing/2014/main" id="{5BFD7AD3-3A34-FF3C-C8E9-141E0D14266F}"/>
              </a:ext>
            </a:extLst>
          </p:cNvPr>
          <p:cNvSpPr/>
          <p:nvPr/>
        </p:nvSpPr>
        <p:spPr>
          <a:xfrm>
            <a:off x="9927914" y="1792384"/>
            <a:ext cx="1768903" cy="1464241"/>
          </a:xfrm>
          <a:prstGeom prst="flowChartAlternateProcess">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800" b="1">
                <a:solidFill>
                  <a:srgbClr val="DAD0D9"/>
                </a:solidFill>
              </a:rPr>
              <a:t>Post-pandemic</a:t>
            </a:r>
            <a:r>
              <a:rPr lang="en-US" b="1">
                <a:solidFill>
                  <a:srgbClr val="DAD0D9"/>
                </a:solidFill>
              </a:rPr>
              <a:t> inflation</a:t>
            </a:r>
            <a:endParaRPr lang="en-MY">
              <a:solidFill>
                <a:srgbClr val="DAD0D9"/>
              </a:solidFill>
            </a:endParaRPr>
          </a:p>
        </p:txBody>
      </p:sp>
      <p:grpSp>
        <p:nvGrpSpPr>
          <p:cNvPr id="21" name="Group 20">
            <a:extLst>
              <a:ext uri="{FF2B5EF4-FFF2-40B4-BE49-F238E27FC236}">
                <a16:creationId xmlns:a16="http://schemas.microsoft.com/office/drawing/2014/main" id="{D16188D0-D94F-C599-F62E-A3477E8F4EC7}"/>
              </a:ext>
            </a:extLst>
          </p:cNvPr>
          <p:cNvGrpSpPr/>
          <p:nvPr/>
        </p:nvGrpSpPr>
        <p:grpSpPr>
          <a:xfrm>
            <a:off x="532084" y="3345470"/>
            <a:ext cx="11164735" cy="408482"/>
            <a:chOff x="532084" y="3345470"/>
            <a:chExt cx="11164735" cy="408482"/>
          </a:xfrm>
        </p:grpSpPr>
        <p:sp>
          <p:nvSpPr>
            <p:cNvPr id="22" name="Freeform: Shape 21">
              <a:extLst>
                <a:ext uri="{FF2B5EF4-FFF2-40B4-BE49-F238E27FC236}">
                  <a16:creationId xmlns:a16="http://schemas.microsoft.com/office/drawing/2014/main" id="{679EB1AF-2A94-B606-74EE-504B9C4B770F}"/>
                </a:ext>
              </a:extLst>
            </p:cNvPr>
            <p:cNvSpPr/>
            <p:nvPr/>
          </p:nvSpPr>
          <p:spPr>
            <a:xfrm>
              <a:off x="5954451" y="3441710"/>
              <a:ext cx="2105434" cy="312241"/>
            </a:xfrm>
            <a:custGeom>
              <a:avLst/>
              <a:gdLst>
                <a:gd name="connsiteX0" fmla="*/ 1012227 w 2160000"/>
                <a:gd name="connsiteY0" fmla="*/ 216001 h 312241"/>
                <a:gd name="connsiteX1" fmla="*/ 1149387 w 2160000"/>
                <a:gd name="connsiteY1" fmla="*/ 216001 h 312241"/>
                <a:gd name="connsiteX2" fmla="*/ 1080807 w 2160000"/>
                <a:gd name="connsiteY2" fmla="*/ 312241 h 312241"/>
                <a:gd name="connsiteX3" fmla="*/ 0 w 2160000"/>
                <a:gd name="connsiteY3" fmla="*/ 0 h 312241"/>
                <a:gd name="connsiteX4" fmla="*/ 2160000 w 2160000"/>
                <a:gd name="connsiteY4" fmla="*/ 0 h 312241"/>
                <a:gd name="connsiteX5" fmla="*/ 2160000 w 2160000"/>
                <a:gd name="connsiteY5" fmla="*/ 216000 h 312241"/>
                <a:gd name="connsiteX6" fmla="*/ 0 w 2160000"/>
                <a:gd name="connsiteY6" fmla="*/ 216000 h 31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0000" h="312241">
                  <a:moveTo>
                    <a:pt x="1012227" y="216001"/>
                  </a:moveTo>
                  <a:lnTo>
                    <a:pt x="1149387" y="216001"/>
                  </a:lnTo>
                  <a:lnTo>
                    <a:pt x="1080807" y="312241"/>
                  </a:lnTo>
                  <a:close/>
                  <a:moveTo>
                    <a:pt x="0" y="0"/>
                  </a:moveTo>
                  <a:lnTo>
                    <a:pt x="2160000" y="0"/>
                  </a:lnTo>
                  <a:lnTo>
                    <a:pt x="2160000" y="216000"/>
                  </a:lnTo>
                  <a:lnTo>
                    <a:pt x="0" y="216000"/>
                  </a:lnTo>
                  <a:close/>
                </a:path>
              </a:pathLst>
            </a:custGeom>
            <a:solidFill>
              <a:srgbClr val="0099C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
          <p:nvSpPr>
            <p:cNvPr id="23" name="Freeform: Shape 22">
              <a:extLst>
                <a:ext uri="{FF2B5EF4-FFF2-40B4-BE49-F238E27FC236}">
                  <a16:creationId xmlns:a16="http://schemas.microsoft.com/office/drawing/2014/main" id="{9942071B-7E76-C76B-E73B-C1CF5BAFB6E5}"/>
                </a:ext>
              </a:extLst>
            </p:cNvPr>
            <p:cNvSpPr/>
            <p:nvPr/>
          </p:nvSpPr>
          <p:spPr>
            <a:xfrm>
              <a:off x="532084" y="3345470"/>
              <a:ext cx="1754528" cy="312240"/>
            </a:xfrm>
            <a:custGeom>
              <a:avLst/>
              <a:gdLst>
                <a:gd name="connsiteX0" fmla="*/ 882162 w 1800000"/>
                <a:gd name="connsiteY0" fmla="*/ 0 h 312240"/>
                <a:gd name="connsiteX1" fmla="*/ 950742 w 1800000"/>
                <a:gd name="connsiteY1" fmla="*/ 96240 h 312240"/>
                <a:gd name="connsiteX2" fmla="*/ 1800000 w 1800000"/>
                <a:gd name="connsiteY2" fmla="*/ 96240 h 312240"/>
                <a:gd name="connsiteX3" fmla="*/ 1800000 w 1800000"/>
                <a:gd name="connsiteY3" fmla="*/ 312240 h 312240"/>
                <a:gd name="connsiteX4" fmla="*/ 69608 w 1800000"/>
                <a:gd name="connsiteY4" fmla="*/ 312240 h 312240"/>
                <a:gd name="connsiteX5" fmla="*/ 0 w 1800000"/>
                <a:gd name="connsiteY5" fmla="*/ 242632 h 312240"/>
                <a:gd name="connsiteX6" fmla="*/ 0 w 1800000"/>
                <a:gd name="connsiteY6" fmla="*/ 165848 h 312240"/>
                <a:gd name="connsiteX7" fmla="*/ 69608 w 1800000"/>
                <a:gd name="connsiteY7" fmla="*/ 96240 h 312240"/>
                <a:gd name="connsiteX8" fmla="*/ 813582 w 1800000"/>
                <a:gd name="connsiteY8" fmla="*/ 96240 h 312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0000" h="312240">
                  <a:moveTo>
                    <a:pt x="882162" y="0"/>
                  </a:moveTo>
                  <a:lnTo>
                    <a:pt x="950742" y="96240"/>
                  </a:lnTo>
                  <a:lnTo>
                    <a:pt x="1800000" y="96240"/>
                  </a:lnTo>
                  <a:lnTo>
                    <a:pt x="1800000" y="312240"/>
                  </a:lnTo>
                  <a:lnTo>
                    <a:pt x="69608" y="312240"/>
                  </a:lnTo>
                  <a:cubicBezTo>
                    <a:pt x="31165" y="312240"/>
                    <a:pt x="0" y="281075"/>
                    <a:pt x="0" y="242632"/>
                  </a:cubicBezTo>
                  <a:lnTo>
                    <a:pt x="0" y="165848"/>
                  </a:lnTo>
                  <a:cubicBezTo>
                    <a:pt x="0" y="127405"/>
                    <a:pt x="31165" y="96240"/>
                    <a:pt x="69608" y="96240"/>
                  </a:cubicBezTo>
                  <a:lnTo>
                    <a:pt x="813582" y="96240"/>
                  </a:lnTo>
                  <a:close/>
                </a:path>
              </a:pathLst>
            </a:custGeom>
            <a:solidFill>
              <a:srgbClr val="A5002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
          <p:nvSpPr>
            <p:cNvPr id="24" name="Freeform: Shape 23">
              <a:extLst>
                <a:ext uri="{FF2B5EF4-FFF2-40B4-BE49-F238E27FC236}">
                  <a16:creationId xmlns:a16="http://schemas.microsoft.com/office/drawing/2014/main" id="{080DC12C-C02E-BCA2-7B53-1485D5E915E9}"/>
                </a:ext>
              </a:extLst>
            </p:cNvPr>
            <p:cNvSpPr/>
            <p:nvPr/>
          </p:nvSpPr>
          <p:spPr>
            <a:xfrm rot="10800000">
              <a:off x="2345727" y="3441710"/>
              <a:ext cx="1754528" cy="312240"/>
            </a:xfrm>
            <a:custGeom>
              <a:avLst/>
              <a:gdLst>
                <a:gd name="connsiteX0" fmla="*/ 1800000 w 1800000"/>
                <a:gd name="connsiteY0" fmla="*/ 312240 h 312240"/>
                <a:gd name="connsiteX1" fmla="*/ 0 w 1800000"/>
                <a:gd name="connsiteY1" fmla="*/ 312240 h 312240"/>
                <a:gd name="connsiteX2" fmla="*/ 0 w 1800000"/>
                <a:gd name="connsiteY2" fmla="*/ 96240 h 312240"/>
                <a:gd name="connsiteX3" fmla="*/ 831483 w 1800000"/>
                <a:gd name="connsiteY3" fmla="*/ 96240 h 312240"/>
                <a:gd name="connsiteX4" fmla="*/ 900063 w 1800000"/>
                <a:gd name="connsiteY4" fmla="*/ 0 h 312240"/>
                <a:gd name="connsiteX5" fmla="*/ 968643 w 1800000"/>
                <a:gd name="connsiteY5" fmla="*/ 96240 h 312240"/>
                <a:gd name="connsiteX6" fmla="*/ 1800000 w 1800000"/>
                <a:gd name="connsiteY6" fmla="*/ 96240 h 312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0000" h="312240">
                  <a:moveTo>
                    <a:pt x="1800000" y="312240"/>
                  </a:moveTo>
                  <a:lnTo>
                    <a:pt x="0" y="312240"/>
                  </a:lnTo>
                  <a:lnTo>
                    <a:pt x="0" y="96240"/>
                  </a:lnTo>
                  <a:lnTo>
                    <a:pt x="831483" y="96240"/>
                  </a:lnTo>
                  <a:lnTo>
                    <a:pt x="900063" y="0"/>
                  </a:lnTo>
                  <a:lnTo>
                    <a:pt x="968643" y="96240"/>
                  </a:lnTo>
                  <a:lnTo>
                    <a:pt x="1800000" y="96240"/>
                  </a:lnTo>
                  <a:close/>
                </a:path>
              </a:pathLst>
            </a:custGeom>
            <a:solidFill>
              <a:srgbClr val="00808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
          <p:nvSpPr>
            <p:cNvPr id="25" name="Freeform: Shape 24">
              <a:extLst>
                <a:ext uri="{FF2B5EF4-FFF2-40B4-BE49-F238E27FC236}">
                  <a16:creationId xmlns:a16="http://schemas.microsoft.com/office/drawing/2014/main" id="{5827E70D-84C3-CAD7-1322-FBCF897283DB}"/>
                </a:ext>
              </a:extLst>
            </p:cNvPr>
            <p:cNvSpPr/>
            <p:nvPr/>
          </p:nvSpPr>
          <p:spPr>
            <a:xfrm>
              <a:off x="4150089" y="3350830"/>
              <a:ext cx="1754528" cy="306880"/>
            </a:xfrm>
            <a:custGeom>
              <a:avLst/>
              <a:gdLst>
                <a:gd name="connsiteX0" fmla="*/ 900000 w 1800000"/>
                <a:gd name="connsiteY0" fmla="*/ 0 h 306880"/>
                <a:gd name="connsiteX1" fmla="*/ 964761 w 1800000"/>
                <a:gd name="connsiteY1" fmla="*/ 90880 h 306880"/>
                <a:gd name="connsiteX2" fmla="*/ 1800000 w 1800000"/>
                <a:gd name="connsiteY2" fmla="*/ 90880 h 306880"/>
                <a:gd name="connsiteX3" fmla="*/ 1800000 w 1800000"/>
                <a:gd name="connsiteY3" fmla="*/ 306880 h 306880"/>
                <a:gd name="connsiteX4" fmla="*/ 0 w 1800000"/>
                <a:gd name="connsiteY4" fmla="*/ 306880 h 306880"/>
                <a:gd name="connsiteX5" fmla="*/ 0 w 1800000"/>
                <a:gd name="connsiteY5" fmla="*/ 90880 h 306880"/>
                <a:gd name="connsiteX6" fmla="*/ 835240 w 1800000"/>
                <a:gd name="connsiteY6" fmla="*/ 90880 h 306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0000" h="306880">
                  <a:moveTo>
                    <a:pt x="900000" y="0"/>
                  </a:moveTo>
                  <a:lnTo>
                    <a:pt x="964761" y="90880"/>
                  </a:lnTo>
                  <a:lnTo>
                    <a:pt x="1800000" y="90880"/>
                  </a:lnTo>
                  <a:lnTo>
                    <a:pt x="1800000" y="306880"/>
                  </a:lnTo>
                  <a:lnTo>
                    <a:pt x="0" y="306880"/>
                  </a:lnTo>
                  <a:lnTo>
                    <a:pt x="0" y="90880"/>
                  </a:lnTo>
                  <a:lnTo>
                    <a:pt x="835240" y="90880"/>
                  </a:lnTo>
                  <a:close/>
                </a:path>
              </a:pathLst>
            </a:custGeom>
            <a:solidFill>
              <a:srgbClr val="B0AC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
          <p:nvSpPr>
            <p:cNvPr id="26" name="Freeform: Shape 25">
              <a:extLst>
                <a:ext uri="{FF2B5EF4-FFF2-40B4-BE49-F238E27FC236}">
                  <a16:creationId xmlns:a16="http://schemas.microsoft.com/office/drawing/2014/main" id="{C2FED56E-D670-ADB2-4973-D3D66C71B164}"/>
                </a:ext>
              </a:extLst>
            </p:cNvPr>
            <p:cNvSpPr/>
            <p:nvPr/>
          </p:nvSpPr>
          <p:spPr>
            <a:xfrm>
              <a:off x="8118377" y="3345470"/>
              <a:ext cx="1754528" cy="312240"/>
            </a:xfrm>
            <a:custGeom>
              <a:avLst/>
              <a:gdLst>
                <a:gd name="connsiteX0" fmla="*/ 900000 w 1800000"/>
                <a:gd name="connsiteY0" fmla="*/ 0 h 312240"/>
                <a:gd name="connsiteX1" fmla="*/ 968580 w 1800000"/>
                <a:gd name="connsiteY1" fmla="*/ 96240 h 312240"/>
                <a:gd name="connsiteX2" fmla="*/ 1800000 w 1800000"/>
                <a:gd name="connsiteY2" fmla="*/ 96240 h 312240"/>
                <a:gd name="connsiteX3" fmla="*/ 1800000 w 1800000"/>
                <a:gd name="connsiteY3" fmla="*/ 312240 h 312240"/>
                <a:gd name="connsiteX4" fmla="*/ 0 w 1800000"/>
                <a:gd name="connsiteY4" fmla="*/ 312240 h 312240"/>
                <a:gd name="connsiteX5" fmla="*/ 0 w 1800000"/>
                <a:gd name="connsiteY5" fmla="*/ 96240 h 312240"/>
                <a:gd name="connsiteX6" fmla="*/ 831420 w 1800000"/>
                <a:gd name="connsiteY6" fmla="*/ 96240 h 312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0000" h="312240">
                  <a:moveTo>
                    <a:pt x="900000" y="0"/>
                  </a:moveTo>
                  <a:lnTo>
                    <a:pt x="968580" y="96240"/>
                  </a:lnTo>
                  <a:lnTo>
                    <a:pt x="1800000" y="96240"/>
                  </a:lnTo>
                  <a:lnTo>
                    <a:pt x="1800000" y="312240"/>
                  </a:lnTo>
                  <a:lnTo>
                    <a:pt x="0" y="312240"/>
                  </a:lnTo>
                  <a:lnTo>
                    <a:pt x="0" y="96240"/>
                  </a:lnTo>
                  <a:lnTo>
                    <a:pt x="831420" y="96240"/>
                  </a:lnTo>
                  <a:close/>
                </a:path>
              </a:pathLst>
            </a:custGeom>
            <a:solidFill>
              <a:srgbClr val="66669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
          <p:nvSpPr>
            <p:cNvPr id="27" name="Freeform: Shape 26">
              <a:extLst>
                <a:ext uri="{FF2B5EF4-FFF2-40B4-BE49-F238E27FC236}">
                  <a16:creationId xmlns:a16="http://schemas.microsoft.com/office/drawing/2014/main" id="{9E539ED9-8397-3AA7-1545-FFCD92E3F951}"/>
                </a:ext>
              </a:extLst>
            </p:cNvPr>
            <p:cNvSpPr/>
            <p:nvPr/>
          </p:nvSpPr>
          <p:spPr>
            <a:xfrm rot="10800000">
              <a:off x="9942291" y="3441711"/>
              <a:ext cx="1754528" cy="312241"/>
            </a:xfrm>
            <a:custGeom>
              <a:avLst/>
              <a:gdLst>
                <a:gd name="connsiteX0" fmla="*/ 968580 w 1800000"/>
                <a:gd name="connsiteY0" fmla="*/ 96240 h 312241"/>
                <a:gd name="connsiteX1" fmla="*/ 831420 w 1800000"/>
                <a:gd name="connsiteY1" fmla="*/ 96240 h 312241"/>
                <a:gd name="connsiteX2" fmla="*/ 900000 w 1800000"/>
                <a:gd name="connsiteY2" fmla="*/ 0 h 312241"/>
                <a:gd name="connsiteX3" fmla="*/ 1800000 w 1800000"/>
                <a:gd name="connsiteY3" fmla="*/ 312241 h 312241"/>
                <a:gd name="connsiteX4" fmla="*/ 69608 w 1800000"/>
                <a:gd name="connsiteY4" fmla="*/ 312241 h 312241"/>
                <a:gd name="connsiteX5" fmla="*/ 0 w 1800000"/>
                <a:gd name="connsiteY5" fmla="*/ 242633 h 312241"/>
                <a:gd name="connsiteX6" fmla="*/ 0 w 1800000"/>
                <a:gd name="connsiteY6" fmla="*/ 165849 h 312241"/>
                <a:gd name="connsiteX7" fmla="*/ 69608 w 1800000"/>
                <a:gd name="connsiteY7" fmla="*/ 96241 h 312241"/>
                <a:gd name="connsiteX8" fmla="*/ 1800000 w 1800000"/>
                <a:gd name="connsiteY8" fmla="*/ 96241 h 31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0000" h="312241">
                  <a:moveTo>
                    <a:pt x="968580" y="96240"/>
                  </a:moveTo>
                  <a:lnTo>
                    <a:pt x="831420" y="96240"/>
                  </a:lnTo>
                  <a:lnTo>
                    <a:pt x="900000" y="0"/>
                  </a:lnTo>
                  <a:close/>
                  <a:moveTo>
                    <a:pt x="1800000" y="312241"/>
                  </a:moveTo>
                  <a:lnTo>
                    <a:pt x="69608" y="312241"/>
                  </a:lnTo>
                  <a:cubicBezTo>
                    <a:pt x="31165" y="312241"/>
                    <a:pt x="0" y="281076"/>
                    <a:pt x="0" y="242633"/>
                  </a:cubicBezTo>
                  <a:lnTo>
                    <a:pt x="0" y="165849"/>
                  </a:lnTo>
                  <a:cubicBezTo>
                    <a:pt x="0" y="127406"/>
                    <a:pt x="31165" y="96241"/>
                    <a:pt x="69608" y="96241"/>
                  </a:cubicBezTo>
                  <a:lnTo>
                    <a:pt x="1800000" y="96241"/>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grpSp>
      <p:sp>
        <p:nvSpPr>
          <p:cNvPr id="28" name="TextBox 27">
            <a:extLst>
              <a:ext uri="{FF2B5EF4-FFF2-40B4-BE49-F238E27FC236}">
                <a16:creationId xmlns:a16="http://schemas.microsoft.com/office/drawing/2014/main" id="{E280F878-DF46-0626-8EB4-65EDFBF87FE5}"/>
              </a:ext>
            </a:extLst>
          </p:cNvPr>
          <p:cNvSpPr txBox="1"/>
          <p:nvPr/>
        </p:nvSpPr>
        <p:spPr>
          <a:xfrm>
            <a:off x="495181" y="2952346"/>
            <a:ext cx="1850545" cy="400110"/>
          </a:xfrm>
          <a:prstGeom prst="rect">
            <a:avLst/>
          </a:prstGeom>
          <a:noFill/>
        </p:spPr>
        <p:txBody>
          <a:bodyPr wrap="square">
            <a:spAutoFit/>
          </a:bodyPr>
          <a:lstStyle/>
          <a:p>
            <a:pPr algn="ctr"/>
            <a:r>
              <a:rPr lang="en-GB" sz="2000" b="1">
                <a:solidFill>
                  <a:srgbClr val="A50021"/>
                </a:solidFill>
                <a:cs typeface="Segoe UI"/>
              </a:rPr>
              <a:t>1991 - 1994</a:t>
            </a:r>
            <a:endParaRPr lang="en-GB" sz="2000" b="1">
              <a:solidFill>
                <a:srgbClr val="A50021"/>
              </a:solidFill>
              <a:ea typeface="+mn-lt"/>
              <a:cs typeface="Segoe UI"/>
            </a:endParaRPr>
          </a:p>
        </p:txBody>
      </p:sp>
      <p:sp>
        <p:nvSpPr>
          <p:cNvPr id="29" name="TextBox 28">
            <a:extLst>
              <a:ext uri="{FF2B5EF4-FFF2-40B4-BE49-F238E27FC236}">
                <a16:creationId xmlns:a16="http://schemas.microsoft.com/office/drawing/2014/main" id="{DAD76BE9-D515-1CDE-BE89-2433D53C5F82}"/>
              </a:ext>
            </a:extLst>
          </p:cNvPr>
          <p:cNvSpPr txBox="1"/>
          <p:nvPr/>
        </p:nvSpPr>
        <p:spPr>
          <a:xfrm>
            <a:off x="2249710" y="3859562"/>
            <a:ext cx="1850545" cy="369332"/>
          </a:xfrm>
          <a:prstGeom prst="rect">
            <a:avLst/>
          </a:prstGeom>
          <a:noFill/>
        </p:spPr>
        <p:txBody>
          <a:bodyPr wrap="square" lIns="91440" tIns="45720" rIns="91440" bIns="45720" anchor="t">
            <a:spAutoFit/>
          </a:bodyPr>
          <a:lstStyle/>
          <a:p>
            <a:pPr algn="ctr"/>
            <a:r>
              <a:rPr lang="en-GB" b="1">
                <a:solidFill>
                  <a:srgbClr val="008080"/>
                </a:solidFill>
                <a:cs typeface="Segoe UI"/>
              </a:rPr>
              <a:t>1998 - 2001</a:t>
            </a:r>
          </a:p>
        </p:txBody>
      </p:sp>
      <p:sp>
        <p:nvSpPr>
          <p:cNvPr id="30" name="Flowchart: Alternate Process 29">
            <a:extLst>
              <a:ext uri="{FF2B5EF4-FFF2-40B4-BE49-F238E27FC236}">
                <a16:creationId xmlns:a16="http://schemas.microsoft.com/office/drawing/2014/main" id="{D954BCB6-14BB-3519-6C98-5ED5061AC794}"/>
              </a:ext>
            </a:extLst>
          </p:cNvPr>
          <p:cNvSpPr/>
          <p:nvPr/>
        </p:nvSpPr>
        <p:spPr>
          <a:xfrm>
            <a:off x="546184" y="3859562"/>
            <a:ext cx="1754527" cy="1818967"/>
          </a:xfrm>
          <a:prstGeom prst="flowChartAlternateProcess">
            <a:avLst/>
          </a:prstGeom>
          <a:solidFill>
            <a:srgbClr val="A500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accent5">
                    <a:lumMod val="20000"/>
                    <a:lumOff val="80000"/>
                  </a:schemeClr>
                </a:solidFill>
                <a:cs typeface="Segoe UI"/>
              </a:rPr>
              <a:t>The success of New Economy Policy by the National Development Policy (NDP)</a:t>
            </a:r>
          </a:p>
        </p:txBody>
      </p:sp>
      <p:sp>
        <p:nvSpPr>
          <p:cNvPr id="31" name="Flowchart: Alternate Process 30">
            <a:extLst>
              <a:ext uri="{FF2B5EF4-FFF2-40B4-BE49-F238E27FC236}">
                <a16:creationId xmlns:a16="http://schemas.microsoft.com/office/drawing/2014/main" id="{563227AC-B537-0265-60B9-1E15B4381798}"/>
              </a:ext>
            </a:extLst>
          </p:cNvPr>
          <p:cNvSpPr/>
          <p:nvPr/>
        </p:nvSpPr>
        <p:spPr>
          <a:xfrm>
            <a:off x="2341458" y="1425164"/>
            <a:ext cx="1754527" cy="1818967"/>
          </a:xfrm>
          <a:prstGeom prst="flowChartAlternateProcess">
            <a:avLst/>
          </a:prstGeom>
          <a:solidFill>
            <a:srgbClr val="008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accent5">
                    <a:lumMod val="20000"/>
                    <a:lumOff val="80000"/>
                  </a:schemeClr>
                </a:solidFill>
                <a:cs typeface="Segoe UI"/>
              </a:rPr>
              <a:t>Asian Financial Crisis</a:t>
            </a:r>
          </a:p>
        </p:txBody>
      </p:sp>
      <p:sp>
        <p:nvSpPr>
          <p:cNvPr id="32" name="TextBox 31">
            <a:extLst>
              <a:ext uri="{FF2B5EF4-FFF2-40B4-BE49-F238E27FC236}">
                <a16:creationId xmlns:a16="http://schemas.microsoft.com/office/drawing/2014/main" id="{F68EB85A-8104-55AF-06EB-BFB82074A5BC}"/>
              </a:ext>
            </a:extLst>
          </p:cNvPr>
          <p:cNvSpPr txBox="1"/>
          <p:nvPr/>
        </p:nvSpPr>
        <p:spPr>
          <a:xfrm>
            <a:off x="4102079" y="2818825"/>
            <a:ext cx="1850545" cy="369332"/>
          </a:xfrm>
          <a:prstGeom prst="rect">
            <a:avLst/>
          </a:prstGeom>
          <a:noFill/>
        </p:spPr>
        <p:txBody>
          <a:bodyPr wrap="square" lIns="91440" tIns="45720" rIns="91440" bIns="45720" anchor="t">
            <a:spAutoFit/>
          </a:bodyPr>
          <a:lstStyle/>
          <a:p>
            <a:pPr algn="ctr"/>
            <a:r>
              <a:rPr lang="en-GB" b="1">
                <a:solidFill>
                  <a:srgbClr val="B0AC00"/>
                </a:solidFill>
                <a:cs typeface="Segoe UI"/>
              </a:rPr>
              <a:t>2003-2012</a:t>
            </a:r>
          </a:p>
        </p:txBody>
      </p:sp>
      <p:sp>
        <p:nvSpPr>
          <p:cNvPr id="33" name="TextBox 32">
            <a:extLst>
              <a:ext uri="{FF2B5EF4-FFF2-40B4-BE49-F238E27FC236}">
                <a16:creationId xmlns:a16="http://schemas.microsoft.com/office/drawing/2014/main" id="{9755BEAE-A633-3888-FD6D-77F75C220531}"/>
              </a:ext>
            </a:extLst>
          </p:cNvPr>
          <p:cNvSpPr txBox="1"/>
          <p:nvPr/>
        </p:nvSpPr>
        <p:spPr>
          <a:xfrm>
            <a:off x="6077981" y="3834613"/>
            <a:ext cx="1850545" cy="369332"/>
          </a:xfrm>
          <a:prstGeom prst="rect">
            <a:avLst/>
          </a:prstGeom>
          <a:noFill/>
        </p:spPr>
        <p:txBody>
          <a:bodyPr wrap="square">
            <a:spAutoFit/>
          </a:bodyPr>
          <a:lstStyle/>
          <a:p>
            <a:pPr algn="ctr"/>
            <a:r>
              <a:rPr lang="en-GB" b="1">
                <a:solidFill>
                  <a:srgbClr val="0099CC"/>
                </a:solidFill>
                <a:cs typeface="Segoe UI"/>
              </a:rPr>
              <a:t>2014</a:t>
            </a:r>
          </a:p>
        </p:txBody>
      </p:sp>
      <p:sp>
        <p:nvSpPr>
          <p:cNvPr id="34" name="TextBox 33">
            <a:extLst>
              <a:ext uri="{FF2B5EF4-FFF2-40B4-BE49-F238E27FC236}">
                <a16:creationId xmlns:a16="http://schemas.microsoft.com/office/drawing/2014/main" id="{D9EDD778-B027-4213-4E61-CA9FD4D4BBCB}"/>
              </a:ext>
            </a:extLst>
          </p:cNvPr>
          <p:cNvSpPr txBox="1"/>
          <p:nvPr/>
        </p:nvSpPr>
        <p:spPr>
          <a:xfrm>
            <a:off x="8074901" y="2764165"/>
            <a:ext cx="1850545" cy="369332"/>
          </a:xfrm>
          <a:prstGeom prst="rect">
            <a:avLst/>
          </a:prstGeom>
          <a:noFill/>
        </p:spPr>
        <p:txBody>
          <a:bodyPr wrap="square" lIns="91440" tIns="45720" rIns="91440" bIns="45720" anchor="t">
            <a:spAutoFit/>
          </a:bodyPr>
          <a:lstStyle/>
          <a:p>
            <a:pPr algn="ctr"/>
            <a:r>
              <a:rPr lang="en-GB" b="1">
                <a:solidFill>
                  <a:srgbClr val="666699"/>
                </a:solidFill>
                <a:cs typeface="Segoe UI"/>
              </a:rPr>
              <a:t>2016 - 2021</a:t>
            </a:r>
          </a:p>
        </p:txBody>
      </p:sp>
      <p:sp>
        <p:nvSpPr>
          <p:cNvPr id="35" name="TextBox 34">
            <a:extLst>
              <a:ext uri="{FF2B5EF4-FFF2-40B4-BE49-F238E27FC236}">
                <a16:creationId xmlns:a16="http://schemas.microsoft.com/office/drawing/2014/main" id="{F6C1C1C3-D38D-737A-5716-B4DC3626A589}"/>
              </a:ext>
            </a:extLst>
          </p:cNvPr>
          <p:cNvSpPr txBox="1"/>
          <p:nvPr/>
        </p:nvSpPr>
        <p:spPr>
          <a:xfrm>
            <a:off x="9811417" y="3869683"/>
            <a:ext cx="1850545" cy="369332"/>
          </a:xfrm>
          <a:prstGeom prst="rect">
            <a:avLst/>
          </a:prstGeom>
          <a:noFill/>
        </p:spPr>
        <p:txBody>
          <a:bodyPr wrap="square">
            <a:spAutoFit/>
          </a:bodyPr>
          <a:lstStyle/>
          <a:p>
            <a:pPr algn="ctr"/>
            <a:r>
              <a:rPr lang="en-GB" b="1">
                <a:solidFill>
                  <a:srgbClr val="002060"/>
                </a:solidFill>
                <a:cs typeface="Segoe UI"/>
              </a:rPr>
              <a:t>2022-</a:t>
            </a:r>
          </a:p>
        </p:txBody>
      </p:sp>
      <p:sp>
        <p:nvSpPr>
          <p:cNvPr id="5" name="TextBox 4">
            <a:extLst>
              <a:ext uri="{FF2B5EF4-FFF2-40B4-BE49-F238E27FC236}">
                <a16:creationId xmlns:a16="http://schemas.microsoft.com/office/drawing/2014/main" id="{97720883-4D69-07F2-E9B1-95A9B4C067D6}"/>
              </a:ext>
            </a:extLst>
          </p:cNvPr>
          <p:cNvSpPr txBox="1"/>
          <p:nvPr/>
        </p:nvSpPr>
        <p:spPr>
          <a:xfrm>
            <a:off x="5177716" y="5787855"/>
            <a:ext cx="6526306" cy="369332"/>
          </a:xfrm>
          <a:prstGeom prst="rect">
            <a:avLst/>
          </a:prstGeom>
          <a:noFill/>
        </p:spPr>
        <p:txBody>
          <a:bodyPr wrap="square">
            <a:spAutoFit/>
          </a:bodyPr>
          <a:lstStyle/>
          <a:p>
            <a:pPr algn="r"/>
            <a:r>
              <a:rPr lang="en-AU"/>
              <a:t>(Chan et al., 2018)</a:t>
            </a:r>
          </a:p>
        </p:txBody>
      </p:sp>
    </p:spTree>
    <p:extLst>
      <p:ext uri="{BB962C8B-B14F-4D97-AF65-F5344CB8AC3E}">
        <p14:creationId xmlns:p14="http://schemas.microsoft.com/office/powerpoint/2010/main" val="56832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25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down)">
                                      <p:cBhvr>
                                        <p:cTn id="12" dur="250"/>
                                        <p:tgtEl>
                                          <p:spTgt spid="28"/>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ipe(up)">
                                      <p:cBhvr>
                                        <p:cTn id="15" dur="25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wipe(down)">
                                      <p:cBhvr>
                                        <p:cTn id="20" dur="250"/>
                                        <p:tgtEl>
                                          <p:spTgt spid="31"/>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wipe(up)">
                                      <p:cBhvr>
                                        <p:cTn id="23" dur="25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wipe(down)">
                                      <p:cBhvr>
                                        <p:cTn id="28" dur="250"/>
                                        <p:tgtEl>
                                          <p:spTgt spid="32"/>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up)">
                                      <p:cBhvr>
                                        <p:cTn id="31" dur="25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down)">
                                      <p:cBhvr>
                                        <p:cTn id="36" dur="250"/>
                                        <p:tgtEl>
                                          <p:spTgt spid="18"/>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wipe(up)">
                                      <p:cBhvr>
                                        <p:cTn id="39" dur="250"/>
                                        <p:tgtEl>
                                          <p:spTgt spid="3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up)">
                                      <p:cBhvr>
                                        <p:cTn id="44" dur="250"/>
                                        <p:tgtEl>
                                          <p:spTgt spid="19"/>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wipe(down)">
                                      <p:cBhvr>
                                        <p:cTn id="47" dur="250"/>
                                        <p:tgtEl>
                                          <p:spTgt spid="3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down)">
                                      <p:cBhvr>
                                        <p:cTn id="52" dur="250"/>
                                        <p:tgtEl>
                                          <p:spTgt spid="20"/>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wipe(up)">
                                      <p:cBhvr>
                                        <p:cTn id="55" dur="250"/>
                                        <p:tgtEl>
                                          <p:spTgt spid="35"/>
                                        </p:tgtEl>
                                      </p:cBhvr>
                                    </p:animEffect>
                                  </p:childTnLst>
                                </p:cTn>
                              </p:par>
                              <p:par>
                                <p:cTn id="56" presetID="1" presetClass="entr" presetSubtype="0" fill="hold" grpId="0" nodeType="withEffect">
                                  <p:stCondLst>
                                    <p:cond delay="0"/>
                                  </p:stCondLst>
                                  <p:childTnLst>
                                    <p:set>
                                      <p:cBhvr>
                                        <p:cTn id="57" dur="1" fill="hold">
                                          <p:stCondLst>
                                            <p:cond delay="0"/>
                                          </p:stCondLst>
                                        </p:cTn>
                                        <p:tgtEl>
                                          <p:spTgt spid="37"/>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17" grpId="0" animBg="1"/>
      <p:bldP spid="18" grpId="0" animBg="1"/>
      <p:bldP spid="19" grpId="0" animBg="1"/>
      <p:bldP spid="20" grpId="0" animBg="1"/>
      <p:bldP spid="28" grpId="0"/>
      <p:bldP spid="29" grpId="0"/>
      <p:bldP spid="30" grpId="0" animBg="1"/>
      <p:bldP spid="31" grpId="0" animBg="1"/>
      <p:bldP spid="32" grpId="0"/>
      <p:bldP spid="33" grpId="0"/>
      <p:bldP spid="34" grpId="0"/>
      <p:bldP spid="3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40" name="Google Shape;962;p41">
            <a:extLst>
              <a:ext uri="{FF2B5EF4-FFF2-40B4-BE49-F238E27FC236}">
                <a16:creationId xmlns:a16="http://schemas.microsoft.com/office/drawing/2014/main" id="{351C533E-DFA0-0038-5119-EE8B70BE9817}"/>
              </a:ext>
            </a:extLst>
          </p:cNvPr>
          <p:cNvSpPr txBox="1">
            <a:spLocks/>
          </p:cNvSpPr>
          <p:nvPr/>
        </p:nvSpPr>
        <p:spPr>
          <a:xfrm>
            <a:off x="682294" y="215400"/>
            <a:ext cx="8799258"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MY" sz="4000">
                <a:solidFill>
                  <a:schemeClr val="accent4">
                    <a:lumMod val="75000"/>
                  </a:schemeClr>
                </a:solidFill>
                <a:latin typeface="Bebas Neue"/>
              </a:rPr>
              <a:t>Investigable</a:t>
            </a:r>
            <a:r>
              <a:rPr lang="en" sz="4000">
                <a:solidFill>
                  <a:schemeClr val="accent4">
                    <a:lumMod val="75000"/>
                  </a:schemeClr>
                </a:solidFill>
                <a:latin typeface="Bebas Neue"/>
              </a:rPr>
              <a:t> </a:t>
            </a:r>
            <a:r>
              <a:rPr lang="en-US" altLang="zh-CN" sz="4000">
                <a:solidFill>
                  <a:schemeClr val="accent4">
                    <a:lumMod val="75000"/>
                  </a:schemeClr>
                </a:solidFill>
                <a:latin typeface="Bebas Neue"/>
              </a:rPr>
              <a:t>Factors</a:t>
            </a:r>
            <a:endParaRPr lang="en" sz="4000">
              <a:solidFill>
                <a:schemeClr val="accent4">
                  <a:lumMod val="75000"/>
                </a:schemeClr>
              </a:solidFill>
              <a:latin typeface="Bebas Neue"/>
            </a:endParaRPr>
          </a:p>
        </p:txBody>
      </p:sp>
      <p:sp>
        <p:nvSpPr>
          <p:cNvPr id="12" name="Rectangle: Rounded Corners 11">
            <a:extLst>
              <a:ext uri="{FF2B5EF4-FFF2-40B4-BE49-F238E27FC236}">
                <a16:creationId xmlns:a16="http://schemas.microsoft.com/office/drawing/2014/main" id="{0EDD149A-C198-661A-417E-5E2656527CF6}"/>
              </a:ext>
            </a:extLst>
          </p:cNvPr>
          <p:cNvSpPr/>
          <p:nvPr/>
        </p:nvSpPr>
        <p:spPr>
          <a:xfrm>
            <a:off x="805728" y="1226916"/>
            <a:ext cx="2026800" cy="4629874"/>
          </a:xfrm>
          <a:prstGeom prst="roundRect">
            <a:avLst>
              <a:gd name="adj" fmla="val 3667"/>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Rounded Corners 14">
            <a:extLst>
              <a:ext uri="{FF2B5EF4-FFF2-40B4-BE49-F238E27FC236}">
                <a16:creationId xmlns:a16="http://schemas.microsoft.com/office/drawing/2014/main" id="{824C4D76-52C2-5AE9-7CD0-BF4E91FFA2C6}"/>
              </a:ext>
            </a:extLst>
          </p:cNvPr>
          <p:cNvSpPr/>
          <p:nvPr/>
        </p:nvSpPr>
        <p:spPr>
          <a:xfrm>
            <a:off x="3140544" y="1226916"/>
            <a:ext cx="5910911" cy="4629874"/>
          </a:xfrm>
          <a:prstGeom prst="roundRect">
            <a:avLst>
              <a:gd name="adj" fmla="val 2167"/>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Rounded Corners 15">
            <a:extLst>
              <a:ext uri="{FF2B5EF4-FFF2-40B4-BE49-F238E27FC236}">
                <a16:creationId xmlns:a16="http://schemas.microsoft.com/office/drawing/2014/main" id="{1491AA96-C761-AB0D-CFDE-2E8904470D57}"/>
              </a:ext>
            </a:extLst>
          </p:cNvPr>
          <p:cNvSpPr/>
          <p:nvPr/>
        </p:nvSpPr>
        <p:spPr>
          <a:xfrm>
            <a:off x="9359471" y="1226916"/>
            <a:ext cx="2026785" cy="4629874"/>
          </a:xfrm>
          <a:prstGeom prst="roundRect">
            <a:avLst>
              <a:gd name="adj" fmla="val 2167"/>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Google Shape;962;p41">
            <a:extLst>
              <a:ext uri="{FF2B5EF4-FFF2-40B4-BE49-F238E27FC236}">
                <a16:creationId xmlns:a16="http://schemas.microsoft.com/office/drawing/2014/main" id="{AEC875E4-AE3A-C0A8-8FD7-7445A20980B4}"/>
              </a:ext>
            </a:extLst>
          </p:cNvPr>
          <p:cNvSpPr txBox="1">
            <a:spLocks/>
          </p:cNvSpPr>
          <p:nvPr/>
        </p:nvSpPr>
        <p:spPr>
          <a:xfrm>
            <a:off x="3756577" y="3657742"/>
            <a:ext cx="3264866"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US" altLang="zh-CN" sz="5400">
                <a:solidFill>
                  <a:schemeClr val="accent4">
                    <a:lumMod val="75000"/>
                  </a:schemeClr>
                </a:solidFill>
                <a:latin typeface="Bebas Neue"/>
              </a:rPr>
              <a:t>Facilities</a:t>
            </a:r>
            <a:endParaRPr lang="en" sz="5400">
              <a:solidFill>
                <a:schemeClr val="accent4">
                  <a:lumMod val="75000"/>
                </a:schemeClr>
              </a:solidFill>
              <a:latin typeface="Bebas Neue"/>
            </a:endParaRPr>
          </a:p>
        </p:txBody>
      </p:sp>
      <p:sp>
        <p:nvSpPr>
          <p:cNvPr id="14" name="Google Shape;962;p41">
            <a:extLst>
              <a:ext uri="{FF2B5EF4-FFF2-40B4-BE49-F238E27FC236}">
                <a16:creationId xmlns:a16="http://schemas.microsoft.com/office/drawing/2014/main" id="{27630282-DDBC-E066-EEEF-76CFBA8D245C}"/>
              </a:ext>
            </a:extLst>
          </p:cNvPr>
          <p:cNvSpPr txBox="1">
            <a:spLocks/>
          </p:cNvSpPr>
          <p:nvPr/>
        </p:nvSpPr>
        <p:spPr>
          <a:xfrm>
            <a:off x="3756577" y="2172613"/>
            <a:ext cx="3264866"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 sz="5400">
                <a:solidFill>
                  <a:schemeClr val="accent4">
                    <a:lumMod val="75000"/>
                  </a:schemeClr>
                </a:solidFill>
                <a:latin typeface="Bebas Neue"/>
              </a:rPr>
              <a:t>02</a:t>
            </a:r>
          </a:p>
        </p:txBody>
      </p:sp>
    </p:spTree>
    <p:extLst>
      <p:ext uri="{BB962C8B-B14F-4D97-AF65-F5344CB8AC3E}">
        <p14:creationId xmlns:p14="http://schemas.microsoft.com/office/powerpoint/2010/main" val="29544527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62;p41">
            <a:extLst>
              <a:ext uri="{FF2B5EF4-FFF2-40B4-BE49-F238E27FC236}">
                <a16:creationId xmlns:a16="http://schemas.microsoft.com/office/drawing/2014/main" id="{7E1A1611-4F69-0B04-7288-BF48FC4042DB}"/>
              </a:ext>
            </a:extLst>
          </p:cNvPr>
          <p:cNvSpPr txBox="1">
            <a:spLocks/>
          </p:cNvSpPr>
          <p:nvPr/>
        </p:nvSpPr>
        <p:spPr>
          <a:xfrm>
            <a:off x="787194" y="543755"/>
            <a:ext cx="8799258"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 sz="4000">
                <a:solidFill>
                  <a:schemeClr val="accent4">
                    <a:lumMod val="75000"/>
                  </a:schemeClr>
                </a:solidFill>
                <a:latin typeface="Bebas Neue"/>
              </a:rPr>
              <a:t>facilities</a:t>
            </a:r>
          </a:p>
          <a:p>
            <a:endParaRPr lang="en" sz="4000">
              <a:solidFill>
                <a:schemeClr val="accent4">
                  <a:lumMod val="75000"/>
                </a:schemeClr>
              </a:solidFill>
              <a:latin typeface="Bebas Neue"/>
            </a:endParaRPr>
          </a:p>
        </p:txBody>
      </p:sp>
      <p:sp>
        <p:nvSpPr>
          <p:cNvPr id="3" name="Rectangle 2">
            <a:extLst>
              <a:ext uri="{FF2B5EF4-FFF2-40B4-BE49-F238E27FC236}">
                <a16:creationId xmlns:a16="http://schemas.microsoft.com/office/drawing/2014/main" id="{65C3CF88-A3E6-EC4B-93CC-50B462FA1F1B}"/>
              </a:ext>
            </a:extLst>
          </p:cNvPr>
          <p:cNvSpPr/>
          <p:nvPr/>
        </p:nvSpPr>
        <p:spPr>
          <a:xfrm>
            <a:off x="787194" y="938386"/>
            <a:ext cx="5682109" cy="2059457"/>
          </a:xfrm>
          <a:prstGeom prst="rect">
            <a:avLst/>
          </a:prstGeom>
          <a:solidFill>
            <a:schemeClr val="bg2">
              <a:lumMod val="90000"/>
              <a:alpha val="9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9DEB3C7A-603C-361D-4847-4D8A2C82A666}"/>
              </a:ext>
            </a:extLst>
          </p:cNvPr>
          <p:cNvSpPr/>
          <p:nvPr/>
        </p:nvSpPr>
        <p:spPr>
          <a:xfrm>
            <a:off x="6773779" y="849486"/>
            <a:ext cx="4631027" cy="5186928"/>
          </a:xfrm>
          <a:prstGeom prst="rect">
            <a:avLst/>
          </a:prstGeom>
          <a:solidFill>
            <a:srgbClr val="E6E8EE">
              <a:alpha val="8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C727DBDF-F546-190C-6C28-4F3CAC112AF2}"/>
              </a:ext>
            </a:extLst>
          </p:cNvPr>
          <p:cNvSpPr txBox="1"/>
          <p:nvPr/>
        </p:nvSpPr>
        <p:spPr>
          <a:xfrm>
            <a:off x="976470" y="1054810"/>
            <a:ext cx="2072891" cy="461665"/>
          </a:xfrm>
          <a:prstGeom prst="rect">
            <a:avLst/>
          </a:prstGeom>
          <a:noFill/>
        </p:spPr>
        <p:txBody>
          <a:bodyPr wrap="square">
            <a:spAutoFit/>
          </a:bodyPr>
          <a:lstStyle/>
          <a:p>
            <a:r>
              <a:rPr lang="en-US" altLang="zh-CN" sz="2400" b="1" spc="40">
                <a:solidFill>
                  <a:schemeClr val="accent6">
                    <a:lumMod val="50000"/>
                  </a:schemeClr>
                </a:solidFill>
                <a:latin typeface="+mj-lt"/>
              </a:rPr>
              <a:t>Observations</a:t>
            </a:r>
            <a:endParaRPr lang="en-AU" sz="2400" b="1" spc="40">
              <a:solidFill>
                <a:schemeClr val="accent6">
                  <a:lumMod val="50000"/>
                </a:schemeClr>
              </a:solidFill>
              <a:latin typeface="+mj-lt"/>
            </a:endParaRPr>
          </a:p>
        </p:txBody>
      </p:sp>
      <p:sp>
        <p:nvSpPr>
          <p:cNvPr id="5" name="TextBox 4">
            <a:extLst>
              <a:ext uri="{FF2B5EF4-FFF2-40B4-BE49-F238E27FC236}">
                <a16:creationId xmlns:a16="http://schemas.microsoft.com/office/drawing/2014/main" id="{B6A74256-18B1-27AC-C7E9-C8F9336783A1}"/>
              </a:ext>
            </a:extLst>
          </p:cNvPr>
          <p:cNvSpPr txBox="1"/>
          <p:nvPr/>
        </p:nvSpPr>
        <p:spPr>
          <a:xfrm>
            <a:off x="1028035" y="1499868"/>
            <a:ext cx="5200426" cy="1323439"/>
          </a:xfrm>
          <a:prstGeom prst="rect">
            <a:avLst/>
          </a:prstGeom>
          <a:noFill/>
        </p:spPr>
        <p:txBody>
          <a:bodyPr wrap="square">
            <a:spAutoFit/>
          </a:bodyPr>
          <a:lstStyle/>
          <a:p>
            <a:pPr algn="just"/>
            <a:r>
              <a:rPr lang="en-US" altLang="zh-CN" sz="1600" b="1"/>
              <a:t>General situation of monthly rent for rentals with:</a:t>
            </a:r>
          </a:p>
          <a:p>
            <a:pPr algn="just"/>
            <a:endParaRPr lang="en-US" altLang="zh-CN" sz="1600"/>
          </a:p>
          <a:p>
            <a:pPr marL="285750" indent="-285750" algn="just">
              <a:buFont typeface="Arial" panose="020B0604020202020204" pitchFamily="34" charset="0"/>
              <a:buChar char="•"/>
            </a:pPr>
            <a:r>
              <a:rPr lang="en-US" altLang="zh-CN" sz="1600"/>
              <a:t>Up to 15 facilities		: Generally increases</a:t>
            </a:r>
          </a:p>
          <a:p>
            <a:pPr algn="just"/>
            <a:endParaRPr lang="en-US" altLang="zh-CN" sz="1600"/>
          </a:p>
          <a:p>
            <a:pPr marL="285750" indent="-285750" algn="just">
              <a:buFont typeface="Arial" panose="020B0604020202020204" pitchFamily="34" charset="0"/>
              <a:buChar char="•"/>
            </a:pPr>
            <a:r>
              <a:rPr lang="en-US" sz="1600"/>
              <a:t>More than 15 facilities	: Generally decreases</a:t>
            </a:r>
          </a:p>
        </p:txBody>
      </p:sp>
      <p:sp>
        <p:nvSpPr>
          <p:cNvPr id="6" name="Rectangle 5">
            <a:extLst>
              <a:ext uri="{FF2B5EF4-FFF2-40B4-BE49-F238E27FC236}">
                <a16:creationId xmlns:a16="http://schemas.microsoft.com/office/drawing/2014/main" id="{2767756B-7192-DEAA-CA42-CB812243185A}"/>
              </a:ext>
            </a:extLst>
          </p:cNvPr>
          <p:cNvSpPr/>
          <p:nvPr/>
        </p:nvSpPr>
        <p:spPr>
          <a:xfrm>
            <a:off x="787194" y="3217762"/>
            <a:ext cx="5682109" cy="2818651"/>
          </a:xfrm>
          <a:prstGeom prst="rect">
            <a:avLst/>
          </a:prstGeom>
          <a:solidFill>
            <a:schemeClr val="bg2">
              <a:lumMod val="90000"/>
              <a:alpha val="9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05F4FFA5-6263-1365-13BB-4D743ABE6C04}"/>
              </a:ext>
            </a:extLst>
          </p:cNvPr>
          <p:cNvSpPr txBox="1"/>
          <p:nvPr/>
        </p:nvSpPr>
        <p:spPr>
          <a:xfrm>
            <a:off x="976470" y="3379333"/>
            <a:ext cx="2702912" cy="461665"/>
          </a:xfrm>
          <a:prstGeom prst="rect">
            <a:avLst/>
          </a:prstGeom>
          <a:noFill/>
        </p:spPr>
        <p:txBody>
          <a:bodyPr wrap="square">
            <a:spAutoFit/>
          </a:bodyPr>
          <a:lstStyle/>
          <a:p>
            <a:r>
              <a:rPr lang="en-US" altLang="zh-CN" sz="2400" b="1" spc="40">
                <a:solidFill>
                  <a:schemeClr val="accent6">
                    <a:lumMod val="50000"/>
                  </a:schemeClr>
                </a:solidFill>
                <a:latin typeface="+mj-lt"/>
              </a:rPr>
              <a:t>Why?</a:t>
            </a:r>
            <a:endParaRPr lang="en-AU" sz="2400" b="1" spc="40">
              <a:solidFill>
                <a:schemeClr val="accent6">
                  <a:lumMod val="50000"/>
                </a:schemeClr>
              </a:solidFill>
              <a:latin typeface="+mj-lt"/>
            </a:endParaRPr>
          </a:p>
        </p:txBody>
      </p:sp>
      <p:sp>
        <p:nvSpPr>
          <p:cNvPr id="8" name="TextBox 7">
            <a:extLst>
              <a:ext uri="{FF2B5EF4-FFF2-40B4-BE49-F238E27FC236}">
                <a16:creationId xmlns:a16="http://schemas.microsoft.com/office/drawing/2014/main" id="{845DA2CB-BDD6-F219-E336-674C3019296D}"/>
              </a:ext>
            </a:extLst>
          </p:cNvPr>
          <p:cNvSpPr txBox="1"/>
          <p:nvPr/>
        </p:nvSpPr>
        <p:spPr>
          <a:xfrm>
            <a:off x="976471" y="3840998"/>
            <a:ext cx="5413966" cy="2062103"/>
          </a:xfrm>
          <a:prstGeom prst="rect">
            <a:avLst/>
          </a:prstGeom>
          <a:noFill/>
        </p:spPr>
        <p:txBody>
          <a:bodyPr wrap="square">
            <a:spAutoFit/>
          </a:bodyPr>
          <a:lstStyle/>
          <a:p>
            <a:r>
              <a:rPr lang="en-GB" sz="1600" b="1">
                <a:latin typeface="Times New Roman"/>
                <a:cs typeface="Segoe UI"/>
              </a:rPr>
              <a:t>Similarities of rentals despite having &gt;15 facilities:</a:t>
            </a:r>
          </a:p>
          <a:p>
            <a:endParaRPr lang="en-GB" sz="1600" b="1">
              <a:latin typeface="Times New Roman"/>
              <a:cs typeface="Segoe UI"/>
            </a:endParaRPr>
          </a:p>
          <a:p>
            <a:pPr marL="285750" indent="-285750">
              <a:buFont typeface="Courier New"/>
              <a:buChar char="o"/>
            </a:pPr>
            <a:r>
              <a:rPr lang="en-GB" sz="1600">
                <a:latin typeface="Times New Roman"/>
                <a:cs typeface="Segoe UI"/>
              </a:rPr>
              <a:t>At far ends of public transport lines (Cyberjaya, Gombak)</a:t>
            </a:r>
          </a:p>
          <a:p>
            <a:pPr marL="285750" indent="-285750">
              <a:buFont typeface="Courier New"/>
              <a:buChar char="o"/>
            </a:pPr>
            <a:r>
              <a:rPr lang="en-GB" sz="1600">
                <a:latin typeface="Times New Roman"/>
                <a:cs typeface="Segoe UI"/>
              </a:rPr>
              <a:t>Located far away from high-paying job opportunities</a:t>
            </a:r>
          </a:p>
          <a:p>
            <a:pPr marL="285750" indent="-285750">
              <a:buFont typeface="Courier New"/>
              <a:buChar char="o"/>
            </a:pPr>
            <a:r>
              <a:rPr lang="en-GB" sz="1600">
                <a:latin typeface="Times New Roman"/>
                <a:cs typeface="Segoe UI"/>
              </a:rPr>
              <a:t>Located far away from most educational institutes, recreational outlets, and malls</a:t>
            </a:r>
          </a:p>
          <a:p>
            <a:pPr marL="285750" indent="-285750">
              <a:buFont typeface="Courier New"/>
              <a:buChar char="o"/>
            </a:pPr>
            <a:endParaRPr lang="en-GB" sz="1600">
              <a:latin typeface="Times New Roman"/>
              <a:cs typeface="Segoe UI"/>
            </a:endParaRPr>
          </a:p>
          <a:p>
            <a:r>
              <a:rPr lang="en-GB" sz="1600">
                <a:latin typeface="Times New Roman"/>
                <a:cs typeface="Segoe UI"/>
              </a:rPr>
              <a:t>So, the demand for housing is low in those areas.</a:t>
            </a:r>
          </a:p>
        </p:txBody>
      </p:sp>
      <p:pic>
        <p:nvPicPr>
          <p:cNvPr id="9218" name="Picture 2">
            <a:extLst>
              <a:ext uri="{FF2B5EF4-FFF2-40B4-BE49-F238E27FC236}">
                <a16:creationId xmlns:a16="http://schemas.microsoft.com/office/drawing/2014/main" id="{11B43B83-A82C-D9E2-066B-A9A6C352D728}"/>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773779" y="938386"/>
            <a:ext cx="4522120" cy="5041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1417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9218"/>
                                        </p:tgtEl>
                                        <p:attrNameLst>
                                          <p:attrName>style.visibility</p:attrName>
                                        </p:attrNameLst>
                                      </p:cBhvr>
                                      <p:to>
                                        <p:strVal val="visible"/>
                                      </p:to>
                                    </p:set>
                                    <p:animEffect transition="in" filter="fade">
                                      <p:cBhvr>
                                        <p:cTn id="10" dur="250"/>
                                        <p:tgtEl>
                                          <p:spTgt spid="9218"/>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4" grpId="0"/>
      <p:bldP spid="5" grpId="0"/>
      <p:bldP spid="6" grpId="0" animBg="1"/>
      <p:bldP spid="7"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EF70A2C-483E-A7EA-FA5D-F119064B2026}"/>
              </a:ext>
            </a:extLst>
          </p:cNvPr>
          <p:cNvSpPr/>
          <p:nvPr/>
        </p:nvSpPr>
        <p:spPr>
          <a:xfrm>
            <a:off x="805728" y="1226916"/>
            <a:ext cx="2026800" cy="4629874"/>
          </a:xfrm>
          <a:prstGeom prst="roundRect">
            <a:avLst>
              <a:gd name="adj" fmla="val 3667"/>
            </a:avLst>
          </a:prstGeom>
          <a:no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20" name="Rectangle: Rounded Corners 19">
            <a:extLst>
              <a:ext uri="{FF2B5EF4-FFF2-40B4-BE49-F238E27FC236}">
                <a16:creationId xmlns:a16="http://schemas.microsoft.com/office/drawing/2014/main" id="{2627263A-7B7C-0965-848C-AD15BE4CA663}"/>
              </a:ext>
            </a:extLst>
          </p:cNvPr>
          <p:cNvSpPr/>
          <p:nvPr/>
        </p:nvSpPr>
        <p:spPr>
          <a:xfrm>
            <a:off x="3140544" y="1226916"/>
            <a:ext cx="5910911" cy="4629874"/>
          </a:xfrm>
          <a:prstGeom prst="roundRect">
            <a:avLst>
              <a:gd name="adj" fmla="val 2167"/>
            </a:avLst>
          </a:prstGeom>
          <a:no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21" name="Rectangle: Rounded Corners 20">
            <a:extLst>
              <a:ext uri="{FF2B5EF4-FFF2-40B4-BE49-F238E27FC236}">
                <a16:creationId xmlns:a16="http://schemas.microsoft.com/office/drawing/2014/main" id="{B3AE6390-1A85-5594-B76D-8809E251C898}"/>
              </a:ext>
            </a:extLst>
          </p:cNvPr>
          <p:cNvSpPr/>
          <p:nvPr/>
        </p:nvSpPr>
        <p:spPr>
          <a:xfrm>
            <a:off x="9359471" y="1226916"/>
            <a:ext cx="2026785" cy="4629874"/>
          </a:xfrm>
          <a:prstGeom prst="roundRect">
            <a:avLst>
              <a:gd name="adj" fmla="val 2167"/>
            </a:avLst>
          </a:prstGeom>
          <a:no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22" name="Google Shape;962;p41">
            <a:extLst>
              <a:ext uri="{FF2B5EF4-FFF2-40B4-BE49-F238E27FC236}">
                <a16:creationId xmlns:a16="http://schemas.microsoft.com/office/drawing/2014/main" id="{F79C2AAE-E0AE-4B06-3780-B63495EA3895}"/>
              </a:ext>
            </a:extLst>
          </p:cNvPr>
          <p:cNvSpPr txBox="1">
            <a:spLocks/>
          </p:cNvSpPr>
          <p:nvPr/>
        </p:nvSpPr>
        <p:spPr>
          <a:xfrm>
            <a:off x="3756577" y="3657742"/>
            <a:ext cx="3264866" cy="539432"/>
          </a:xfrm>
          <a:prstGeom prst="rect">
            <a:avLst/>
          </a:prstGeom>
          <a:noFill/>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US" altLang="zh-CN" sz="5400">
                <a:noFill/>
                <a:latin typeface="Bebas Neue"/>
              </a:rPr>
              <a:t>Facilities</a:t>
            </a:r>
            <a:endParaRPr lang="en" sz="5400">
              <a:noFill/>
              <a:latin typeface="Bebas Neue"/>
            </a:endParaRPr>
          </a:p>
        </p:txBody>
      </p:sp>
      <p:sp>
        <p:nvSpPr>
          <p:cNvPr id="23" name="Google Shape;962;p41">
            <a:extLst>
              <a:ext uri="{FF2B5EF4-FFF2-40B4-BE49-F238E27FC236}">
                <a16:creationId xmlns:a16="http://schemas.microsoft.com/office/drawing/2014/main" id="{069A06BA-FD46-1BDD-638B-094D4CDBB5AB}"/>
              </a:ext>
            </a:extLst>
          </p:cNvPr>
          <p:cNvSpPr txBox="1">
            <a:spLocks/>
          </p:cNvSpPr>
          <p:nvPr/>
        </p:nvSpPr>
        <p:spPr>
          <a:xfrm>
            <a:off x="3756577" y="2172613"/>
            <a:ext cx="3264866" cy="539432"/>
          </a:xfrm>
          <a:prstGeom prst="rect">
            <a:avLst/>
          </a:prstGeom>
          <a:noFill/>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 sz="5400">
                <a:noFill/>
                <a:latin typeface="Bebas Neue"/>
              </a:rPr>
              <a:t>02</a:t>
            </a:r>
          </a:p>
        </p:txBody>
      </p:sp>
      <p:sp>
        <p:nvSpPr>
          <p:cNvPr id="2" name="Google Shape;962;p41">
            <a:extLst>
              <a:ext uri="{FF2B5EF4-FFF2-40B4-BE49-F238E27FC236}">
                <a16:creationId xmlns:a16="http://schemas.microsoft.com/office/drawing/2014/main" id="{7E1A1611-4F69-0B04-7288-BF48FC4042DB}"/>
              </a:ext>
            </a:extLst>
          </p:cNvPr>
          <p:cNvSpPr txBox="1">
            <a:spLocks/>
          </p:cNvSpPr>
          <p:nvPr/>
        </p:nvSpPr>
        <p:spPr>
          <a:xfrm>
            <a:off x="734926" y="199491"/>
            <a:ext cx="8799258"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GB" sz="4000">
                <a:solidFill>
                  <a:schemeClr val="accent4">
                    <a:lumMod val="75000"/>
                  </a:schemeClr>
                </a:solidFill>
                <a:latin typeface="Bebas Neue"/>
              </a:rPr>
              <a:t>rent vs public transport availability</a:t>
            </a:r>
            <a:endParaRPr lang="en" sz="4000">
              <a:solidFill>
                <a:schemeClr val="accent4">
                  <a:lumMod val="75000"/>
                </a:schemeClr>
              </a:solidFill>
              <a:latin typeface="Bebas Neue"/>
            </a:endParaRPr>
          </a:p>
        </p:txBody>
      </p:sp>
      <p:sp>
        <p:nvSpPr>
          <p:cNvPr id="24" name="Rectangle 23">
            <a:extLst>
              <a:ext uri="{FF2B5EF4-FFF2-40B4-BE49-F238E27FC236}">
                <a16:creationId xmlns:a16="http://schemas.microsoft.com/office/drawing/2014/main" id="{65C3CF88-A3E6-EC4B-93CC-50B462FA1F1B}"/>
              </a:ext>
            </a:extLst>
          </p:cNvPr>
          <p:cNvSpPr/>
          <p:nvPr/>
        </p:nvSpPr>
        <p:spPr>
          <a:xfrm>
            <a:off x="801184" y="3837008"/>
            <a:ext cx="4199079" cy="2242709"/>
          </a:xfrm>
          <a:prstGeom prst="rect">
            <a:avLst/>
          </a:prstGeom>
          <a:solidFill>
            <a:schemeClr val="bg2">
              <a:lumMod val="90000"/>
              <a:alpha val="9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Rectangle 24">
            <a:extLst>
              <a:ext uri="{FF2B5EF4-FFF2-40B4-BE49-F238E27FC236}">
                <a16:creationId xmlns:a16="http://schemas.microsoft.com/office/drawing/2014/main" id="{9DEB3C7A-603C-361D-4847-4D8A2C82A666}"/>
              </a:ext>
            </a:extLst>
          </p:cNvPr>
          <p:cNvSpPr/>
          <p:nvPr/>
        </p:nvSpPr>
        <p:spPr>
          <a:xfrm>
            <a:off x="734926" y="840550"/>
            <a:ext cx="10655890" cy="2919945"/>
          </a:xfrm>
          <a:prstGeom prst="rect">
            <a:avLst/>
          </a:prstGeom>
          <a:solidFill>
            <a:srgbClr val="E6E8EE">
              <a:alpha val="8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C727DBDF-F546-190C-6C28-4F3CAC112AF2}"/>
              </a:ext>
            </a:extLst>
          </p:cNvPr>
          <p:cNvSpPr txBox="1"/>
          <p:nvPr/>
        </p:nvSpPr>
        <p:spPr>
          <a:xfrm>
            <a:off x="921717" y="4013465"/>
            <a:ext cx="2256671" cy="461665"/>
          </a:xfrm>
          <a:prstGeom prst="rect">
            <a:avLst/>
          </a:prstGeom>
          <a:noFill/>
        </p:spPr>
        <p:txBody>
          <a:bodyPr wrap="square">
            <a:spAutoFit/>
          </a:bodyPr>
          <a:lstStyle/>
          <a:p>
            <a:r>
              <a:rPr lang="en-US" altLang="zh-CN" sz="2400" b="1" spc="40">
                <a:solidFill>
                  <a:schemeClr val="accent6">
                    <a:lumMod val="50000"/>
                  </a:schemeClr>
                </a:solidFill>
                <a:latin typeface="+mj-lt"/>
              </a:rPr>
              <a:t>Observations</a:t>
            </a:r>
            <a:endParaRPr lang="en-AU" sz="2400" b="1" spc="40">
              <a:solidFill>
                <a:schemeClr val="accent6">
                  <a:lumMod val="50000"/>
                </a:schemeClr>
              </a:solidFill>
              <a:latin typeface="+mj-lt"/>
            </a:endParaRPr>
          </a:p>
        </p:txBody>
      </p:sp>
      <p:sp>
        <p:nvSpPr>
          <p:cNvPr id="27" name="TextBox 26">
            <a:extLst>
              <a:ext uri="{FF2B5EF4-FFF2-40B4-BE49-F238E27FC236}">
                <a16:creationId xmlns:a16="http://schemas.microsoft.com/office/drawing/2014/main" id="{B6A74256-18B1-27AC-C7E9-C8F9336783A1}"/>
              </a:ext>
            </a:extLst>
          </p:cNvPr>
          <p:cNvSpPr txBox="1"/>
          <p:nvPr/>
        </p:nvSpPr>
        <p:spPr>
          <a:xfrm>
            <a:off x="921717" y="4630413"/>
            <a:ext cx="3661858" cy="830997"/>
          </a:xfrm>
          <a:prstGeom prst="rect">
            <a:avLst/>
          </a:prstGeom>
          <a:noFill/>
        </p:spPr>
        <p:txBody>
          <a:bodyPr wrap="square">
            <a:spAutoFit/>
          </a:bodyPr>
          <a:lstStyle/>
          <a:p>
            <a:pPr algn="just"/>
            <a:r>
              <a:rPr lang="en-GB" sz="1600">
                <a:latin typeface="Times New Roman"/>
                <a:cs typeface="Times New Roman"/>
              </a:rPr>
              <a:t>The overall monthly rent is higher for units that have proximity to public transport (KTM/LRT).</a:t>
            </a:r>
          </a:p>
        </p:txBody>
      </p:sp>
      <p:sp>
        <p:nvSpPr>
          <p:cNvPr id="28" name="Rectangle 27">
            <a:extLst>
              <a:ext uri="{FF2B5EF4-FFF2-40B4-BE49-F238E27FC236}">
                <a16:creationId xmlns:a16="http://schemas.microsoft.com/office/drawing/2014/main" id="{2767756B-7192-DEAA-CA42-CB812243185A}"/>
              </a:ext>
            </a:extLst>
          </p:cNvPr>
          <p:cNvSpPr/>
          <p:nvPr/>
        </p:nvSpPr>
        <p:spPr>
          <a:xfrm>
            <a:off x="5324354" y="3837007"/>
            <a:ext cx="6066462" cy="2242709"/>
          </a:xfrm>
          <a:prstGeom prst="rect">
            <a:avLst/>
          </a:prstGeom>
          <a:solidFill>
            <a:schemeClr val="bg2">
              <a:lumMod val="90000"/>
              <a:alpha val="9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TextBox 28">
            <a:extLst>
              <a:ext uri="{FF2B5EF4-FFF2-40B4-BE49-F238E27FC236}">
                <a16:creationId xmlns:a16="http://schemas.microsoft.com/office/drawing/2014/main" id="{05F4FFA5-6263-1365-13BB-4D743ABE6C04}"/>
              </a:ext>
            </a:extLst>
          </p:cNvPr>
          <p:cNvSpPr txBox="1"/>
          <p:nvPr/>
        </p:nvSpPr>
        <p:spPr>
          <a:xfrm>
            <a:off x="5509550" y="3982984"/>
            <a:ext cx="2088180" cy="461665"/>
          </a:xfrm>
          <a:prstGeom prst="rect">
            <a:avLst/>
          </a:prstGeom>
          <a:noFill/>
        </p:spPr>
        <p:txBody>
          <a:bodyPr wrap="square">
            <a:spAutoFit/>
          </a:bodyPr>
          <a:lstStyle/>
          <a:p>
            <a:r>
              <a:rPr lang="en-US" altLang="zh-CN" sz="2400" b="1" spc="40">
                <a:solidFill>
                  <a:schemeClr val="accent6">
                    <a:lumMod val="50000"/>
                  </a:schemeClr>
                </a:solidFill>
                <a:latin typeface="+mj-lt"/>
              </a:rPr>
              <a:t>Why?</a:t>
            </a:r>
            <a:endParaRPr lang="en-AU" sz="2400" b="1" spc="40">
              <a:solidFill>
                <a:schemeClr val="accent6">
                  <a:lumMod val="50000"/>
                </a:schemeClr>
              </a:solidFill>
              <a:latin typeface="+mj-lt"/>
            </a:endParaRPr>
          </a:p>
        </p:txBody>
      </p:sp>
      <p:sp>
        <p:nvSpPr>
          <p:cNvPr id="30" name="TextBox 29">
            <a:extLst>
              <a:ext uri="{FF2B5EF4-FFF2-40B4-BE49-F238E27FC236}">
                <a16:creationId xmlns:a16="http://schemas.microsoft.com/office/drawing/2014/main" id="{845DA2CB-BDD6-F219-E336-674C3019296D}"/>
              </a:ext>
            </a:extLst>
          </p:cNvPr>
          <p:cNvSpPr txBox="1"/>
          <p:nvPr/>
        </p:nvSpPr>
        <p:spPr>
          <a:xfrm>
            <a:off x="5509550" y="4404583"/>
            <a:ext cx="5821000" cy="1569660"/>
          </a:xfrm>
          <a:prstGeom prst="rect">
            <a:avLst/>
          </a:prstGeom>
          <a:noFill/>
        </p:spPr>
        <p:txBody>
          <a:bodyPr wrap="square">
            <a:spAutoFit/>
          </a:bodyPr>
          <a:lstStyle/>
          <a:p>
            <a:r>
              <a:rPr lang="en-GB" sz="1600" b="1">
                <a:latin typeface="Times New Roman"/>
                <a:cs typeface="Times New Roman"/>
              </a:rPr>
              <a:t>The demand is higher, because of:</a:t>
            </a:r>
          </a:p>
          <a:p>
            <a:endParaRPr lang="en-GB" sz="1600">
              <a:latin typeface="Times New Roman"/>
              <a:cs typeface="Times New Roman"/>
            </a:endParaRPr>
          </a:p>
          <a:p>
            <a:pPr marL="285750" indent="-285750">
              <a:buFont typeface="Calibri"/>
              <a:buChar char="-"/>
            </a:pPr>
            <a:r>
              <a:rPr lang="en-GB" sz="1600">
                <a:latin typeface="Times New Roman"/>
                <a:cs typeface="Times New Roman"/>
              </a:rPr>
              <a:t>Convenience</a:t>
            </a:r>
          </a:p>
          <a:p>
            <a:pPr marL="285750" indent="-285750">
              <a:buFont typeface="Calibri"/>
              <a:buChar char="-"/>
            </a:pPr>
            <a:r>
              <a:rPr lang="en-GB" sz="1600">
                <a:latin typeface="Times New Roman"/>
                <a:cs typeface="Times New Roman"/>
              </a:rPr>
              <a:t>Better accessibility</a:t>
            </a:r>
          </a:p>
          <a:p>
            <a:pPr marL="285750" indent="-285750">
              <a:buFont typeface="Calibri"/>
              <a:buChar char="-"/>
            </a:pPr>
            <a:r>
              <a:rPr lang="en-GB" sz="1600">
                <a:latin typeface="Times New Roman"/>
                <a:cs typeface="Times New Roman"/>
              </a:rPr>
              <a:t>Renters will not need to spend on personal vehicles</a:t>
            </a:r>
          </a:p>
          <a:p>
            <a:pPr marL="285750" indent="-285750">
              <a:buFont typeface="Calibri"/>
              <a:buChar char="-"/>
            </a:pPr>
            <a:r>
              <a:rPr lang="en-GB" sz="1600">
                <a:latin typeface="Times New Roman"/>
                <a:cs typeface="Times New Roman"/>
              </a:rPr>
              <a:t>Reduce carbon footprint (eco-friendly)</a:t>
            </a:r>
          </a:p>
        </p:txBody>
      </p:sp>
      <p:pic>
        <p:nvPicPr>
          <p:cNvPr id="31" name="Picture 4">
            <a:extLst>
              <a:ext uri="{FF2B5EF4-FFF2-40B4-BE49-F238E27FC236}">
                <a16:creationId xmlns:a16="http://schemas.microsoft.com/office/drawing/2014/main" id="{85A79E96-FB55-BBFB-DB2E-956DC51A9498}"/>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59075" y="956064"/>
            <a:ext cx="8607591" cy="2700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2907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25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25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animBg="1"/>
      <p:bldP spid="25" grpId="0" animBg="1"/>
      <p:bldP spid="26" grpId="0"/>
      <p:bldP spid="27" grpId="0"/>
      <p:bldP spid="28" grpId="0" animBg="1"/>
      <p:bldP spid="29" grpId="0"/>
      <p:bldP spid="3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40" name="Google Shape;962;p41">
            <a:extLst>
              <a:ext uri="{FF2B5EF4-FFF2-40B4-BE49-F238E27FC236}">
                <a16:creationId xmlns:a16="http://schemas.microsoft.com/office/drawing/2014/main" id="{351C533E-DFA0-0038-5119-EE8B70BE9817}"/>
              </a:ext>
            </a:extLst>
          </p:cNvPr>
          <p:cNvSpPr txBox="1">
            <a:spLocks/>
          </p:cNvSpPr>
          <p:nvPr/>
        </p:nvSpPr>
        <p:spPr>
          <a:xfrm>
            <a:off x="682294" y="215400"/>
            <a:ext cx="8799258"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MY" sz="4000">
                <a:solidFill>
                  <a:schemeClr val="accent4">
                    <a:lumMod val="75000"/>
                  </a:schemeClr>
                </a:solidFill>
                <a:latin typeface="Bebas Neue"/>
              </a:rPr>
              <a:t>Investigable</a:t>
            </a:r>
            <a:r>
              <a:rPr lang="en" sz="4000">
                <a:solidFill>
                  <a:schemeClr val="accent4">
                    <a:lumMod val="75000"/>
                  </a:schemeClr>
                </a:solidFill>
                <a:latin typeface="Bebas Neue"/>
              </a:rPr>
              <a:t> </a:t>
            </a:r>
            <a:r>
              <a:rPr lang="en-US" altLang="zh-CN" sz="4000">
                <a:solidFill>
                  <a:schemeClr val="accent4">
                    <a:lumMod val="75000"/>
                  </a:schemeClr>
                </a:solidFill>
                <a:latin typeface="Bebas Neue"/>
              </a:rPr>
              <a:t>Factors</a:t>
            </a:r>
            <a:endParaRPr lang="en" sz="4000">
              <a:solidFill>
                <a:schemeClr val="accent4">
                  <a:lumMod val="75000"/>
                </a:schemeClr>
              </a:solidFill>
              <a:latin typeface="Bebas Neue"/>
            </a:endParaRPr>
          </a:p>
        </p:txBody>
      </p:sp>
      <p:sp>
        <p:nvSpPr>
          <p:cNvPr id="12" name="Rectangle: Rounded Corners 11">
            <a:extLst>
              <a:ext uri="{FF2B5EF4-FFF2-40B4-BE49-F238E27FC236}">
                <a16:creationId xmlns:a16="http://schemas.microsoft.com/office/drawing/2014/main" id="{0EDD149A-C198-661A-417E-5E2656527CF6}"/>
              </a:ext>
            </a:extLst>
          </p:cNvPr>
          <p:cNvSpPr/>
          <p:nvPr/>
        </p:nvSpPr>
        <p:spPr>
          <a:xfrm>
            <a:off x="805728" y="1226916"/>
            <a:ext cx="2026800" cy="4629874"/>
          </a:xfrm>
          <a:prstGeom prst="roundRect">
            <a:avLst>
              <a:gd name="adj" fmla="val 3667"/>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Rounded Corners 14">
            <a:extLst>
              <a:ext uri="{FF2B5EF4-FFF2-40B4-BE49-F238E27FC236}">
                <a16:creationId xmlns:a16="http://schemas.microsoft.com/office/drawing/2014/main" id="{824C4D76-52C2-5AE9-7CD0-BF4E91FFA2C6}"/>
              </a:ext>
            </a:extLst>
          </p:cNvPr>
          <p:cNvSpPr/>
          <p:nvPr/>
        </p:nvSpPr>
        <p:spPr>
          <a:xfrm>
            <a:off x="3140544" y="1226916"/>
            <a:ext cx="2026800" cy="4629874"/>
          </a:xfrm>
          <a:prstGeom prst="roundRect">
            <a:avLst>
              <a:gd name="adj" fmla="val 2167"/>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Rounded Corners 15">
            <a:extLst>
              <a:ext uri="{FF2B5EF4-FFF2-40B4-BE49-F238E27FC236}">
                <a16:creationId xmlns:a16="http://schemas.microsoft.com/office/drawing/2014/main" id="{1491AA96-C761-AB0D-CFDE-2E8904470D57}"/>
              </a:ext>
            </a:extLst>
          </p:cNvPr>
          <p:cNvSpPr/>
          <p:nvPr/>
        </p:nvSpPr>
        <p:spPr>
          <a:xfrm>
            <a:off x="5475361" y="1226916"/>
            <a:ext cx="5910896" cy="4629874"/>
          </a:xfrm>
          <a:prstGeom prst="roundRect">
            <a:avLst>
              <a:gd name="adj" fmla="val 2167"/>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Google Shape;962;p41">
            <a:extLst>
              <a:ext uri="{FF2B5EF4-FFF2-40B4-BE49-F238E27FC236}">
                <a16:creationId xmlns:a16="http://schemas.microsoft.com/office/drawing/2014/main" id="{AEC875E4-AE3A-C0A8-8FD7-7445A20980B4}"/>
              </a:ext>
            </a:extLst>
          </p:cNvPr>
          <p:cNvSpPr txBox="1">
            <a:spLocks/>
          </p:cNvSpPr>
          <p:nvPr/>
        </p:nvSpPr>
        <p:spPr>
          <a:xfrm>
            <a:off x="5967342" y="3596803"/>
            <a:ext cx="3264866"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US" altLang="zh-CN" sz="5400">
                <a:solidFill>
                  <a:schemeClr val="accent4">
                    <a:lumMod val="75000"/>
                  </a:schemeClr>
                </a:solidFill>
                <a:latin typeface="Bebas Neue"/>
              </a:rPr>
              <a:t>City &amp; Area</a:t>
            </a:r>
            <a:endParaRPr lang="en" sz="5400">
              <a:solidFill>
                <a:schemeClr val="accent4">
                  <a:lumMod val="75000"/>
                </a:schemeClr>
              </a:solidFill>
              <a:latin typeface="Bebas Neue"/>
            </a:endParaRPr>
          </a:p>
        </p:txBody>
      </p:sp>
      <p:sp>
        <p:nvSpPr>
          <p:cNvPr id="14" name="Google Shape;962;p41">
            <a:extLst>
              <a:ext uri="{FF2B5EF4-FFF2-40B4-BE49-F238E27FC236}">
                <a16:creationId xmlns:a16="http://schemas.microsoft.com/office/drawing/2014/main" id="{27630282-DDBC-E066-EEEF-76CFBA8D245C}"/>
              </a:ext>
            </a:extLst>
          </p:cNvPr>
          <p:cNvSpPr txBox="1">
            <a:spLocks/>
          </p:cNvSpPr>
          <p:nvPr/>
        </p:nvSpPr>
        <p:spPr>
          <a:xfrm>
            <a:off x="5967342" y="2415681"/>
            <a:ext cx="3264866"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 sz="5400">
                <a:solidFill>
                  <a:schemeClr val="accent4">
                    <a:lumMod val="75000"/>
                  </a:schemeClr>
                </a:solidFill>
                <a:latin typeface="Bebas Neue"/>
              </a:rPr>
              <a:t>03</a:t>
            </a:r>
          </a:p>
        </p:txBody>
      </p:sp>
    </p:spTree>
    <p:extLst>
      <p:ext uri="{BB962C8B-B14F-4D97-AF65-F5344CB8AC3E}">
        <p14:creationId xmlns:p14="http://schemas.microsoft.com/office/powerpoint/2010/main" val="205702884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33D79F1-5CD8-5C7B-B3F4-AA886C0BB14E}"/>
              </a:ext>
            </a:extLst>
          </p:cNvPr>
          <p:cNvSpPr/>
          <p:nvPr/>
        </p:nvSpPr>
        <p:spPr>
          <a:xfrm>
            <a:off x="10832870" y="1226916"/>
            <a:ext cx="575196" cy="4629874"/>
          </a:xfrm>
          <a:prstGeom prst="roundRect">
            <a:avLst/>
          </a:prstGeom>
          <a:no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3" name="Rectangle: Rounded Corners 2">
            <a:extLst>
              <a:ext uri="{FF2B5EF4-FFF2-40B4-BE49-F238E27FC236}">
                <a16:creationId xmlns:a16="http://schemas.microsoft.com/office/drawing/2014/main" id="{D659A7D8-80CB-9E44-7A82-5E0D965195A2}"/>
              </a:ext>
            </a:extLst>
          </p:cNvPr>
          <p:cNvSpPr/>
          <p:nvPr/>
        </p:nvSpPr>
        <p:spPr>
          <a:xfrm>
            <a:off x="4897606" y="1226916"/>
            <a:ext cx="5748460" cy="4629874"/>
          </a:xfrm>
          <a:prstGeom prst="roundRect">
            <a:avLst>
              <a:gd name="adj" fmla="val 3171"/>
            </a:avLst>
          </a:prstGeom>
          <a:no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4" name="Rectangle: Rounded Corners 3">
            <a:extLst>
              <a:ext uri="{FF2B5EF4-FFF2-40B4-BE49-F238E27FC236}">
                <a16:creationId xmlns:a16="http://schemas.microsoft.com/office/drawing/2014/main" id="{67A6BD55-D9C6-A6AF-3BE4-BC66DEF09A9A}"/>
              </a:ext>
            </a:extLst>
          </p:cNvPr>
          <p:cNvSpPr/>
          <p:nvPr/>
        </p:nvSpPr>
        <p:spPr>
          <a:xfrm>
            <a:off x="4034382" y="1226916"/>
            <a:ext cx="575196" cy="4629874"/>
          </a:xfrm>
          <a:prstGeom prst="roundRect">
            <a:avLst>
              <a:gd name="adj" fmla="val 4167"/>
            </a:avLst>
          </a:prstGeom>
          <a:no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6" name="Rectangle: Rounded Corners 5">
            <a:extLst>
              <a:ext uri="{FF2B5EF4-FFF2-40B4-BE49-F238E27FC236}">
                <a16:creationId xmlns:a16="http://schemas.microsoft.com/office/drawing/2014/main" id="{6B312234-B99F-C786-2295-0A6CFC3F0085}"/>
              </a:ext>
            </a:extLst>
          </p:cNvPr>
          <p:cNvSpPr/>
          <p:nvPr/>
        </p:nvSpPr>
        <p:spPr>
          <a:xfrm>
            <a:off x="3171157" y="1226916"/>
            <a:ext cx="575197" cy="4629874"/>
          </a:xfrm>
          <a:prstGeom prst="roundRect">
            <a:avLst>
              <a:gd name="adj" fmla="val 2167"/>
            </a:avLst>
          </a:prstGeom>
          <a:no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7" name="Rectangle: Rounded Corners 6">
            <a:extLst>
              <a:ext uri="{FF2B5EF4-FFF2-40B4-BE49-F238E27FC236}">
                <a16:creationId xmlns:a16="http://schemas.microsoft.com/office/drawing/2014/main" id="{52B63B10-B705-4485-30BC-0571C4538C48}"/>
              </a:ext>
            </a:extLst>
          </p:cNvPr>
          <p:cNvSpPr/>
          <p:nvPr/>
        </p:nvSpPr>
        <p:spPr>
          <a:xfrm>
            <a:off x="2307934" y="1226916"/>
            <a:ext cx="575196" cy="4629874"/>
          </a:xfrm>
          <a:prstGeom prst="roundRect">
            <a:avLst>
              <a:gd name="adj" fmla="val 3417"/>
            </a:avLst>
          </a:prstGeom>
          <a:no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11" name="Rectangle: Rounded Corners 10">
            <a:extLst>
              <a:ext uri="{FF2B5EF4-FFF2-40B4-BE49-F238E27FC236}">
                <a16:creationId xmlns:a16="http://schemas.microsoft.com/office/drawing/2014/main" id="{ECC97EF5-1327-5312-9043-B25D010DE562}"/>
              </a:ext>
            </a:extLst>
          </p:cNvPr>
          <p:cNvSpPr/>
          <p:nvPr/>
        </p:nvSpPr>
        <p:spPr>
          <a:xfrm>
            <a:off x="1545934" y="1226916"/>
            <a:ext cx="575196" cy="4629874"/>
          </a:xfrm>
          <a:prstGeom prst="roundRect">
            <a:avLst>
              <a:gd name="adj" fmla="val 4667"/>
            </a:avLst>
          </a:prstGeom>
          <a:no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13" name="Rectangle: Rounded Corners 12">
            <a:extLst>
              <a:ext uri="{FF2B5EF4-FFF2-40B4-BE49-F238E27FC236}">
                <a16:creationId xmlns:a16="http://schemas.microsoft.com/office/drawing/2014/main" id="{D2EE0E27-3B46-CE98-EA43-5D9990804444}"/>
              </a:ext>
            </a:extLst>
          </p:cNvPr>
          <p:cNvSpPr/>
          <p:nvPr/>
        </p:nvSpPr>
        <p:spPr>
          <a:xfrm>
            <a:off x="783934" y="1226916"/>
            <a:ext cx="575196" cy="4629874"/>
          </a:xfrm>
          <a:prstGeom prst="roundRect">
            <a:avLst>
              <a:gd name="adj" fmla="val 3667"/>
            </a:avLst>
          </a:prstGeom>
          <a:no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14" name="Google Shape;962;p41">
            <a:extLst>
              <a:ext uri="{FF2B5EF4-FFF2-40B4-BE49-F238E27FC236}">
                <a16:creationId xmlns:a16="http://schemas.microsoft.com/office/drawing/2014/main" id="{62F25AA2-854D-82C4-B9D0-4D7D8912E007}"/>
              </a:ext>
            </a:extLst>
          </p:cNvPr>
          <p:cNvSpPr txBox="1">
            <a:spLocks/>
          </p:cNvSpPr>
          <p:nvPr/>
        </p:nvSpPr>
        <p:spPr>
          <a:xfrm>
            <a:off x="5285604" y="2531791"/>
            <a:ext cx="3264866" cy="539432"/>
          </a:xfrm>
          <a:prstGeom prst="rect">
            <a:avLst/>
          </a:prstGeom>
          <a:noFill/>
          <a:ln>
            <a:noFill/>
          </a:ln>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 sz="5400">
                <a:noFill/>
                <a:latin typeface="Bebas Neue"/>
              </a:rPr>
              <a:t>05</a:t>
            </a:r>
          </a:p>
        </p:txBody>
      </p:sp>
      <p:sp>
        <p:nvSpPr>
          <p:cNvPr id="17" name="Google Shape;962;p41">
            <a:extLst>
              <a:ext uri="{FF2B5EF4-FFF2-40B4-BE49-F238E27FC236}">
                <a16:creationId xmlns:a16="http://schemas.microsoft.com/office/drawing/2014/main" id="{3B4C87A9-5656-7B41-30C2-A291FDE22C12}"/>
              </a:ext>
            </a:extLst>
          </p:cNvPr>
          <p:cNvSpPr txBox="1">
            <a:spLocks/>
          </p:cNvSpPr>
          <p:nvPr/>
        </p:nvSpPr>
        <p:spPr>
          <a:xfrm>
            <a:off x="5285604" y="3576981"/>
            <a:ext cx="4411474" cy="539432"/>
          </a:xfrm>
          <a:prstGeom prst="rect">
            <a:avLst/>
          </a:prstGeom>
          <a:noFill/>
          <a:ln>
            <a:noFill/>
          </a:ln>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US" altLang="zh-CN" sz="4000">
                <a:noFill/>
                <a:latin typeface="Bebas Neue"/>
              </a:rPr>
              <a:t>City</a:t>
            </a:r>
            <a:endParaRPr lang="en" sz="4000">
              <a:noFill/>
              <a:latin typeface="Bebas Neue"/>
            </a:endParaRPr>
          </a:p>
        </p:txBody>
      </p:sp>
      <p:sp>
        <p:nvSpPr>
          <p:cNvPr id="1080" name="Rectangle 1079">
            <a:extLst>
              <a:ext uri="{FF2B5EF4-FFF2-40B4-BE49-F238E27FC236}">
                <a16:creationId xmlns:a16="http://schemas.microsoft.com/office/drawing/2014/main" id="{475FF47D-A04E-AC2B-1F43-63AA216E9C77}"/>
              </a:ext>
            </a:extLst>
          </p:cNvPr>
          <p:cNvSpPr/>
          <p:nvPr/>
        </p:nvSpPr>
        <p:spPr>
          <a:xfrm>
            <a:off x="734926" y="840550"/>
            <a:ext cx="10655890" cy="2919945"/>
          </a:xfrm>
          <a:prstGeom prst="rect">
            <a:avLst/>
          </a:prstGeom>
          <a:solidFill>
            <a:srgbClr val="E6E8EE">
              <a:alpha val="8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60" name="Rectangle 1059">
            <a:extLst>
              <a:ext uri="{FF2B5EF4-FFF2-40B4-BE49-F238E27FC236}">
                <a16:creationId xmlns:a16="http://schemas.microsoft.com/office/drawing/2014/main" id="{4E4A8F41-4626-CE2F-CAAA-D35D012E4D08}"/>
              </a:ext>
            </a:extLst>
          </p:cNvPr>
          <p:cNvSpPr/>
          <p:nvPr/>
        </p:nvSpPr>
        <p:spPr>
          <a:xfrm>
            <a:off x="803996" y="3918438"/>
            <a:ext cx="4442417" cy="2105097"/>
          </a:xfrm>
          <a:prstGeom prst="rect">
            <a:avLst/>
          </a:prstGeom>
          <a:solidFill>
            <a:schemeClr val="bg2">
              <a:lumMod val="90000"/>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Google Shape;962;p41">
            <a:extLst>
              <a:ext uri="{FF2B5EF4-FFF2-40B4-BE49-F238E27FC236}">
                <a16:creationId xmlns:a16="http://schemas.microsoft.com/office/drawing/2014/main" id="{E12E379D-8968-FDFE-A813-609C589B2C25}"/>
              </a:ext>
            </a:extLst>
          </p:cNvPr>
          <p:cNvSpPr txBox="1">
            <a:spLocks/>
          </p:cNvSpPr>
          <p:nvPr/>
        </p:nvSpPr>
        <p:spPr>
          <a:xfrm>
            <a:off x="799095" y="195449"/>
            <a:ext cx="8799258"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MY" sz="4000">
                <a:solidFill>
                  <a:schemeClr val="accent4">
                    <a:lumMod val="75000"/>
                  </a:schemeClr>
                </a:solidFill>
                <a:latin typeface="Bebas Neue"/>
              </a:rPr>
              <a:t>City &amp; Area</a:t>
            </a:r>
            <a:endParaRPr lang="en" sz="4000">
              <a:solidFill>
                <a:schemeClr val="accent4">
                  <a:lumMod val="75000"/>
                </a:schemeClr>
              </a:solidFill>
              <a:latin typeface="Bebas Neue"/>
            </a:endParaRPr>
          </a:p>
        </p:txBody>
      </p:sp>
      <p:sp>
        <p:nvSpPr>
          <p:cNvPr id="62" name="Rectangle 61">
            <a:extLst>
              <a:ext uri="{FF2B5EF4-FFF2-40B4-BE49-F238E27FC236}">
                <a16:creationId xmlns:a16="http://schemas.microsoft.com/office/drawing/2014/main" id="{3F74172C-2263-AA9D-8C1C-A53F7C411B05}"/>
              </a:ext>
            </a:extLst>
          </p:cNvPr>
          <p:cNvSpPr/>
          <p:nvPr/>
        </p:nvSpPr>
        <p:spPr>
          <a:xfrm>
            <a:off x="2158486" y="1253637"/>
            <a:ext cx="9019865" cy="2033813"/>
          </a:xfrm>
          <a:prstGeom prst="rect">
            <a:avLst/>
          </a:prstGeom>
          <a:solidFill>
            <a:schemeClr val="bg1">
              <a:lumMod val="95000"/>
              <a:alpha val="56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DC096DCE-5BDC-26C3-1AB4-BF72DC0C2423}"/>
              </a:ext>
            </a:extLst>
          </p:cNvPr>
          <p:cNvSpPr txBox="1"/>
          <p:nvPr/>
        </p:nvSpPr>
        <p:spPr>
          <a:xfrm>
            <a:off x="1100099" y="1499552"/>
            <a:ext cx="936769" cy="523220"/>
          </a:xfrm>
          <a:prstGeom prst="rect">
            <a:avLst/>
          </a:prstGeom>
          <a:noFill/>
        </p:spPr>
        <p:txBody>
          <a:bodyPr wrap="square" rtlCol="0">
            <a:spAutoFit/>
          </a:bodyPr>
          <a:lstStyle/>
          <a:p>
            <a:pPr algn="r"/>
            <a:r>
              <a:rPr lang="en-AU" sz="1400"/>
              <a:t>Kuala Lumpur</a:t>
            </a:r>
          </a:p>
        </p:txBody>
      </p:sp>
      <p:sp>
        <p:nvSpPr>
          <p:cNvPr id="9" name="TextBox 8">
            <a:extLst>
              <a:ext uri="{FF2B5EF4-FFF2-40B4-BE49-F238E27FC236}">
                <a16:creationId xmlns:a16="http://schemas.microsoft.com/office/drawing/2014/main" id="{11E3D727-F568-0B26-AB6D-35792C462F0F}"/>
              </a:ext>
            </a:extLst>
          </p:cNvPr>
          <p:cNvSpPr txBox="1"/>
          <p:nvPr/>
        </p:nvSpPr>
        <p:spPr>
          <a:xfrm>
            <a:off x="1188702" y="2615882"/>
            <a:ext cx="872913" cy="139929"/>
          </a:xfrm>
          <a:prstGeom prst="rect">
            <a:avLst/>
          </a:prstGeom>
          <a:noFill/>
        </p:spPr>
        <p:txBody>
          <a:bodyPr wrap="none" rtlCol="0">
            <a:spAutoFit/>
          </a:bodyPr>
          <a:lstStyle/>
          <a:p>
            <a:r>
              <a:rPr lang="en-AU" sz="1400"/>
              <a:t>Selangor</a:t>
            </a:r>
          </a:p>
        </p:txBody>
      </p:sp>
      <p:sp>
        <p:nvSpPr>
          <p:cNvPr id="10" name="TextBox 9">
            <a:extLst>
              <a:ext uri="{FF2B5EF4-FFF2-40B4-BE49-F238E27FC236}">
                <a16:creationId xmlns:a16="http://schemas.microsoft.com/office/drawing/2014/main" id="{32B3DB7B-41FB-E90A-BC47-8C81AFCB22FA}"/>
              </a:ext>
            </a:extLst>
          </p:cNvPr>
          <p:cNvSpPr txBox="1"/>
          <p:nvPr/>
        </p:nvSpPr>
        <p:spPr>
          <a:xfrm rot="16200000">
            <a:off x="913054" y="2340472"/>
            <a:ext cx="231902" cy="315511"/>
          </a:xfrm>
          <a:prstGeom prst="rect">
            <a:avLst/>
          </a:prstGeom>
          <a:noFill/>
        </p:spPr>
        <p:txBody>
          <a:bodyPr wrap="none" rtlCol="0">
            <a:spAutoFit/>
          </a:bodyPr>
          <a:lstStyle/>
          <a:p>
            <a:r>
              <a:rPr lang="en-AU" sz="1400"/>
              <a:t>City</a:t>
            </a:r>
          </a:p>
        </p:txBody>
      </p:sp>
      <p:grpSp>
        <p:nvGrpSpPr>
          <p:cNvPr id="1050" name="Group 1049">
            <a:extLst>
              <a:ext uri="{FF2B5EF4-FFF2-40B4-BE49-F238E27FC236}">
                <a16:creationId xmlns:a16="http://schemas.microsoft.com/office/drawing/2014/main" id="{3BD6F9DE-DBE8-6D07-1846-CCC766133431}"/>
              </a:ext>
            </a:extLst>
          </p:cNvPr>
          <p:cNvGrpSpPr/>
          <p:nvPr/>
        </p:nvGrpSpPr>
        <p:grpSpPr>
          <a:xfrm>
            <a:off x="2564173" y="1461723"/>
            <a:ext cx="8247506" cy="602802"/>
            <a:chOff x="2811719" y="1577340"/>
            <a:chExt cx="8045337" cy="1325880"/>
          </a:xfrm>
        </p:grpSpPr>
        <p:sp>
          <p:nvSpPr>
            <p:cNvPr id="22" name="Rectangle 21">
              <a:extLst>
                <a:ext uri="{FF2B5EF4-FFF2-40B4-BE49-F238E27FC236}">
                  <a16:creationId xmlns:a16="http://schemas.microsoft.com/office/drawing/2014/main" id="{B8D2584F-59AC-7BA1-4DD6-DA7D53AAB336}"/>
                </a:ext>
              </a:extLst>
            </p:cNvPr>
            <p:cNvSpPr/>
            <p:nvPr/>
          </p:nvSpPr>
          <p:spPr>
            <a:xfrm>
              <a:off x="4661534" y="1577340"/>
              <a:ext cx="1724025" cy="1325880"/>
            </a:xfrm>
            <a:prstGeom prst="rect">
              <a:avLst/>
            </a:prstGeom>
            <a:solidFill>
              <a:schemeClr val="accent2">
                <a:lumMod val="40000"/>
                <a:lumOff val="60000"/>
              </a:schemeClr>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3" name="Straight Connector 22">
              <a:extLst>
                <a:ext uri="{FF2B5EF4-FFF2-40B4-BE49-F238E27FC236}">
                  <a16:creationId xmlns:a16="http://schemas.microsoft.com/office/drawing/2014/main" id="{A59A06C1-79BC-F6AE-A089-55F76A49C347}"/>
                </a:ext>
              </a:extLst>
            </p:cNvPr>
            <p:cNvCxnSpPr>
              <a:cxnSpLocks/>
            </p:cNvCxnSpPr>
            <p:nvPr/>
          </p:nvCxnSpPr>
          <p:spPr>
            <a:xfrm>
              <a:off x="5356799" y="1577340"/>
              <a:ext cx="0" cy="1325880"/>
            </a:xfrm>
            <a:prstGeom prst="line">
              <a:avLst/>
            </a:prstGeom>
            <a:ln w="19050">
              <a:solidFill>
                <a:srgbClr val="002060"/>
              </a:solidFill>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A320DBE-3EE2-27AD-CB44-B5E60E285B8F}"/>
                </a:ext>
              </a:extLst>
            </p:cNvPr>
            <p:cNvCxnSpPr>
              <a:cxnSpLocks/>
            </p:cNvCxnSpPr>
            <p:nvPr/>
          </p:nvCxnSpPr>
          <p:spPr>
            <a:xfrm>
              <a:off x="2811719" y="1908655"/>
              <a:ext cx="0" cy="668810"/>
            </a:xfrm>
            <a:prstGeom prst="line">
              <a:avLst/>
            </a:prstGeom>
            <a:ln w="19050">
              <a:solidFill>
                <a:srgbClr val="002060"/>
              </a:solidFill>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859A6D07-6A2B-7243-DA96-6CF09B633E7F}"/>
                </a:ext>
              </a:extLst>
            </p:cNvPr>
            <p:cNvCxnSpPr>
              <a:cxnSpLocks/>
            </p:cNvCxnSpPr>
            <p:nvPr/>
          </p:nvCxnSpPr>
          <p:spPr>
            <a:xfrm flipH="1">
              <a:off x="2811719" y="2235961"/>
              <a:ext cx="1849816" cy="0"/>
            </a:xfrm>
            <a:prstGeom prst="line">
              <a:avLst/>
            </a:prstGeom>
            <a:ln w="19050">
              <a:solidFill>
                <a:srgbClr val="002060"/>
              </a:solidFill>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29ED6F6F-27FE-D35B-BC79-63D0631A0061}"/>
                </a:ext>
              </a:extLst>
            </p:cNvPr>
            <p:cNvCxnSpPr>
              <a:cxnSpLocks/>
            </p:cNvCxnSpPr>
            <p:nvPr/>
          </p:nvCxnSpPr>
          <p:spPr>
            <a:xfrm flipH="1">
              <a:off x="6385559" y="2235961"/>
              <a:ext cx="2433321" cy="0"/>
            </a:xfrm>
            <a:prstGeom prst="line">
              <a:avLst/>
            </a:prstGeom>
            <a:ln w="19050">
              <a:solidFill>
                <a:srgbClr val="002060"/>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73C8D3A-FD5A-A8AF-0353-359D87DEFE3C}"/>
                </a:ext>
              </a:extLst>
            </p:cNvPr>
            <p:cNvCxnSpPr>
              <a:cxnSpLocks/>
            </p:cNvCxnSpPr>
            <p:nvPr/>
          </p:nvCxnSpPr>
          <p:spPr>
            <a:xfrm>
              <a:off x="8849299" y="1908655"/>
              <a:ext cx="0" cy="668810"/>
            </a:xfrm>
            <a:prstGeom prst="line">
              <a:avLst/>
            </a:prstGeom>
            <a:ln w="19050">
              <a:solidFill>
                <a:srgbClr val="002060"/>
              </a:solidFill>
            </a:ln>
          </p:spPr>
          <p:style>
            <a:lnRef idx="1">
              <a:schemeClr val="dk1"/>
            </a:lnRef>
            <a:fillRef idx="0">
              <a:schemeClr val="dk1"/>
            </a:fillRef>
            <a:effectRef idx="0">
              <a:schemeClr val="dk1"/>
            </a:effectRef>
            <a:fontRef idx="minor">
              <a:schemeClr val="tx1"/>
            </a:fontRef>
          </p:style>
        </p:cxnSp>
        <p:sp>
          <p:nvSpPr>
            <p:cNvPr id="29" name="Oval 28">
              <a:extLst>
                <a:ext uri="{FF2B5EF4-FFF2-40B4-BE49-F238E27FC236}">
                  <a16:creationId xmlns:a16="http://schemas.microsoft.com/office/drawing/2014/main" id="{EAEA834C-5308-CDC0-C98D-089BA27233B5}"/>
                </a:ext>
              </a:extLst>
            </p:cNvPr>
            <p:cNvSpPr/>
            <p:nvPr/>
          </p:nvSpPr>
          <p:spPr>
            <a:xfrm>
              <a:off x="9036111" y="2190245"/>
              <a:ext cx="95250" cy="91431"/>
            </a:xfrm>
            <a:prstGeom prst="ellipse">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Oval 29">
              <a:extLst>
                <a:ext uri="{FF2B5EF4-FFF2-40B4-BE49-F238E27FC236}">
                  <a16:creationId xmlns:a16="http://schemas.microsoft.com/office/drawing/2014/main" id="{DB16EB97-B3F7-4AEE-0819-C77CC6BA4B76}"/>
                </a:ext>
              </a:extLst>
            </p:cNvPr>
            <p:cNvSpPr/>
            <p:nvPr/>
          </p:nvSpPr>
          <p:spPr>
            <a:xfrm>
              <a:off x="9285031" y="2186633"/>
              <a:ext cx="95250" cy="91431"/>
            </a:xfrm>
            <a:prstGeom prst="ellipse">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Oval 30">
              <a:extLst>
                <a:ext uri="{FF2B5EF4-FFF2-40B4-BE49-F238E27FC236}">
                  <a16:creationId xmlns:a16="http://schemas.microsoft.com/office/drawing/2014/main" id="{B9A6883E-17D0-097D-72CF-EE51B704C187}"/>
                </a:ext>
              </a:extLst>
            </p:cNvPr>
            <p:cNvSpPr/>
            <p:nvPr/>
          </p:nvSpPr>
          <p:spPr>
            <a:xfrm>
              <a:off x="9533951" y="2189666"/>
              <a:ext cx="95250" cy="91431"/>
            </a:xfrm>
            <a:prstGeom prst="ellipse">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Oval 31">
              <a:extLst>
                <a:ext uri="{FF2B5EF4-FFF2-40B4-BE49-F238E27FC236}">
                  <a16:creationId xmlns:a16="http://schemas.microsoft.com/office/drawing/2014/main" id="{946AA665-B645-0CA1-177F-6F5B5D5425B2}"/>
                </a:ext>
              </a:extLst>
            </p:cNvPr>
            <p:cNvSpPr/>
            <p:nvPr/>
          </p:nvSpPr>
          <p:spPr>
            <a:xfrm>
              <a:off x="9659344" y="2194564"/>
              <a:ext cx="95250" cy="91431"/>
            </a:xfrm>
            <a:prstGeom prst="ellipse">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Oval 32">
              <a:extLst>
                <a:ext uri="{FF2B5EF4-FFF2-40B4-BE49-F238E27FC236}">
                  <a16:creationId xmlns:a16="http://schemas.microsoft.com/office/drawing/2014/main" id="{87C37411-706F-DB3C-FFC4-FDF26712DDFF}"/>
                </a:ext>
              </a:extLst>
            </p:cNvPr>
            <p:cNvSpPr/>
            <p:nvPr/>
          </p:nvSpPr>
          <p:spPr>
            <a:xfrm>
              <a:off x="9782871" y="2194563"/>
              <a:ext cx="95250" cy="91431"/>
            </a:xfrm>
            <a:prstGeom prst="ellipse">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Oval 33">
              <a:extLst>
                <a:ext uri="{FF2B5EF4-FFF2-40B4-BE49-F238E27FC236}">
                  <a16:creationId xmlns:a16="http://schemas.microsoft.com/office/drawing/2014/main" id="{03C14507-C2C1-887E-63AF-80CC80D3D920}"/>
                </a:ext>
              </a:extLst>
            </p:cNvPr>
            <p:cNvSpPr/>
            <p:nvPr/>
          </p:nvSpPr>
          <p:spPr>
            <a:xfrm>
              <a:off x="10031791" y="2194563"/>
              <a:ext cx="95250" cy="91431"/>
            </a:xfrm>
            <a:prstGeom prst="ellipse">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5" name="Oval 34">
              <a:extLst>
                <a:ext uri="{FF2B5EF4-FFF2-40B4-BE49-F238E27FC236}">
                  <a16:creationId xmlns:a16="http://schemas.microsoft.com/office/drawing/2014/main" id="{9A7AF3CF-AF02-BBAF-914F-BC0FEF5573D1}"/>
                </a:ext>
              </a:extLst>
            </p:cNvPr>
            <p:cNvSpPr/>
            <p:nvPr/>
          </p:nvSpPr>
          <p:spPr>
            <a:xfrm>
              <a:off x="10270275" y="2194563"/>
              <a:ext cx="95250" cy="91431"/>
            </a:xfrm>
            <a:prstGeom prst="ellipse">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Oval 35">
              <a:extLst>
                <a:ext uri="{FF2B5EF4-FFF2-40B4-BE49-F238E27FC236}">
                  <a16:creationId xmlns:a16="http://schemas.microsoft.com/office/drawing/2014/main" id="{A91998A8-5900-3200-F8B4-22C52F49BEDC}"/>
                </a:ext>
              </a:extLst>
            </p:cNvPr>
            <p:cNvSpPr/>
            <p:nvPr/>
          </p:nvSpPr>
          <p:spPr>
            <a:xfrm>
              <a:off x="10517013" y="2194563"/>
              <a:ext cx="95250" cy="91431"/>
            </a:xfrm>
            <a:prstGeom prst="ellipse">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Oval 36">
              <a:extLst>
                <a:ext uri="{FF2B5EF4-FFF2-40B4-BE49-F238E27FC236}">
                  <a16:creationId xmlns:a16="http://schemas.microsoft.com/office/drawing/2014/main" id="{247ABF4D-7350-385C-DCBE-1D26D0570C00}"/>
                </a:ext>
              </a:extLst>
            </p:cNvPr>
            <p:cNvSpPr/>
            <p:nvPr/>
          </p:nvSpPr>
          <p:spPr>
            <a:xfrm>
              <a:off x="10761806" y="2194562"/>
              <a:ext cx="95250" cy="91431"/>
            </a:xfrm>
            <a:prstGeom prst="ellipse">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1051" name="Group 1050">
            <a:extLst>
              <a:ext uri="{FF2B5EF4-FFF2-40B4-BE49-F238E27FC236}">
                <a16:creationId xmlns:a16="http://schemas.microsoft.com/office/drawing/2014/main" id="{6DBF0194-F766-1AD6-841A-BEF415F6A70C}"/>
              </a:ext>
            </a:extLst>
          </p:cNvPr>
          <p:cNvGrpSpPr/>
          <p:nvPr/>
        </p:nvGrpSpPr>
        <p:grpSpPr>
          <a:xfrm>
            <a:off x="2559153" y="2479023"/>
            <a:ext cx="7763024" cy="602802"/>
            <a:chOff x="2786589" y="3814921"/>
            <a:chExt cx="8079954" cy="1325880"/>
          </a:xfrm>
        </p:grpSpPr>
        <p:cxnSp>
          <p:nvCxnSpPr>
            <p:cNvPr id="15" name="Straight Connector 14">
              <a:extLst>
                <a:ext uri="{FF2B5EF4-FFF2-40B4-BE49-F238E27FC236}">
                  <a16:creationId xmlns:a16="http://schemas.microsoft.com/office/drawing/2014/main" id="{32DDDD18-9482-21C0-E317-54D4C31E501E}"/>
                </a:ext>
              </a:extLst>
            </p:cNvPr>
            <p:cNvCxnSpPr>
              <a:cxnSpLocks/>
            </p:cNvCxnSpPr>
            <p:nvPr/>
          </p:nvCxnSpPr>
          <p:spPr>
            <a:xfrm>
              <a:off x="2788271" y="4143456"/>
              <a:ext cx="0" cy="668811"/>
            </a:xfrm>
            <a:prstGeom prst="line">
              <a:avLst/>
            </a:prstGeom>
            <a:ln w="19050">
              <a:solidFill>
                <a:srgbClr val="003300"/>
              </a:solidFill>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A0E4874-0D31-9E34-FF12-FED484BAF1FA}"/>
                </a:ext>
              </a:extLst>
            </p:cNvPr>
            <p:cNvCxnSpPr>
              <a:cxnSpLocks/>
            </p:cNvCxnSpPr>
            <p:nvPr/>
          </p:nvCxnSpPr>
          <p:spPr>
            <a:xfrm flipH="1">
              <a:off x="2786589" y="4477861"/>
              <a:ext cx="1135172" cy="0"/>
            </a:xfrm>
            <a:prstGeom prst="line">
              <a:avLst/>
            </a:prstGeom>
            <a:ln w="19050">
              <a:solidFill>
                <a:srgbClr val="003300"/>
              </a:solidFill>
            </a:ln>
          </p:spPr>
          <p:style>
            <a:lnRef idx="1">
              <a:schemeClr val="dk1"/>
            </a:lnRef>
            <a:fillRef idx="0">
              <a:schemeClr val="dk1"/>
            </a:fillRef>
            <a:effectRef idx="0">
              <a:schemeClr val="dk1"/>
            </a:effectRef>
            <a:fontRef idx="minor">
              <a:schemeClr val="tx1"/>
            </a:fontRef>
          </p:style>
        </p:cxnSp>
        <p:sp>
          <p:nvSpPr>
            <p:cNvPr id="38" name="Rectangle 37">
              <a:extLst>
                <a:ext uri="{FF2B5EF4-FFF2-40B4-BE49-F238E27FC236}">
                  <a16:creationId xmlns:a16="http://schemas.microsoft.com/office/drawing/2014/main" id="{AF92E86D-4EC4-A4D2-6B4F-B852ED4EF258}"/>
                </a:ext>
              </a:extLst>
            </p:cNvPr>
            <p:cNvSpPr/>
            <p:nvPr/>
          </p:nvSpPr>
          <p:spPr>
            <a:xfrm>
              <a:off x="3921761" y="3814921"/>
              <a:ext cx="1235456" cy="1325880"/>
            </a:xfrm>
            <a:prstGeom prst="rect">
              <a:avLst/>
            </a:prstGeom>
            <a:solidFill>
              <a:srgbClr val="C2E59B">
                <a:alpha val="65000"/>
              </a:srgbClr>
            </a:solid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9" name="Straight Connector 38">
              <a:extLst>
                <a:ext uri="{FF2B5EF4-FFF2-40B4-BE49-F238E27FC236}">
                  <a16:creationId xmlns:a16="http://schemas.microsoft.com/office/drawing/2014/main" id="{678C72FB-5459-971D-348B-6C01AE322A94}"/>
                </a:ext>
              </a:extLst>
            </p:cNvPr>
            <p:cNvCxnSpPr>
              <a:cxnSpLocks/>
            </p:cNvCxnSpPr>
            <p:nvPr/>
          </p:nvCxnSpPr>
          <p:spPr>
            <a:xfrm>
              <a:off x="4417694" y="3814921"/>
              <a:ext cx="0" cy="1325880"/>
            </a:xfrm>
            <a:prstGeom prst="line">
              <a:avLst/>
            </a:prstGeom>
            <a:ln w="19050">
              <a:solidFill>
                <a:srgbClr val="0033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EB758620-4A68-80DE-8D0C-059E7EE2F6C7}"/>
                </a:ext>
              </a:extLst>
            </p:cNvPr>
            <p:cNvCxnSpPr>
              <a:cxnSpLocks/>
            </p:cNvCxnSpPr>
            <p:nvPr/>
          </p:nvCxnSpPr>
          <p:spPr>
            <a:xfrm flipH="1">
              <a:off x="5157217" y="4477861"/>
              <a:ext cx="1847087" cy="0"/>
            </a:xfrm>
            <a:prstGeom prst="line">
              <a:avLst/>
            </a:prstGeom>
            <a:ln w="19050">
              <a:solidFill>
                <a:srgbClr val="003300"/>
              </a:solidFill>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E3B80461-7E08-35B1-45FE-40ECADB804E7}"/>
                </a:ext>
              </a:extLst>
            </p:cNvPr>
            <p:cNvCxnSpPr>
              <a:cxnSpLocks/>
            </p:cNvCxnSpPr>
            <p:nvPr/>
          </p:nvCxnSpPr>
          <p:spPr>
            <a:xfrm>
              <a:off x="7004304" y="4143456"/>
              <a:ext cx="0" cy="668810"/>
            </a:xfrm>
            <a:prstGeom prst="line">
              <a:avLst/>
            </a:prstGeom>
            <a:ln w="19050">
              <a:solidFill>
                <a:srgbClr val="003300"/>
              </a:solidFill>
            </a:ln>
          </p:spPr>
          <p:style>
            <a:lnRef idx="1">
              <a:schemeClr val="dk1"/>
            </a:lnRef>
            <a:fillRef idx="0">
              <a:schemeClr val="dk1"/>
            </a:fillRef>
            <a:effectRef idx="0">
              <a:schemeClr val="dk1"/>
            </a:effectRef>
            <a:fontRef idx="minor">
              <a:schemeClr val="tx1"/>
            </a:fontRef>
          </p:style>
        </p:cxnSp>
        <p:sp>
          <p:nvSpPr>
            <p:cNvPr id="43" name="Oval 42">
              <a:extLst>
                <a:ext uri="{FF2B5EF4-FFF2-40B4-BE49-F238E27FC236}">
                  <a16:creationId xmlns:a16="http://schemas.microsoft.com/office/drawing/2014/main" id="{27D0BB75-9F4C-CC8D-1CF9-37330D9BC03B}"/>
                </a:ext>
              </a:extLst>
            </p:cNvPr>
            <p:cNvSpPr/>
            <p:nvPr/>
          </p:nvSpPr>
          <p:spPr>
            <a:xfrm>
              <a:off x="7077263" y="4432145"/>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Oval 44">
              <a:extLst>
                <a:ext uri="{FF2B5EF4-FFF2-40B4-BE49-F238E27FC236}">
                  <a16:creationId xmlns:a16="http://schemas.microsoft.com/office/drawing/2014/main" id="{0B23811B-145A-B254-5265-CEFB56E9669C}"/>
                </a:ext>
              </a:extLst>
            </p:cNvPr>
            <p:cNvSpPr/>
            <p:nvPr/>
          </p:nvSpPr>
          <p:spPr>
            <a:xfrm>
              <a:off x="7319198" y="4432145"/>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6" name="Oval 45">
              <a:extLst>
                <a:ext uri="{FF2B5EF4-FFF2-40B4-BE49-F238E27FC236}">
                  <a16:creationId xmlns:a16="http://schemas.microsoft.com/office/drawing/2014/main" id="{66455D0F-3CE2-747E-D76A-B6E919C1FA5B}"/>
                </a:ext>
              </a:extLst>
            </p:cNvPr>
            <p:cNvSpPr/>
            <p:nvPr/>
          </p:nvSpPr>
          <p:spPr>
            <a:xfrm>
              <a:off x="7439302" y="4423726"/>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7" name="Oval 46">
              <a:extLst>
                <a:ext uri="{FF2B5EF4-FFF2-40B4-BE49-F238E27FC236}">
                  <a16:creationId xmlns:a16="http://schemas.microsoft.com/office/drawing/2014/main" id="{7E5FA205-64AA-A34D-34CE-3F68812C2CDA}"/>
                </a:ext>
              </a:extLst>
            </p:cNvPr>
            <p:cNvSpPr/>
            <p:nvPr/>
          </p:nvSpPr>
          <p:spPr>
            <a:xfrm>
              <a:off x="7559406" y="4432144"/>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8" name="Oval 47">
              <a:extLst>
                <a:ext uri="{FF2B5EF4-FFF2-40B4-BE49-F238E27FC236}">
                  <a16:creationId xmlns:a16="http://schemas.microsoft.com/office/drawing/2014/main" id="{4733371C-A7A8-11F7-C60A-042A4C146146}"/>
                </a:ext>
              </a:extLst>
            </p:cNvPr>
            <p:cNvSpPr/>
            <p:nvPr/>
          </p:nvSpPr>
          <p:spPr>
            <a:xfrm>
              <a:off x="7689401" y="4432143"/>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9" name="Oval 48">
              <a:extLst>
                <a:ext uri="{FF2B5EF4-FFF2-40B4-BE49-F238E27FC236}">
                  <a16:creationId xmlns:a16="http://schemas.microsoft.com/office/drawing/2014/main" id="{B6E3EC20-BC77-D61A-CAD6-BE364FD72B07}"/>
                </a:ext>
              </a:extLst>
            </p:cNvPr>
            <p:cNvSpPr/>
            <p:nvPr/>
          </p:nvSpPr>
          <p:spPr>
            <a:xfrm>
              <a:off x="7819396" y="4432143"/>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0" name="Oval 49">
              <a:extLst>
                <a:ext uri="{FF2B5EF4-FFF2-40B4-BE49-F238E27FC236}">
                  <a16:creationId xmlns:a16="http://schemas.microsoft.com/office/drawing/2014/main" id="{2E30C582-DFD2-22B2-B107-55DB9623FD4D}"/>
                </a:ext>
              </a:extLst>
            </p:cNvPr>
            <p:cNvSpPr/>
            <p:nvPr/>
          </p:nvSpPr>
          <p:spPr>
            <a:xfrm>
              <a:off x="8057066" y="4432142"/>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1" name="Oval 50">
              <a:extLst>
                <a:ext uri="{FF2B5EF4-FFF2-40B4-BE49-F238E27FC236}">
                  <a16:creationId xmlns:a16="http://schemas.microsoft.com/office/drawing/2014/main" id="{302B63C8-A3EF-6239-D81D-31053F32A17E}"/>
                </a:ext>
              </a:extLst>
            </p:cNvPr>
            <p:cNvSpPr/>
            <p:nvPr/>
          </p:nvSpPr>
          <p:spPr>
            <a:xfrm>
              <a:off x="8307442" y="4432142"/>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2" name="Oval 51">
              <a:extLst>
                <a:ext uri="{FF2B5EF4-FFF2-40B4-BE49-F238E27FC236}">
                  <a16:creationId xmlns:a16="http://schemas.microsoft.com/office/drawing/2014/main" id="{FF29B2FC-A410-46E9-2B45-AD46FE6F4362}"/>
                </a:ext>
              </a:extLst>
            </p:cNvPr>
            <p:cNvSpPr/>
            <p:nvPr/>
          </p:nvSpPr>
          <p:spPr>
            <a:xfrm>
              <a:off x="8269431" y="4432141"/>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3" name="Oval 52">
              <a:extLst>
                <a:ext uri="{FF2B5EF4-FFF2-40B4-BE49-F238E27FC236}">
                  <a16:creationId xmlns:a16="http://schemas.microsoft.com/office/drawing/2014/main" id="{5BCF1A50-148E-E641-EC9F-E61F556271FA}"/>
                </a:ext>
              </a:extLst>
            </p:cNvPr>
            <p:cNvSpPr/>
            <p:nvPr/>
          </p:nvSpPr>
          <p:spPr>
            <a:xfrm>
              <a:off x="8560985" y="4432141"/>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4" name="Oval 53">
              <a:extLst>
                <a:ext uri="{FF2B5EF4-FFF2-40B4-BE49-F238E27FC236}">
                  <a16:creationId xmlns:a16="http://schemas.microsoft.com/office/drawing/2014/main" id="{BCB4A51D-CED1-FB4F-2BB8-D780BC0EF847}"/>
                </a:ext>
              </a:extLst>
            </p:cNvPr>
            <p:cNvSpPr/>
            <p:nvPr/>
          </p:nvSpPr>
          <p:spPr>
            <a:xfrm>
              <a:off x="8791945" y="4432140"/>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Oval 54">
              <a:extLst>
                <a:ext uri="{FF2B5EF4-FFF2-40B4-BE49-F238E27FC236}">
                  <a16:creationId xmlns:a16="http://schemas.microsoft.com/office/drawing/2014/main" id="{F8F6BCF0-A0A5-0350-6478-F259528DD281}"/>
                </a:ext>
              </a:extLst>
            </p:cNvPr>
            <p:cNvSpPr/>
            <p:nvPr/>
          </p:nvSpPr>
          <p:spPr>
            <a:xfrm>
              <a:off x="9045488" y="4432139"/>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6" name="Oval 55">
              <a:extLst>
                <a:ext uri="{FF2B5EF4-FFF2-40B4-BE49-F238E27FC236}">
                  <a16:creationId xmlns:a16="http://schemas.microsoft.com/office/drawing/2014/main" id="{ABC6C477-3777-A4F5-843C-1716BD9CCF04}"/>
                </a:ext>
              </a:extLst>
            </p:cNvPr>
            <p:cNvSpPr/>
            <p:nvPr/>
          </p:nvSpPr>
          <p:spPr>
            <a:xfrm>
              <a:off x="9289605" y="4432139"/>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7" name="Oval 56">
              <a:extLst>
                <a:ext uri="{FF2B5EF4-FFF2-40B4-BE49-F238E27FC236}">
                  <a16:creationId xmlns:a16="http://schemas.microsoft.com/office/drawing/2014/main" id="{969CFCDF-BCA0-A919-3DB4-02931CE160AD}"/>
                </a:ext>
              </a:extLst>
            </p:cNvPr>
            <p:cNvSpPr/>
            <p:nvPr/>
          </p:nvSpPr>
          <p:spPr>
            <a:xfrm>
              <a:off x="9529757" y="4432139"/>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8" name="Oval 57">
              <a:extLst>
                <a:ext uri="{FF2B5EF4-FFF2-40B4-BE49-F238E27FC236}">
                  <a16:creationId xmlns:a16="http://schemas.microsoft.com/office/drawing/2014/main" id="{CA9CCD9D-AEC3-89B8-DDF3-34C72F59E2D0}"/>
                </a:ext>
              </a:extLst>
            </p:cNvPr>
            <p:cNvSpPr/>
            <p:nvPr/>
          </p:nvSpPr>
          <p:spPr>
            <a:xfrm>
              <a:off x="9782871" y="4423725"/>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9" name="Oval 58">
              <a:extLst>
                <a:ext uri="{FF2B5EF4-FFF2-40B4-BE49-F238E27FC236}">
                  <a16:creationId xmlns:a16="http://schemas.microsoft.com/office/drawing/2014/main" id="{85EEB3E7-0199-7EA1-A114-29445D51CECB}"/>
                </a:ext>
              </a:extLst>
            </p:cNvPr>
            <p:cNvSpPr/>
            <p:nvPr/>
          </p:nvSpPr>
          <p:spPr>
            <a:xfrm>
              <a:off x="10031791" y="4432138"/>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0" name="Oval 59">
              <a:extLst>
                <a:ext uri="{FF2B5EF4-FFF2-40B4-BE49-F238E27FC236}">
                  <a16:creationId xmlns:a16="http://schemas.microsoft.com/office/drawing/2014/main" id="{EB7A213D-9804-44FD-8569-0ED5B5E250D9}"/>
                </a:ext>
              </a:extLst>
            </p:cNvPr>
            <p:cNvSpPr/>
            <p:nvPr/>
          </p:nvSpPr>
          <p:spPr>
            <a:xfrm>
              <a:off x="10267651" y="4432137"/>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1" name="Oval 60">
              <a:extLst>
                <a:ext uri="{FF2B5EF4-FFF2-40B4-BE49-F238E27FC236}">
                  <a16:creationId xmlns:a16="http://schemas.microsoft.com/office/drawing/2014/main" id="{9621BC59-77BF-7F42-D136-585978223512}"/>
                </a:ext>
              </a:extLst>
            </p:cNvPr>
            <p:cNvSpPr/>
            <p:nvPr/>
          </p:nvSpPr>
          <p:spPr>
            <a:xfrm>
              <a:off x="10771293" y="4423725"/>
              <a:ext cx="95250" cy="91431"/>
            </a:xfrm>
            <a:prstGeom prst="ellipse">
              <a:avLst/>
            </a:prstGeom>
            <a:noFill/>
            <a:ln w="19050">
              <a:solidFill>
                <a:srgbClr val="00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63" name="TextBox 62">
            <a:extLst>
              <a:ext uri="{FF2B5EF4-FFF2-40B4-BE49-F238E27FC236}">
                <a16:creationId xmlns:a16="http://schemas.microsoft.com/office/drawing/2014/main" id="{CD82C72B-4D06-7EE7-1732-B748513FA161}"/>
              </a:ext>
            </a:extLst>
          </p:cNvPr>
          <p:cNvSpPr txBox="1"/>
          <p:nvPr/>
        </p:nvSpPr>
        <p:spPr>
          <a:xfrm>
            <a:off x="2923750" y="3287818"/>
            <a:ext cx="563975" cy="139929"/>
          </a:xfrm>
          <a:prstGeom prst="rect">
            <a:avLst/>
          </a:prstGeom>
          <a:noFill/>
        </p:spPr>
        <p:txBody>
          <a:bodyPr wrap="none" rtlCol="0">
            <a:spAutoFit/>
          </a:bodyPr>
          <a:lstStyle/>
          <a:p>
            <a:r>
              <a:rPr lang="en-AU" sz="1400"/>
              <a:t>1000</a:t>
            </a:r>
          </a:p>
        </p:txBody>
      </p:sp>
      <p:sp>
        <p:nvSpPr>
          <p:cNvPr id="1025" name="TextBox 1024">
            <a:extLst>
              <a:ext uri="{FF2B5EF4-FFF2-40B4-BE49-F238E27FC236}">
                <a16:creationId xmlns:a16="http://schemas.microsoft.com/office/drawing/2014/main" id="{AE0E77E0-AE6B-3BA3-9B4E-C6068BF14A64}"/>
              </a:ext>
            </a:extLst>
          </p:cNvPr>
          <p:cNvSpPr txBox="1"/>
          <p:nvPr/>
        </p:nvSpPr>
        <p:spPr>
          <a:xfrm>
            <a:off x="4178484" y="3289523"/>
            <a:ext cx="563975" cy="139929"/>
          </a:xfrm>
          <a:prstGeom prst="rect">
            <a:avLst/>
          </a:prstGeom>
          <a:noFill/>
        </p:spPr>
        <p:txBody>
          <a:bodyPr wrap="none" rtlCol="0">
            <a:spAutoFit/>
          </a:bodyPr>
          <a:lstStyle/>
          <a:p>
            <a:r>
              <a:rPr lang="en-AU" sz="1400"/>
              <a:t>1500</a:t>
            </a:r>
          </a:p>
        </p:txBody>
      </p:sp>
      <p:sp>
        <p:nvSpPr>
          <p:cNvPr id="1027" name="TextBox 1026">
            <a:extLst>
              <a:ext uri="{FF2B5EF4-FFF2-40B4-BE49-F238E27FC236}">
                <a16:creationId xmlns:a16="http://schemas.microsoft.com/office/drawing/2014/main" id="{D4A07535-C58B-272C-2D66-2A9934EE0DFD}"/>
              </a:ext>
            </a:extLst>
          </p:cNvPr>
          <p:cNvSpPr txBox="1"/>
          <p:nvPr/>
        </p:nvSpPr>
        <p:spPr>
          <a:xfrm>
            <a:off x="5433219" y="3287450"/>
            <a:ext cx="563975" cy="139929"/>
          </a:xfrm>
          <a:prstGeom prst="rect">
            <a:avLst/>
          </a:prstGeom>
          <a:noFill/>
        </p:spPr>
        <p:txBody>
          <a:bodyPr wrap="none" rtlCol="0">
            <a:spAutoFit/>
          </a:bodyPr>
          <a:lstStyle/>
          <a:p>
            <a:r>
              <a:rPr lang="en-AU" sz="1400"/>
              <a:t>2000</a:t>
            </a:r>
          </a:p>
        </p:txBody>
      </p:sp>
      <p:sp>
        <p:nvSpPr>
          <p:cNvPr id="1029" name="TextBox 1028">
            <a:extLst>
              <a:ext uri="{FF2B5EF4-FFF2-40B4-BE49-F238E27FC236}">
                <a16:creationId xmlns:a16="http://schemas.microsoft.com/office/drawing/2014/main" id="{919B2A8E-46EB-6FF9-3A9F-265833B7AB6E}"/>
              </a:ext>
            </a:extLst>
          </p:cNvPr>
          <p:cNvSpPr txBox="1"/>
          <p:nvPr/>
        </p:nvSpPr>
        <p:spPr>
          <a:xfrm>
            <a:off x="6703740" y="3286936"/>
            <a:ext cx="563975" cy="139929"/>
          </a:xfrm>
          <a:prstGeom prst="rect">
            <a:avLst/>
          </a:prstGeom>
          <a:noFill/>
        </p:spPr>
        <p:txBody>
          <a:bodyPr wrap="none" rtlCol="0">
            <a:spAutoFit/>
          </a:bodyPr>
          <a:lstStyle/>
          <a:p>
            <a:r>
              <a:rPr lang="en-AU" sz="1400"/>
              <a:t>2500</a:t>
            </a:r>
          </a:p>
        </p:txBody>
      </p:sp>
      <p:sp>
        <p:nvSpPr>
          <p:cNvPr id="1030" name="TextBox 1029">
            <a:extLst>
              <a:ext uri="{FF2B5EF4-FFF2-40B4-BE49-F238E27FC236}">
                <a16:creationId xmlns:a16="http://schemas.microsoft.com/office/drawing/2014/main" id="{261ED47B-C643-9D26-D615-367168947AE3}"/>
              </a:ext>
            </a:extLst>
          </p:cNvPr>
          <p:cNvSpPr txBox="1"/>
          <p:nvPr/>
        </p:nvSpPr>
        <p:spPr>
          <a:xfrm>
            <a:off x="7958475" y="3290557"/>
            <a:ext cx="563975" cy="139929"/>
          </a:xfrm>
          <a:prstGeom prst="rect">
            <a:avLst/>
          </a:prstGeom>
          <a:noFill/>
        </p:spPr>
        <p:txBody>
          <a:bodyPr wrap="none" rtlCol="0">
            <a:spAutoFit/>
          </a:bodyPr>
          <a:lstStyle/>
          <a:p>
            <a:r>
              <a:rPr lang="en-AU" sz="1400"/>
              <a:t>3000</a:t>
            </a:r>
          </a:p>
        </p:txBody>
      </p:sp>
      <p:sp>
        <p:nvSpPr>
          <p:cNvPr id="1031" name="TextBox 1030">
            <a:extLst>
              <a:ext uri="{FF2B5EF4-FFF2-40B4-BE49-F238E27FC236}">
                <a16:creationId xmlns:a16="http://schemas.microsoft.com/office/drawing/2014/main" id="{6E828777-8E9F-56D9-D289-0F2C10388A51}"/>
              </a:ext>
            </a:extLst>
          </p:cNvPr>
          <p:cNvSpPr txBox="1"/>
          <p:nvPr/>
        </p:nvSpPr>
        <p:spPr>
          <a:xfrm>
            <a:off x="9217864" y="3290557"/>
            <a:ext cx="563975" cy="139929"/>
          </a:xfrm>
          <a:prstGeom prst="rect">
            <a:avLst/>
          </a:prstGeom>
          <a:noFill/>
        </p:spPr>
        <p:txBody>
          <a:bodyPr wrap="none" rtlCol="0">
            <a:spAutoFit/>
          </a:bodyPr>
          <a:lstStyle/>
          <a:p>
            <a:r>
              <a:rPr lang="en-AU" sz="1400"/>
              <a:t>3500</a:t>
            </a:r>
          </a:p>
        </p:txBody>
      </p:sp>
      <p:sp>
        <p:nvSpPr>
          <p:cNvPr id="1032" name="TextBox 1031">
            <a:extLst>
              <a:ext uri="{FF2B5EF4-FFF2-40B4-BE49-F238E27FC236}">
                <a16:creationId xmlns:a16="http://schemas.microsoft.com/office/drawing/2014/main" id="{DF0871FA-4F72-AEEA-E1D9-B4D6BE1E3494}"/>
              </a:ext>
            </a:extLst>
          </p:cNvPr>
          <p:cNvSpPr txBox="1"/>
          <p:nvPr/>
        </p:nvSpPr>
        <p:spPr>
          <a:xfrm>
            <a:off x="10480874" y="3286346"/>
            <a:ext cx="563975" cy="139929"/>
          </a:xfrm>
          <a:prstGeom prst="rect">
            <a:avLst/>
          </a:prstGeom>
          <a:noFill/>
        </p:spPr>
        <p:txBody>
          <a:bodyPr wrap="none" rtlCol="0">
            <a:spAutoFit/>
          </a:bodyPr>
          <a:lstStyle/>
          <a:p>
            <a:r>
              <a:rPr lang="en-AU" sz="1400"/>
              <a:t>4000</a:t>
            </a:r>
          </a:p>
        </p:txBody>
      </p:sp>
      <p:cxnSp>
        <p:nvCxnSpPr>
          <p:cNvPr id="1033" name="Straight Connector 1032">
            <a:extLst>
              <a:ext uri="{FF2B5EF4-FFF2-40B4-BE49-F238E27FC236}">
                <a16:creationId xmlns:a16="http://schemas.microsoft.com/office/drawing/2014/main" id="{E4D3134B-6102-6CC7-D875-C66E1BE9E35D}"/>
              </a:ext>
            </a:extLst>
          </p:cNvPr>
          <p:cNvCxnSpPr>
            <a:cxnSpLocks/>
          </p:cNvCxnSpPr>
          <p:nvPr/>
        </p:nvCxnSpPr>
        <p:spPr>
          <a:xfrm>
            <a:off x="3190716" y="3287195"/>
            <a:ext cx="0" cy="25372"/>
          </a:xfrm>
          <a:prstGeom prst="line">
            <a:avLst/>
          </a:prstGeom>
          <a:ln w="12700"/>
        </p:spPr>
        <p:style>
          <a:lnRef idx="1">
            <a:schemeClr val="dk1"/>
          </a:lnRef>
          <a:fillRef idx="0">
            <a:schemeClr val="dk1"/>
          </a:fillRef>
          <a:effectRef idx="0">
            <a:schemeClr val="dk1"/>
          </a:effectRef>
          <a:fontRef idx="minor">
            <a:schemeClr val="tx1"/>
          </a:fontRef>
        </p:style>
      </p:cxnSp>
      <p:cxnSp>
        <p:nvCxnSpPr>
          <p:cNvPr id="1039" name="Straight Connector 1038">
            <a:extLst>
              <a:ext uri="{FF2B5EF4-FFF2-40B4-BE49-F238E27FC236}">
                <a16:creationId xmlns:a16="http://schemas.microsoft.com/office/drawing/2014/main" id="{1E01FCA0-EFD7-F6CD-DDE9-956B0DCBA5E8}"/>
              </a:ext>
            </a:extLst>
          </p:cNvPr>
          <p:cNvCxnSpPr>
            <a:cxnSpLocks/>
          </p:cNvCxnSpPr>
          <p:nvPr/>
        </p:nvCxnSpPr>
        <p:spPr>
          <a:xfrm>
            <a:off x="4462036" y="3285463"/>
            <a:ext cx="0" cy="25372"/>
          </a:xfrm>
          <a:prstGeom prst="line">
            <a:avLst/>
          </a:prstGeom>
          <a:ln w="12700"/>
        </p:spPr>
        <p:style>
          <a:lnRef idx="1">
            <a:schemeClr val="dk1"/>
          </a:lnRef>
          <a:fillRef idx="0">
            <a:schemeClr val="dk1"/>
          </a:fillRef>
          <a:effectRef idx="0">
            <a:schemeClr val="dk1"/>
          </a:effectRef>
          <a:fontRef idx="minor">
            <a:schemeClr val="tx1"/>
          </a:fontRef>
        </p:style>
      </p:cxnSp>
      <p:cxnSp>
        <p:nvCxnSpPr>
          <p:cNvPr id="1040" name="Straight Connector 1039">
            <a:extLst>
              <a:ext uri="{FF2B5EF4-FFF2-40B4-BE49-F238E27FC236}">
                <a16:creationId xmlns:a16="http://schemas.microsoft.com/office/drawing/2014/main" id="{144090DC-48CB-6E0C-3E7B-50BF224AF374}"/>
              </a:ext>
            </a:extLst>
          </p:cNvPr>
          <p:cNvCxnSpPr>
            <a:cxnSpLocks/>
          </p:cNvCxnSpPr>
          <p:nvPr/>
        </p:nvCxnSpPr>
        <p:spPr>
          <a:xfrm>
            <a:off x="5719685" y="3287195"/>
            <a:ext cx="0" cy="25372"/>
          </a:xfrm>
          <a:prstGeom prst="line">
            <a:avLst/>
          </a:prstGeom>
          <a:ln w="12700"/>
        </p:spPr>
        <p:style>
          <a:lnRef idx="1">
            <a:schemeClr val="dk1"/>
          </a:lnRef>
          <a:fillRef idx="0">
            <a:schemeClr val="dk1"/>
          </a:fillRef>
          <a:effectRef idx="0">
            <a:schemeClr val="dk1"/>
          </a:effectRef>
          <a:fontRef idx="minor">
            <a:schemeClr val="tx1"/>
          </a:fontRef>
        </p:style>
      </p:cxnSp>
      <p:cxnSp>
        <p:nvCxnSpPr>
          <p:cNvPr id="1041" name="Straight Connector 1040">
            <a:extLst>
              <a:ext uri="{FF2B5EF4-FFF2-40B4-BE49-F238E27FC236}">
                <a16:creationId xmlns:a16="http://schemas.microsoft.com/office/drawing/2014/main" id="{36831D36-5E1C-80D8-A77E-F6D621864884}"/>
              </a:ext>
            </a:extLst>
          </p:cNvPr>
          <p:cNvCxnSpPr>
            <a:cxnSpLocks/>
          </p:cNvCxnSpPr>
          <p:nvPr/>
        </p:nvCxnSpPr>
        <p:spPr>
          <a:xfrm>
            <a:off x="6989051" y="3288062"/>
            <a:ext cx="0" cy="25372"/>
          </a:xfrm>
          <a:prstGeom prst="line">
            <a:avLst/>
          </a:prstGeom>
          <a:ln w="12700"/>
        </p:spPr>
        <p:style>
          <a:lnRef idx="1">
            <a:schemeClr val="dk1"/>
          </a:lnRef>
          <a:fillRef idx="0">
            <a:schemeClr val="dk1"/>
          </a:fillRef>
          <a:effectRef idx="0">
            <a:schemeClr val="dk1"/>
          </a:effectRef>
          <a:fontRef idx="minor">
            <a:schemeClr val="tx1"/>
          </a:fontRef>
        </p:style>
      </p:cxnSp>
      <p:cxnSp>
        <p:nvCxnSpPr>
          <p:cNvPr id="1042" name="Straight Connector 1041">
            <a:extLst>
              <a:ext uri="{FF2B5EF4-FFF2-40B4-BE49-F238E27FC236}">
                <a16:creationId xmlns:a16="http://schemas.microsoft.com/office/drawing/2014/main" id="{8DCCBA6B-0DD9-0D32-4C56-5C85BAE0FAE7}"/>
              </a:ext>
            </a:extLst>
          </p:cNvPr>
          <p:cNvCxnSpPr>
            <a:cxnSpLocks/>
          </p:cNvCxnSpPr>
          <p:nvPr/>
        </p:nvCxnSpPr>
        <p:spPr>
          <a:xfrm>
            <a:off x="8244748" y="3288928"/>
            <a:ext cx="0" cy="25372"/>
          </a:xfrm>
          <a:prstGeom prst="line">
            <a:avLst/>
          </a:prstGeom>
          <a:ln w="12700"/>
        </p:spPr>
        <p:style>
          <a:lnRef idx="1">
            <a:schemeClr val="dk1"/>
          </a:lnRef>
          <a:fillRef idx="0">
            <a:schemeClr val="dk1"/>
          </a:fillRef>
          <a:effectRef idx="0">
            <a:schemeClr val="dk1"/>
          </a:effectRef>
          <a:fontRef idx="minor">
            <a:schemeClr val="tx1"/>
          </a:fontRef>
        </p:style>
      </p:cxnSp>
      <p:cxnSp>
        <p:nvCxnSpPr>
          <p:cNvPr id="1043" name="Straight Connector 1042">
            <a:extLst>
              <a:ext uri="{FF2B5EF4-FFF2-40B4-BE49-F238E27FC236}">
                <a16:creationId xmlns:a16="http://schemas.microsoft.com/office/drawing/2014/main" id="{9F1C1A95-8A27-7126-BAB3-BE86962C3A54}"/>
              </a:ext>
            </a:extLst>
          </p:cNvPr>
          <p:cNvCxnSpPr>
            <a:cxnSpLocks/>
          </p:cNvCxnSpPr>
          <p:nvPr/>
        </p:nvCxnSpPr>
        <p:spPr>
          <a:xfrm>
            <a:off x="9502397" y="3288062"/>
            <a:ext cx="0" cy="25372"/>
          </a:xfrm>
          <a:prstGeom prst="line">
            <a:avLst/>
          </a:prstGeom>
          <a:ln w="12700"/>
        </p:spPr>
        <p:style>
          <a:lnRef idx="1">
            <a:schemeClr val="dk1"/>
          </a:lnRef>
          <a:fillRef idx="0">
            <a:schemeClr val="dk1"/>
          </a:fillRef>
          <a:effectRef idx="0">
            <a:schemeClr val="dk1"/>
          </a:effectRef>
          <a:fontRef idx="minor">
            <a:schemeClr val="tx1"/>
          </a:fontRef>
        </p:style>
      </p:cxnSp>
      <p:cxnSp>
        <p:nvCxnSpPr>
          <p:cNvPr id="1044" name="Straight Connector 1043">
            <a:extLst>
              <a:ext uri="{FF2B5EF4-FFF2-40B4-BE49-F238E27FC236}">
                <a16:creationId xmlns:a16="http://schemas.microsoft.com/office/drawing/2014/main" id="{0C2A0636-6046-AC31-7841-9FB3A11D4DAF}"/>
              </a:ext>
            </a:extLst>
          </p:cNvPr>
          <p:cNvCxnSpPr>
            <a:cxnSpLocks/>
          </p:cNvCxnSpPr>
          <p:nvPr/>
        </p:nvCxnSpPr>
        <p:spPr>
          <a:xfrm>
            <a:off x="10769810" y="3287195"/>
            <a:ext cx="0" cy="25372"/>
          </a:xfrm>
          <a:prstGeom prst="line">
            <a:avLst/>
          </a:prstGeom>
          <a:ln w="12700"/>
        </p:spPr>
        <p:style>
          <a:lnRef idx="1">
            <a:schemeClr val="dk1"/>
          </a:lnRef>
          <a:fillRef idx="0">
            <a:schemeClr val="dk1"/>
          </a:fillRef>
          <a:effectRef idx="0">
            <a:schemeClr val="dk1"/>
          </a:effectRef>
          <a:fontRef idx="minor">
            <a:schemeClr val="tx1"/>
          </a:fontRef>
        </p:style>
      </p:cxnSp>
      <p:sp>
        <p:nvSpPr>
          <p:cNvPr id="1045" name="TextBox 1044">
            <a:extLst>
              <a:ext uri="{FF2B5EF4-FFF2-40B4-BE49-F238E27FC236}">
                <a16:creationId xmlns:a16="http://schemas.microsoft.com/office/drawing/2014/main" id="{28799A59-F5A2-0962-469F-DB28E26C7024}"/>
              </a:ext>
            </a:extLst>
          </p:cNvPr>
          <p:cNvSpPr txBox="1"/>
          <p:nvPr/>
        </p:nvSpPr>
        <p:spPr>
          <a:xfrm>
            <a:off x="5814453" y="3466347"/>
            <a:ext cx="1284392" cy="139929"/>
          </a:xfrm>
          <a:prstGeom prst="rect">
            <a:avLst/>
          </a:prstGeom>
          <a:noFill/>
        </p:spPr>
        <p:txBody>
          <a:bodyPr wrap="none" rtlCol="0">
            <a:spAutoFit/>
          </a:bodyPr>
          <a:lstStyle/>
          <a:p>
            <a:r>
              <a:rPr lang="en-AU" sz="1400"/>
              <a:t>Monthly Rent</a:t>
            </a:r>
          </a:p>
        </p:txBody>
      </p:sp>
      <p:sp>
        <p:nvSpPr>
          <p:cNvPr id="1055" name="TextBox 1054">
            <a:extLst>
              <a:ext uri="{FF2B5EF4-FFF2-40B4-BE49-F238E27FC236}">
                <a16:creationId xmlns:a16="http://schemas.microsoft.com/office/drawing/2014/main" id="{1812501B-8436-A883-DF6B-EA58232E03CF}"/>
              </a:ext>
            </a:extLst>
          </p:cNvPr>
          <p:cNvSpPr txBox="1"/>
          <p:nvPr/>
        </p:nvSpPr>
        <p:spPr>
          <a:xfrm>
            <a:off x="998677" y="4115058"/>
            <a:ext cx="2072891" cy="461665"/>
          </a:xfrm>
          <a:prstGeom prst="rect">
            <a:avLst/>
          </a:prstGeom>
          <a:noFill/>
        </p:spPr>
        <p:txBody>
          <a:bodyPr wrap="square">
            <a:spAutoFit/>
          </a:bodyPr>
          <a:lstStyle/>
          <a:p>
            <a:r>
              <a:rPr lang="en-US" altLang="zh-CN" sz="2400" b="1" spc="40">
                <a:solidFill>
                  <a:schemeClr val="accent6">
                    <a:lumMod val="50000"/>
                  </a:schemeClr>
                </a:solidFill>
                <a:latin typeface="+mj-lt"/>
              </a:rPr>
              <a:t>What we see</a:t>
            </a:r>
            <a:endParaRPr lang="en-AU" sz="2400" b="1" spc="40">
              <a:solidFill>
                <a:schemeClr val="accent6">
                  <a:lumMod val="50000"/>
                </a:schemeClr>
              </a:solidFill>
              <a:latin typeface="+mj-lt"/>
            </a:endParaRPr>
          </a:p>
        </p:txBody>
      </p:sp>
      <p:sp>
        <p:nvSpPr>
          <p:cNvPr id="1059" name="TextBox 1058">
            <a:extLst>
              <a:ext uri="{FF2B5EF4-FFF2-40B4-BE49-F238E27FC236}">
                <a16:creationId xmlns:a16="http://schemas.microsoft.com/office/drawing/2014/main" id="{766A6479-7611-8FFD-41D8-B06850DF6801}"/>
              </a:ext>
            </a:extLst>
          </p:cNvPr>
          <p:cNvSpPr txBox="1"/>
          <p:nvPr/>
        </p:nvSpPr>
        <p:spPr>
          <a:xfrm>
            <a:off x="1013614" y="4644507"/>
            <a:ext cx="4056226" cy="584775"/>
          </a:xfrm>
          <a:prstGeom prst="rect">
            <a:avLst/>
          </a:prstGeom>
          <a:noFill/>
        </p:spPr>
        <p:txBody>
          <a:bodyPr wrap="square">
            <a:spAutoFit/>
          </a:bodyPr>
          <a:lstStyle/>
          <a:p>
            <a:pPr algn="just"/>
            <a:r>
              <a:rPr lang="en-MY" altLang="zh-CN" sz="1600"/>
              <a:t>In overall, the monthly rent is</a:t>
            </a:r>
            <a:r>
              <a:rPr lang="en-AU" sz="1600"/>
              <a:t> higher in Kuala Lumpur than Selangor.</a:t>
            </a:r>
          </a:p>
        </p:txBody>
      </p:sp>
      <p:sp>
        <p:nvSpPr>
          <p:cNvPr id="1070" name="Rectangle 1069">
            <a:extLst>
              <a:ext uri="{FF2B5EF4-FFF2-40B4-BE49-F238E27FC236}">
                <a16:creationId xmlns:a16="http://schemas.microsoft.com/office/drawing/2014/main" id="{36EF40FE-B9B5-9346-9F03-33D83F579621}"/>
              </a:ext>
            </a:extLst>
          </p:cNvPr>
          <p:cNvSpPr/>
          <p:nvPr/>
        </p:nvSpPr>
        <p:spPr>
          <a:xfrm>
            <a:off x="5433218" y="3915808"/>
            <a:ext cx="5974847" cy="2105097"/>
          </a:xfrm>
          <a:prstGeom prst="rect">
            <a:avLst/>
          </a:prstGeom>
          <a:solidFill>
            <a:schemeClr val="bg2">
              <a:lumMod val="90000"/>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71" name="TextBox 1070">
            <a:extLst>
              <a:ext uri="{FF2B5EF4-FFF2-40B4-BE49-F238E27FC236}">
                <a16:creationId xmlns:a16="http://schemas.microsoft.com/office/drawing/2014/main" id="{409834C7-EA7E-6C87-3C73-4EEE637356BC}"/>
              </a:ext>
            </a:extLst>
          </p:cNvPr>
          <p:cNvSpPr txBox="1"/>
          <p:nvPr/>
        </p:nvSpPr>
        <p:spPr>
          <a:xfrm>
            <a:off x="5563709" y="4165766"/>
            <a:ext cx="2072891" cy="461665"/>
          </a:xfrm>
          <a:prstGeom prst="rect">
            <a:avLst/>
          </a:prstGeom>
          <a:noFill/>
        </p:spPr>
        <p:txBody>
          <a:bodyPr wrap="square">
            <a:spAutoFit/>
          </a:bodyPr>
          <a:lstStyle/>
          <a:p>
            <a:r>
              <a:rPr lang="en-US" altLang="zh-CN" sz="2400" b="1" spc="40">
                <a:solidFill>
                  <a:schemeClr val="accent6">
                    <a:lumMod val="50000"/>
                  </a:schemeClr>
                </a:solidFill>
                <a:latin typeface="+mj-lt"/>
              </a:rPr>
              <a:t>Why is it so?</a:t>
            </a:r>
            <a:endParaRPr lang="en-AU" sz="2400" b="1" spc="40">
              <a:solidFill>
                <a:schemeClr val="accent6">
                  <a:lumMod val="50000"/>
                </a:schemeClr>
              </a:solidFill>
              <a:latin typeface="+mj-lt"/>
            </a:endParaRPr>
          </a:p>
        </p:txBody>
      </p:sp>
      <p:sp>
        <p:nvSpPr>
          <p:cNvPr id="1072" name="TextBox 1071">
            <a:extLst>
              <a:ext uri="{FF2B5EF4-FFF2-40B4-BE49-F238E27FC236}">
                <a16:creationId xmlns:a16="http://schemas.microsoft.com/office/drawing/2014/main" id="{BCC80B08-5AFA-E69E-7373-CFD33E51E8F5}"/>
              </a:ext>
            </a:extLst>
          </p:cNvPr>
          <p:cNvSpPr txBox="1"/>
          <p:nvPr/>
        </p:nvSpPr>
        <p:spPr>
          <a:xfrm>
            <a:off x="5557519" y="4676784"/>
            <a:ext cx="5620831" cy="584775"/>
          </a:xfrm>
          <a:prstGeom prst="rect">
            <a:avLst/>
          </a:prstGeom>
          <a:noFill/>
        </p:spPr>
        <p:txBody>
          <a:bodyPr wrap="square">
            <a:spAutoFit/>
          </a:bodyPr>
          <a:lstStyle/>
          <a:p>
            <a:pPr algn="just"/>
            <a:r>
              <a:rPr lang="en-AU" sz="1600" b="1"/>
              <a:t>Kuala Lumpur</a:t>
            </a:r>
            <a:r>
              <a:rPr lang="en-AU" sz="1600"/>
              <a:t> is the economic centre of Malaysia, which consist of numerous high consumption area. </a:t>
            </a:r>
            <a:endParaRPr lang="en-AU" sz="1600" b="1"/>
          </a:p>
        </p:txBody>
      </p:sp>
    </p:spTree>
    <p:extLst>
      <p:ext uri="{BB962C8B-B14F-4D97-AF65-F5344CB8AC3E}">
        <p14:creationId xmlns:p14="http://schemas.microsoft.com/office/powerpoint/2010/main" val="1317739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par>
                                <p:cTn id="7" presetID="1" presetClass="entr" presetSubtype="0" fill="hold" grpId="0" nodeType="withEffect">
                                  <p:stCondLst>
                                    <p:cond delay="10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10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10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100"/>
                                  </p:stCondLst>
                                  <p:childTnLst>
                                    <p:set>
                                      <p:cBhvr>
                                        <p:cTn id="14" dur="1" fill="hold">
                                          <p:stCondLst>
                                            <p:cond delay="0"/>
                                          </p:stCondLst>
                                        </p:cTn>
                                        <p:tgtEl>
                                          <p:spTgt spid="1025"/>
                                        </p:tgtEl>
                                        <p:attrNameLst>
                                          <p:attrName>style.visibility</p:attrName>
                                        </p:attrNameLst>
                                      </p:cBhvr>
                                      <p:to>
                                        <p:strVal val="visible"/>
                                      </p:to>
                                    </p:set>
                                  </p:childTnLst>
                                </p:cTn>
                              </p:par>
                              <p:par>
                                <p:cTn id="15" presetID="1" presetClass="entr" presetSubtype="0" fill="hold" grpId="0" nodeType="withEffect">
                                  <p:stCondLst>
                                    <p:cond delay="100"/>
                                  </p:stCondLst>
                                  <p:childTnLst>
                                    <p:set>
                                      <p:cBhvr>
                                        <p:cTn id="16" dur="1" fill="hold">
                                          <p:stCondLst>
                                            <p:cond delay="0"/>
                                          </p:stCondLst>
                                        </p:cTn>
                                        <p:tgtEl>
                                          <p:spTgt spid="63"/>
                                        </p:tgtEl>
                                        <p:attrNameLst>
                                          <p:attrName>style.visibility</p:attrName>
                                        </p:attrNameLst>
                                      </p:cBhvr>
                                      <p:to>
                                        <p:strVal val="visible"/>
                                      </p:to>
                                    </p:set>
                                  </p:childTnLst>
                                </p:cTn>
                              </p:par>
                              <p:par>
                                <p:cTn id="17" presetID="1" presetClass="entr" presetSubtype="0" fill="hold" grpId="0" nodeType="withEffect">
                                  <p:stCondLst>
                                    <p:cond delay="100"/>
                                  </p:stCondLst>
                                  <p:childTnLst>
                                    <p:set>
                                      <p:cBhvr>
                                        <p:cTn id="18" dur="1" fill="hold">
                                          <p:stCondLst>
                                            <p:cond delay="0"/>
                                          </p:stCondLst>
                                        </p:cTn>
                                        <p:tgtEl>
                                          <p:spTgt spid="1027"/>
                                        </p:tgtEl>
                                        <p:attrNameLst>
                                          <p:attrName>style.visibility</p:attrName>
                                        </p:attrNameLst>
                                      </p:cBhvr>
                                      <p:to>
                                        <p:strVal val="visible"/>
                                      </p:to>
                                    </p:set>
                                  </p:childTnLst>
                                </p:cTn>
                              </p:par>
                              <p:par>
                                <p:cTn id="19" presetID="1" presetClass="entr" presetSubtype="0" fill="hold" grpId="0" nodeType="withEffect">
                                  <p:stCondLst>
                                    <p:cond delay="100"/>
                                  </p:stCondLst>
                                  <p:childTnLst>
                                    <p:set>
                                      <p:cBhvr>
                                        <p:cTn id="20" dur="1" fill="hold">
                                          <p:stCondLst>
                                            <p:cond delay="0"/>
                                          </p:stCondLst>
                                        </p:cTn>
                                        <p:tgtEl>
                                          <p:spTgt spid="1045"/>
                                        </p:tgtEl>
                                        <p:attrNameLst>
                                          <p:attrName>style.visibility</p:attrName>
                                        </p:attrNameLst>
                                      </p:cBhvr>
                                      <p:to>
                                        <p:strVal val="visible"/>
                                      </p:to>
                                    </p:set>
                                  </p:childTnLst>
                                </p:cTn>
                              </p:par>
                              <p:par>
                                <p:cTn id="21" presetID="1" presetClass="entr" presetSubtype="0" fill="hold" grpId="0" nodeType="withEffect">
                                  <p:stCondLst>
                                    <p:cond delay="100"/>
                                  </p:stCondLst>
                                  <p:childTnLst>
                                    <p:set>
                                      <p:cBhvr>
                                        <p:cTn id="22" dur="1" fill="hold">
                                          <p:stCondLst>
                                            <p:cond delay="0"/>
                                          </p:stCondLst>
                                        </p:cTn>
                                        <p:tgtEl>
                                          <p:spTgt spid="1030"/>
                                        </p:tgtEl>
                                        <p:attrNameLst>
                                          <p:attrName>style.visibility</p:attrName>
                                        </p:attrNameLst>
                                      </p:cBhvr>
                                      <p:to>
                                        <p:strVal val="visible"/>
                                      </p:to>
                                    </p:set>
                                  </p:childTnLst>
                                </p:cTn>
                              </p:par>
                              <p:par>
                                <p:cTn id="23" presetID="1" presetClass="entr" presetSubtype="0" fill="hold" grpId="0" nodeType="withEffect">
                                  <p:stCondLst>
                                    <p:cond delay="100"/>
                                  </p:stCondLst>
                                  <p:childTnLst>
                                    <p:set>
                                      <p:cBhvr>
                                        <p:cTn id="24" dur="1" fill="hold">
                                          <p:stCondLst>
                                            <p:cond delay="0"/>
                                          </p:stCondLst>
                                        </p:cTn>
                                        <p:tgtEl>
                                          <p:spTgt spid="1029"/>
                                        </p:tgtEl>
                                        <p:attrNameLst>
                                          <p:attrName>style.visibility</p:attrName>
                                        </p:attrNameLst>
                                      </p:cBhvr>
                                      <p:to>
                                        <p:strVal val="visible"/>
                                      </p:to>
                                    </p:set>
                                  </p:childTnLst>
                                </p:cTn>
                              </p:par>
                              <p:par>
                                <p:cTn id="25" presetID="1" presetClass="entr" presetSubtype="0" fill="hold" grpId="0" nodeType="withEffect">
                                  <p:stCondLst>
                                    <p:cond delay="100"/>
                                  </p:stCondLst>
                                  <p:childTnLst>
                                    <p:set>
                                      <p:cBhvr>
                                        <p:cTn id="26" dur="1" fill="hold">
                                          <p:stCondLst>
                                            <p:cond delay="0"/>
                                          </p:stCondLst>
                                        </p:cTn>
                                        <p:tgtEl>
                                          <p:spTgt spid="1031"/>
                                        </p:tgtEl>
                                        <p:attrNameLst>
                                          <p:attrName>style.visibility</p:attrName>
                                        </p:attrNameLst>
                                      </p:cBhvr>
                                      <p:to>
                                        <p:strVal val="visible"/>
                                      </p:to>
                                    </p:set>
                                  </p:childTnLst>
                                </p:cTn>
                              </p:par>
                              <p:par>
                                <p:cTn id="27" presetID="1" presetClass="entr" presetSubtype="0" fill="hold" grpId="0" nodeType="withEffect">
                                  <p:stCondLst>
                                    <p:cond delay="100"/>
                                  </p:stCondLst>
                                  <p:childTnLst>
                                    <p:set>
                                      <p:cBhvr>
                                        <p:cTn id="28" dur="1" fill="hold">
                                          <p:stCondLst>
                                            <p:cond delay="0"/>
                                          </p:stCondLst>
                                        </p:cTn>
                                        <p:tgtEl>
                                          <p:spTgt spid="1032"/>
                                        </p:tgtEl>
                                        <p:attrNameLst>
                                          <p:attrName>style.visibility</p:attrName>
                                        </p:attrNameLst>
                                      </p:cBhvr>
                                      <p:to>
                                        <p:strVal val="visible"/>
                                      </p:to>
                                    </p:set>
                                  </p:childTnLst>
                                </p:cTn>
                              </p:par>
                            </p:childTnLst>
                          </p:cTn>
                        </p:par>
                        <p:par>
                          <p:cTn id="29" fill="hold">
                            <p:stCondLst>
                              <p:cond delay="100"/>
                            </p:stCondLst>
                            <p:childTnLst>
                              <p:par>
                                <p:cTn id="30" presetID="22" presetClass="entr" presetSubtype="8" fill="hold" nodeType="afterEffect">
                                  <p:stCondLst>
                                    <p:cond delay="0"/>
                                  </p:stCondLst>
                                  <p:childTnLst>
                                    <p:set>
                                      <p:cBhvr>
                                        <p:cTn id="31" dur="1" fill="hold">
                                          <p:stCondLst>
                                            <p:cond delay="0"/>
                                          </p:stCondLst>
                                        </p:cTn>
                                        <p:tgtEl>
                                          <p:spTgt spid="1050"/>
                                        </p:tgtEl>
                                        <p:attrNameLst>
                                          <p:attrName>style.visibility</p:attrName>
                                        </p:attrNameLst>
                                      </p:cBhvr>
                                      <p:to>
                                        <p:strVal val="visible"/>
                                      </p:to>
                                    </p:set>
                                    <p:animEffect transition="in" filter="wipe(left)">
                                      <p:cBhvr>
                                        <p:cTn id="32" dur="250"/>
                                        <p:tgtEl>
                                          <p:spTgt spid="1050"/>
                                        </p:tgtEl>
                                      </p:cBhvr>
                                    </p:animEffect>
                                  </p:childTnLst>
                                </p:cTn>
                              </p:par>
                              <p:par>
                                <p:cTn id="33" presetID="22" presetClass="entr" presetSubtype="8" fill="hold" nodeType="withEffect">
                                  <p:stCondLst>
                                    <p:cond delay="0"/>
                                  </p:stCondLst>
                                  <p:childTnLst>
                                    <p:set>
                                      <p:cBhvr>
                                        <p:cTn id="34" dur="1" fill="hold">
                                          <p:stCondLst>
                                            <p:cond delay="0"/>
                                          </p:stCondLst>
                                        </p:cTn>
                                        <p:tgtEl>
                                          <p:spTgt spid="1051"/>
                                        </p:tgtEl>
                                        <p:attrNameLst>
                                          <p:attrName>style.visibility</p:attrName>
                                        </p:attrNameLst>
                                      </p:cBhvr>
                                      <p:to>
                                        <p:strVal val="visible"/>
                                      </p:to>
                                    </p:set>
                                    <p:animEffect transition="in" filter="wipe(left)">
                                      <p:cBhvr>
                                        <p:cTn id="35" dur="250"/>
                                        <p:tgtEl>
                                          <p:spTgt spid="1051"/>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060"/>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055"/>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05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070"/>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1071"/>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072"/>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060" grpId="0" animBg="1"/>
      <p:bldP spid="62" grpId="0" animBg="1"/>
      <p:bldP spid="8" grpId="0"/>
      <p:bldP spid="9" grpId="0"/>
      <p:bldP spid="10" grpId="0"/>
      <p:bldP spid="63" grpId="0"/>
      <p:bldP spid="1025" grpId="0"/>
      <p:bldP spid="1027" grpId="0"/>
      <p:bldP spid="1029" grpId="0"/>
      <p:bldP spid="1030" grpId="0"/>
      <p:bldP spid="1031" grpId="0"/>
      <p:bldP spid="1032" grpId="0"/>
      <p:bldP spid="1045" grpId="0"/>
      <p:bldP spid="1055" grpId="0"/>
      <p:bldP spid="1059" grpId="0"/>
      <p:bldP spid="1070" grpId="0" animBg="1"/>
      <p:bldP spid="1071" grpId="0"/>
      <p:bldP spid="107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440A319-D4F8-60C1-591D-C85B0C58E22E}"/>
              </a:ext>
            </a:extLst>
          </p:cNvPr>
          <p:cNvSpPr>
            <a:spLocks noGrp="1"/>
          </p:cNvSpPr>
          <p:nvPr>
            <p:ph type="body" idx="1"/>
          </p:nvPr>
        </p:nvSpPr>
        <p:spPr>
          <a:xfrm>
            <a:off x="998677" y="7849509"/>
            <a:ext cx="7034000" cy="187975"/>
          </a:xfrm>
        </p:spPr>
        <p:txBody>
          <a:bodyPr/>
          <a:lstStyle/>
          <a:p>
            <a:pPr marL="186262" indent="0">
              <a:buNone/>
            </a:pPr>
            <a:endParaRPr lang="en-AU"/>
          </a:p>
        </p:txBody>
      </p:sp>
      <p:graphicFrame>
        <p:nvGraphicFramePr>
          <p:cNvPr id="19" name="Chart 18">
            <a:extLst>
              <a:ext uri="{FF2B5EF4-FFF2-40B4-BE49-F238E27FC236}">
                <a16:creationId xmlns:a16="http://schemas.microsoft.com/office/drawing/2014/main" id="{953BBA05-2DEF-E6E7-13A8-F903E0E69806}"/>
              </a:ext>
            </a:extLst>
          </p:cNvPr>
          <p:cNvGraphicFramePr>
            <a:graphicFrameLocks/>
          </p:cNvGraphicFramePr>
          <p:nvPr/>
        </p:nvGraphicFramePr>
        <p:xfrm>
          <a:off x="426423" y="879410"/>
          <a:ext cx="4386959" cy="5245121"/>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angle 2">
            <a:extLst>
              <a:ext uri="{FF2B5EF4-FFF2-40B4-BE49-F238E27FC236}">
                <a16:creationId xmlns:a16="http://schemas.microsoft.com/office/drawing/2014/main" id="{ACF06B9B-FCE2-0EAA-2120-FE84578621AD}"/>
              </a:ext>
            </a:extLst>
          </p:cNvPr>
          <p:cNvSpPr/>
          <p:nvPr/>
        </p:nvSpPr>
        <p:spPr>
          <a:xfrm>
            <a:off x="9347199" y="879410"/>
            <a:ext cx="2037215" cy="5206758"/>
          </a:xfrm>
          <a:prstGeom prst="rect">
            <a:avLst/>
          </a:prstGeom>
          <a:solidFill>
            <a:schemeClr val="bg2">
              <a:lumMod val="90000"/>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8743C621-1517-2CBC-117B-1D2C2952165F}"/>
              </a:ext>
            </a:extLst>
          </p:cNvPr>
          <p:cNvSpPr txBox="1"/>
          <p:nvPr/>
        </p:nvSpPr>
        <p:spPr>
          <a:xfrm>
            <a:off x="9458506" y="1066599"/>
            <a:ext cx="1925908" cy="461665"/>
          </a:xfrm>
          <a:prstGeom prst="rect">
            <a:avLst/>
          </a:prstGeom>
          <a:noFill/>
        </p:spPr>
        <p:txBody>
          <a:bodyPr wrap="square">
            <a:spAutoFit/>
          </a:bodyPr>
          <a:lstStyle/>
          <a:p>
            <a:r>
              <a:rPr lang="en-US" altLang="zh-CN" sz="2400" b="1" spc="40">
                <a:solidFill>
                  <a:schemeClr val="accent6">
                    <a:lumMod val="50000"/>
                  </a:schemeClr>
                </a:solidFill>
                <a:latin typeface="+mj-lt"/>
              </a:rPr>
              <a:t>Observation</a:t>
            </a:r>
            <a:endParaRPr lang="en-AU" sz="2400" b="1" spc="40">
              <a:solidFill>
                <a:schemeClr val="accent6">
                  <a:lumMod val="50000"/>
                </a:schemeClr>
              </a:solidFill>
              <a:latin typeface="+mj-lt"/>
            </a:endParaRPr>
          </a:p>
        </p:txBody>
      </p:sp>
      <p:sp>
        <p:nvSpPr>
          <p:cNvPr id="6" name="TextBox 5">
            <a:extLst>
              <a:ext uri="{FF2B5EF4-FFF2-40B4-BE49-F238E27FC236}">
                <a16:creationId xmlns:a16="http://schemas.microsoft.com/office/drawing/2014/main" id="{F503568D-5B43-AC08-DC33-935D0003FCF8}"/>
              </a:ext>
            </a:extLst>
          </p:cNvPr>
          <p:cNvSpPr txBox="1"/>
          <p:nvPr/>
        </p:nvSpPr>
        <p:spPr>
          <a:xfrm>
            <a:off x="9598352" y="1715453"/>
            <a:ext cx="1609563" cy="2062103"/>
          </a:xfrm>
          <a:prstGeom prst="rect">
            <a:avLst/>
          </a:prstGeom>
          <a:noFill/>
        </p:spPr>
        <p:txBody>
          <a:bodyPr wrap="square">
            <a:spAutoFit/>
          </a:bodyPr>
          <a:lstStyle/>
          <a:p>
            <a:pPr algn="just"/>
            <a:r>
              <a:rPr lang="en-US" sz="1600"/>
              <a:t>All top 10 areas are mostly from </a:t>
            </a:r>
            <a:r>
              <a:rPr lang="en-US" sz="1600" b="1"/>
              <a:t>Kuala Lumpur</a:t>
            </a:r>
            <a:r>
              <a:rPr lang="en-US" sz="1600"/>
              <a:t>.</a:t>
            </a:r>
          </a:p>
          <a:p>
            <a:pPr algn="just"/>
            <a:endParaRPr lang="en-US" altLang="zh-CN" sz="1600"/>
          </a:p>
          <a:p>
            <a:pPr algn="just"/>
            <a:r>
              <a:rPr lang="en-US" sz="1600"/>
              <a:t>All bottom 10 areas are mostly from </a:t>
            </a:r>
            <a:r>
              <a:rPr lang="en-US" sz="1600" b="1"/>
              <a:t>Selangor</a:t>
            </a:r>
            <a:r>
              <a:rPr lang="en-US" sz="1600"/>
              <a:t>.</a:t>
            </a:r>
            <a:endParaRPr lang="en-AU" sz="1600"/>
          </a:p>
          <a:p>
            <a:pPr algn="just"/>
            <a:endParaRPr lang="en-AU" sz="1600"/>
          </a:p>
        </p:txBody>
      </p:sp>
      <p:sp>
        <p:nvSpPr>
          <p:cNvPr id="2" name="Google Shape;962;p41">
            <a:extLst>
              <a:ext uri="{FF2B5EF4-FFF2-40B4-BE49-F238E27FC236}">
                <a16:creationId xmlns:a16="http://schemas.microsoft.com/office/drawing/2014/main" id="{78B99E21-EEAC-6663-5CC9-A4C8C1CCE58F}"/>
              </a:ext>
            </a:extLst>
          </p:cNvPr>
          <p:cNvSpPr txBox="1">
            <a:spLocks/>
          </p:cNvSpPr>
          <p:nvPr/>
        </p:nvSpPr>
        <p:spPr>
          <a:xfrm>
            <a:off x="799095" y="195449"/>
            <a:ext cx="8799258"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MY" sz="4000">
                <a:solidFill>
                  <a:schemeClr val="accent4">
                    <a:lumMod val="75000"/>
                  </a:schemeClr>
                </a:solidFill>
                <a:latin typeface="Bebas Neue"/>
              </a:rPr>
              <a:t>City &amp; Area</a:t>
            </a:r>
            <a:endParaRPr lang="en" sz="4000">
              <a:solidFill>
                <a:schemeClr val="accent4">
                  <a:lumMod val="75000"/>
                </a:schemeClr>
              </a:solidFill>
              <a:latin typeface="Bebas Neue"/>
            </a:endParaRPr>
          </a:p>
        </p:txBody>
      </p:sp>
      <p:graphicFrame>
        <p:nvGraphicFramePr>
          <p:cNvPr id="8" name="Chart 7">
            <a:extLst>
              <a:ext uri="{FF2B5EF4-FFF2-40B4-BE49-F238E27FC236}">
                <a16:creationId xmlns:a16="http://schemas.microsoft.com/office/drawing/2014/main" id="{291D706B-E02A-BCD6-10D8-D39F616B87B7}"/>
              </a:ext>
            </a:extLst>
          </p:cNvPr>
          <p:cNvGraphicFramePr>
            <a:graphicFrameLocks/>
          </p:cNvGraphicFramePr>
          <p:nvPr/>
        </p:nvGraphicFramePr>
        <p:xfrm>
          <a:off x="4813382" y="879410"/>
          <a:ext cx="4386959" cy="524512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18480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9" grpId="0">
        <p:bldAsOne/>
      </p:bldGraphic>
      <p:bldP spid="6" grpId="0"/>
      <p:bldGraphic spid="8" grpId="0">
        <p:bldAsOne/>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7041039-ADD5-9808-871E-A645D9E201A6}"/>
              </a:ext>
            </a:extLst>
          </p:cNvPr>
          <p:cNvSpPr/>
          <p:nvPr/>
        </p:nvSpPr>
        <p:spPr>
          <a:xfrm>
            <a:off x="799095" y="1214158"/>
            <a:ext cx="10593810" cy="4677153"/>
          </a:xfrm>
          <a:prstGeom prst="rect">
            <a:avLst/>
          </a:prstGeom>
          <a:solidFill>
            <a:schemeClr val="bg2">
              <a:lumMod val="90000"/>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TextBox 17">
            <a:extLst>
              <a:ext uri="{FF2B5EF4-FFF2-40B4-BE49-F238E27FC236}">
                <a16:creationId xmlns:a16="http://schemas.microsoft.com/office/drawing/2014/main" id="{AE7E7367-B00D-EAA1-C7E0-000DB4F8272E}"/>
              </a:ext>
            </a:extLst>
          </p:cNvPr>
          <p:cNvSpPr txBox="1"/>
          <p:nvPr/>
        </p:nvSpPr>
        <p:spPr>
          <a:xfrm>
            <a:off x="1035067" y="1449337"/>
            <a:ext cx="3610310" cy="461665"/>
          </a:xfrm>
          <a:prstGeom prst="rect">
            <a:avLst/>
          </a:prstGeom>
          <a:noFill/>
        </p:spPr>
        <p:txBody>
          <a:bodyPr wrap="square">
            <a:spAutoFit/>
          </a:bodyPr>
          <a:lstStyle/>
          <a:p>
            <a:r>
              <a:rPr lang="en-US" altLang="zh-CN" sz="2400" b="1" spc="40">
                <a:solidFill>
                  <a:schemeClr val="accent6">
                    <a:lumMod val="50000"/>
                  </a:schemeClr>
                </a:solidFill>
                <a:latin typeface="+mj-lt"/>
              </a:rPr>
              <a:t>Further Approach</a:t>
            </a:r>
            <a:endParaRPr lang="en-AU" sz="2400" b="1" spc="40">
              <a:solidFill>
                <a:schemeClr val="accent6">
                  <a:lumMod val="50000"/>
                </a:schemeClr>
              </a:solidFill>
              <a:latin typeface="+mj-lt"/>
            </a:endParaRPr>
          </a:p>
        </p:txBody>
      </p:sp>
      <p:sp>
        <p:nvSpPr>
          <p:cNvPr id="19" name="TextBox 18">
            <a:extLst>
              <a:ext uri="{FF2B5EF4-FFF2-40B4-BE49-F238E27FC236}">
                <a16:creationId xmlns:a16="http://schemas.microsoft.com/office/drawing/2014/main" id="{8C80FBAE-0D16-3D2A-E07D-7B1EDFE2125E}"/>
              </a:ext>
            </a:extLst>
          </p:cNvPr>
          <p:cNvSpPr txBox="1"/>
          <p:nvPr/>
        </p:nvSpPr>
        <p:spPr>
          <a:xfrm>
            <a:off x="1035067" y="2133041"/>
            <a:ext cx="9860578" cy="338554"/>
          </a:xfrm>
          <a:prstGeom prst="rect">
            <a:avLst/>
          </a:prstGeom>
          <a:noFill/>
        </p:spPr>
        <p:txBody>
          <a:bodyPr wrap="square">
            <a:spAutoFit/>
          </a:bodyPr>
          <a:lstStyle/>
          <a:p>
            <a:pPr algn="just"/>
            <a:r>
              <a:rPr lang="en-MY" altLang="zh-CN" sz="1600"/>
              <a:t>We extend our investigation by using service from </a:t>
            </a:r>
            <a:r>
              <a:rPr lang="en-MY" altLang="zh-CN" sz="1600">
                <a:highlight>
                  <a:srgbClr val="C0C0C0"/>
                </a:highlight>
                <a:latin typeface="Consolas" panose="020B0609020204030204" pitchFamily="49" charset="0"/>
              </a:rPr>
              <a:t> </a:t>
            </a:r>
            <a:r>
              <a:rPr lang="en-MY" sz="1600" i="0" err="1">
                <a:solidFill>
                  <a:srgbClr val="000000"/>
                </a:solidFill>
                <a:effectLst/>
                <a:highlight>
                  <a:srgbClr val="C0C0C0"/>
                </a:highlight>
                <a:latin typeface="Consolas" panose="020B0609020204030204" pitchFamily="49" charset="0"/>
              </a:rPr>
              <a:t>Nominatim</a:t>
            </a:r>
            <a:r>
              <a:rPr lang="en-MY" altLang="zh-CN" sz="1600">
                <a:highlight>
                  <a:srgbClr val="C0C0C0"/>
                </a:highlight>
                <a:latin typeface="Consolas" panose="020B0609020204030204" pitchFamily="49" charset="0"/>
              </a:rPr>
              <a:t> </a:t>
            </a:r>
            <a:r>
              <a:rPr lang="en-MY" altLang="zh-CN" sz="1600"/>
              <a:t>, which is a geolocator module from </a:t>
            </a:r>
            <a:r>
              <a:rPr lang="en-MY" altLang="zh-CN" sz="1600">
                <a:highlight>
                  <a:srgbClr val="C0C0C0"/>
                </a:highlight>
              </a:rPr>
              <a:t> </a:t>
            </a:r>
            <a:r>
              <a:rPr lang="en-MY" altLang="zh-CN" sz="1600" err="1">
                <a:highlight>
                  <a:srgbClr val="C0C0C0"/>
                </a:highlight>
                <a:latin typeface="Consolas" panose="020B0609020204030204" pitchFamily="49" charset="0"/>
                <a:cs typeface="Courier New" panose="02070309020205020404" pitchFamily="49" charset="0"/>
              </a:rPr>
              <a:t>geopy</a:t>
            </a:r>
            <a:r>
              <a:rPr lang="en-MY" altLang="zh-CN" sz="1600">
                <a:highlight>
                  <a:srgbClr val="C0C0C0"/>
                </a:highlight>
              </a:rPr>
              <a:t> </a:t>
            </a:r>
            <a:r>
              <a:rPr lang="en-MY" altLang="zh-CN" sz="1600"/>
              <a:t>.</a:t>
            </a:r>
          </a:p>
        </p:txBody>
      </p:sp>
      <p:sp>
        <p:nvSpPr>
          <p:cNvPr id="20" name="TextBox 19">
            <a:extLst>
              <a:ext uri="{FF2B5EF4-FFF2-40B4-BE49-F238E27FC236}">
                <a16:creationId xmlns:a16="http://schemas.microsoft.com/office/drawing/2014/main" id="{A4141DEC-B50F-BA9A-D28B-4B1F019141CD}"/>
              </a:ext>
            </a:extLst>
          </p:cNvPr>
          <p:cNvSpPr txBox="1"/>
          <p:nvPr/>
        </p:nvSpPr>
        <p:spPr>
          <a:xfrm>
            <a:off x="1035067" y="3053709"/>
            <a:ext cx="9860578" cy="1077218"/>
          </a:xfrm>
          <a:prstGeom prst="rect">
            <a:avLst/>
          </a:prstGeom>
          <a:noFill/>
        </p:spPr>
        <p:txBody>
          <a:bodyPr wrap="square">
            <a:spAutoFit/>
          </a:bodyPr>
          <a:lstStyle/>
          <a:p>
            <a:pPr algn="just"/>
            <a:r>
              <a:rPr lang="en-MY" altLang="zh-CN" sz="1600" b="1"/>
              <a:t>What are we collecting?</a:t>
            </a:r>
          </a:p>
          <a:p>
            <a:pPr algn="just"/>
            <a:endParaRPr lang="en-MY" altLang="zh-CN" sz="1600" b="1"/>
          </a:p>
          <a:p>
            <a:pPr marL="285750" indent="-285750" algn="just">
              <a:buFont typeface="Arial" panose="020B0604020202020204" pitchFamily="34" charset="0"/>
              <a:buChar char="•"/>
            </a:pPr>
            <a:r>
              <a:rPr lang="en-MY" altLang="zh-CN" sz="1600"/>
              <a:t>Longitude</a:t>
            </a:r>
          </a:p>
          <a:p>
            <a:pPr marL="285750" indent="-285750" algn="just">
              <a:buFont typeface="Arial" panose="020B0604020202020204" pitchFamily="34" charset="0"/>
              <a:buChar char="•"/>
            </a:pPr>
            <a:r>
              <a:rPr lang="en-MY" altLang="zh-CN" sz="1600"/>
              <a:t>Latitude</a:t>
            </a:r>
          </a:p>
        </p:txBody>
      </p:sp>
      <p:sp>
        <p:nvSpPr>
          <p:cNvPr id="21" name="TextBox 20">
            <a:extLst>
              <a:ext uri="{FF2B5EF4-FFF2-40B4-BE49-F238E27FC236}">
                <a16:creationId xmlns:a16="http://schemas.microsoft.com/office/drawing/2014/main" id="{77F5D6BE-8ACB-651E-6D52-B1D60CE47EF1}"/>
              </a:ext>
            </a:extLst>
          </p:cNvPr>
          <p:cNvSpPr txBox="1"/>
          <p:nvPr/>
        </p:nvSpPr>
        <p:spPr>
          <a:xfrm>
            <a:off x="1165711" y="4790423"/>
            <a:ext cx="9860578" cy="338554"/>
          </a:xfrm>
          <a:prstGeom prst="rect">
            <a:avLst/>
          </a:prstGeom>
          <a:noFill/>
        </p:spPr>
        <p:txBody>
          <a:bodyPr wrap="square">
            <a:spAutoFit/>
          </a:bodyPr>
          <a:lstStyle/>
          <a:p>
            <a:pPr algn="just"/>
            <a:r>
              <a:rPr lang="en-MY" altLang="zh-CN" sz="1600"/>
              <a:t>Lastly, we build a heatmap based on the monthly rent.</a:t>
            </a:r>
          </a:p>
        </p:txBody>
      </p:sp>
      <p:sp>
        <p:nvSpPr>
          <p:cNvPr id="2" name="Google Shape;962;p41">
            <a:extLst>
              <a:ext uri="{FF2B5EF4-FFF2-40B4-BE49-F238E27FC236}">
                <a16:creationId xmlns:a16="http://schemas.microsoft.com/office/drawing/2014/main" id="{7784B24A-A1CD-919B-FD74-005597A99079}"/>
              </a:ext>
            </a:extLst>
          </p:cNvPr>
          <p:cNvSpPr txBox="1">
            <a:spLocks/>
          </p:cNvSpPr>
          <p:nvPr/>
        </p:nvSpPr>
        <p:spPr>
          <a:xfrm>
            <a:off x="799095" y="195449"/>
            <a:ext cx="8799258"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MY" sz="4000">
                <a:solidFill>
                  <a:schemeClr val="accent4">
                    <a:lumMod val="75000"/>
                  </a:schemeClr>
                </a:solidFill>
                <a:latin typeface="Bebas Neue"/>
              </a:rPr>
              <a:t>City &amp; Area</a:t>
            </a:r>
            <a:endParaRPr lang="en" sz="4000">
              <a:solidFill>
                <a:schemeClr val="accent4">
                  <a:lumMod val="75000"/>
                </a:schemeClr>
              </a:solidFill>
              <a:latin typeface="Bebas Neue"/>
            </a:endParaRPr>
          </a:p>
        </p:txBody>
      </p:sp>
    </p:spTree>
    <p:extLst>
      <p:ext uri="{BB962C8B-B14F-4D97-AF65-F5344CB8AC3E}">
        <p14:creationId xmlns:p14="http://schemas.microsoft.com/office/powerpoint/2010/main" val="3728458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build="p"/>
      <p:bldP spid="2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440A319-D4F8-60C1-591D-C85B0C58E22E}"/>
              </a:ext>
            </a:extLst>
          </p:cNvPr>
          <p:cNvSpPr>
            <a:spLocks noGrp="1"/>
          </p:cNvSpPr>
          <p:nvPr>
            <p:ph type="body" idx="1"/>
          </p:nvPr>
        </p:nvSpPr>
        <p:spPr>
          <a:xfrm>
            <a:off x="998677" y="7849509"/>
            <a:ext cx="7034000" cy="187975"/>
          </a:xfrm>
        </p:spPr>
        <p:txBody>
          <a:bodyPr/>
          <a:lstStyle/>
          <a:p>
            <a:pPr marL="186262" indent="0">
              <a:buNone/>
            </a:pPr>
            <a:endParaRPr lang="en-AU"/>
          </a:p>
        </p:txBody>
      </p:sp>
      <p:sp>
        <p:nvSpPr>
          <p:cNvPr id="13" name="Rectangle 12">
            <a:extLst>
              <a:ext uri="{FF2B5EF4-FFF2-40B4-BE49-F238E27FC236}">
                <a16:creationId xmlns:a16="http://schemas.microsoft.com/office/drawing/2014/main" id="{8327793D-6487-65A4-6F73-C5556D7D4945}"/>
              </a:ext>
            </a:extLst>
          </p:cNvPr>
          <p:cNvSpPr/>
          <p:nvPr/>
        </p:nvSpPr>
        <p:spPr>
          <a:xfrm>
            <a:off x="6271075" y="943295"/>
            <a:ext cx="5121830" cy="1916730"/>
          </a:xfrm>
          <a:prstGeom prst="rect">
            <a:avLst/>
          </a:prstGeom>
          <a:solidFill>
            <a:schemeClr val="bg2">
              <a:lumMod val="90000"/>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TextBox 13">
            <a:extLst>
              <a:ext uri="{FF2B5EF4-FFF2-40B4-BE49-F238E27FC236}">
                <a16:creationId xmlns:a16="http://schemas.microsoft.com/office/drawing/2014/main" id="{EBA35E25-1007-4CEB-6066-FB7AC81D2E21}"/>
              </a:ext>
            </a:extLst>
          </p:cNvPr>
          <p:cNvSpPr txBox="1"/>
          <p:nvPr/>
        </p:nvSpPr>
        <p:spPr>
          <a:xfrm>
            <a:off x="6465754" y="1139914"/>
            <a:ext cx="2072891" cy="461665"/>
          </a:xfrm>
          <a:prstGeom prst="rect">
            <a:avLst/>
          </a:prstGeom>
          <a:noFill/>
        </p:spPr>
        <p:txBody>
          <a:bodyPr wrap="square">
            <a:spAutoFit/>
          </a:bodyPr>
          <a:lstStyle/>
          <a:p>
            <a:r>
              <a:rPr lang="en-US" altLang="zh-CN" sz="2400" b="1" spc="40">
                <a:solidFill>
                  <a:schemeClr val="accent6">
                    <a:lumMod val="50000"/>
                  </a:schemeClr>
                </a:solidFill>
                <a:latin typeface="+mj-lt"/>
              </a:rPr>
              <a:t>What we see</a:t>
            </a:r>
            <a:endParaRPr lang="en-AU" sz="2400" b="1" spc="40">
              <a:solidFill>
                <a:schemeClr val="accent6">
                  <a:lumMod val="50000"/>
                </a:schemeClr>
              </a:solidFill>
              <a:latin typeface="+mj-lt"/>
            </a:endParaRPr>
          </a:p>
        </p:txBody>
      </p:sp>
      <p:sp>
        <p:nvSpPr>
          <p:cNvPr id="17" name="TextBox 16">
            <a:extLst>
              <a:ext uri="{FF2B5EF4-FFF2-40B4-BE49-F238E27FC236}">
                <a16:creationId xmlns:a16="http://schemas.microsoft.com/office/drawing/2014/main" id="{0356D184-A5AB-28AB-4743-3F8BFEC20D44}"/>
              </a:ext>
            </a:extLst>
          </p:cNvPr>
          <p:cNvSpPr txBox="1"/>
          <p:nvPr/>
        </p:nvSpPr>
        <p:spPr>
          <a:xfrm>
            <a:off x="6465754" y="1692140"/>
            <a:ext cx="4772517" cy="830997"/>
          </a:xfrm>
          <a:prstGeom prst="rect">
            <a:avLst/>
          </a:prstGeom>
          <a:noFill/>
        </p:spPr>
        <p:txBody>
          <a:bodyPr wrap="square">
            <a:spAutoFit/>
          </a:bodyPr>
          <a:lstStyle/>
          <a:p>
            <a:pPr algn="just"/>
            <a:r>
              <a:rPr lang="en-US" sz="1600"/>
              <a:t>We see that there is not just one cluster, but numerous ones, showing yellow or red (indicating high rental prices). </a:t>
            </a:r>
            <a:endParaRPr lang="en-AU" sz="1600"/>
          </a:p>
        </p:txBody>
      </p:sp>
      <p:pic>
        <p:nvPicPr>
          <p:cNvPr id="1028" name="Picture 1027">
            <a:extLst>
              <a:ext uri="{FF2B5EF4-FFF2-40B4-BE49-F238E27FC236}">
                <a16:creationId xmlns:a16="http://schemas.microsoft.com/office/drawing/2014/main" id="{C1A630B6-6CB1-D584-E44C-22407469D071}"/>
              </a:ext>
            </a:extLst>
          </p:cNvPr>
          <p:cNvPicPr>
            <a:picLocks noChangeAspect="1"/>
          </p:cNvPicPr>
          <p:nvPr/>
        </p:nvPicPr>
        <p:blipFill rotWithShape="1">
          <a:blip r:embed="rId3"/>
          <a:srcRect l="11401"/>
          <a:stretch/>
        </p:blipFill>
        <p:spPr>
          <a:xfrm>
            <a:off x="799095" y="943294"/>
            <a:ext cx="5195305" cy="5072966"/>
          </a:xfrm>
          <a:prstGeom prst="rect">
            <a:avLst/>
          </a:prstGeom>
          <a:ln w="28575">
            <a:solidFill>
              <a:schemeClr val="tx1"/>
            </a:solidFill>
          </a:ln>
        </p:spPr>
      </p:pic>
      <p:pic>
        <p:nvPicPr>
          <p:cNvPr id="1035" name="Picture 1034" descr="A qr code on a white background&#10;&#10;Description automatically generated">
            <a:extLst>
              <a:ext uri="{FF2B5EF4-FFF2-40B4-BE49-F238E27FC236}">
                <a16:creationId xmlns:a16="http://schemas.microsoft.com/office/drawing/2014/main" id="{2B1D8C10-9C18-6C67-4BC6-025F894769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8419" y="4979579"/>
            <a:ext cx="1423211" cy="1423211"/>
          </a:xfrm>
          <a:prstGeom prst="rect">
            <a:avLst/>
          </a:prstGeom>
        </p:spPr>
      </p:pic>
      <p:sp>
        <p:nvSpPr>
          <p:cNvPr id="1037" name="TextBox 1036">
            <a:extLst>
              <a:ext uri="{FF2B5EF4-FFF2-40B4-BE49-F238E27FC236}">
                <a16:creationId xmlns:a16="http://schemas.microsoft.com/office/drawing/2014/main" id="{16F2ED22-28F7-CBF1-A639-26C3E43F063F}"/>
              </a:ext>
            </a:extLst>
          </p:cNvPr>
          <p:cNvSpPr txBox="1"/>
          <p:nvPr/>
        </p:nvSpPr>
        <p:spPr>
          <a:xfrm>
            <a:off x="6096000" y="6341251"/>
            <a:ext cx="5940617" cy="523220"/>
          </a:xfrm>
          <a:prstGeom prst="rect">
            <a:avLst/>
          </a:prstGeom>
          <a:noFill/>
        </p:spPr>
        <p:txBody>
          <a:bodyPr wrap="square">
            <a:spAutoFit/>
          </a:bodyPr>
          <a:lstStyle/>
          <a:p>
            <a:pPr algn="r"/>
            <a:r>
              <a:rPr lang="en-AU" sz="1400"/>
              <a:t>https://sites.google.com/student.monash.edu/preview-of-heatmap-hrp-area/home?pli=1&amp;authuser=2</a:t>
            </a:r>
          </a:p>
        </p:txBody>
      </p:sp>
      <p:sp>
        <p:nvSpPr>
          <p:cNvPr id="1038" name="TextBox 1037">
            <a:extLst>
              <a:ext uri="{FF2B5EF4-FFF2-40B4-BE49-F238E27FC236}">
                <a16:creationId xmlns:a16="http://schemas.microsoft.com/office/drawing/2014/main" id="{FFA88100-1CBB-DA64-2257-742C71C46C3A}"/>
              </a:ext>
            </a:extLst>
          </p:cNvPr>
          <p:cNvSpPr txBox="1"/>
          <p:nvPr/>
        </p:nvSpPr>
        <p:spPr>
          <a:xfrm>
            <a:off x="9674942" y="4622307"/>
            <a:ext cx="2260075" cy="307777"/>
          </a:xfrm>
          <a:prstGeom prst="rect">
            <a:avLst/>
          </a:prstGeom>
          <a:noFill/>
        </p:spPr>
        <p:txBody>
          <a:bodyPr wrap="square">
            <a:spAutoFit/>
          </a:bodyPr>
          <a:lstStyle/>
          <a:p>
            <a:pPr algn="r"/>
            <a:r>
              <a:rPr lang="en-AU" sz="1400" b="1"/>
              <a:t>For clearer pic:</a:t>
            </a:r>
          </a:p>
        </p:txBody>
      </p:sp>
      <p:sp>
        <p:nvSpPr>
          <p:cNvPr id="1048" name="Rectangle 1047">
            <a:extLst>
              <a:ext uri="{FF2B5EF4-FFF2-40B4-BE49-F238E27FC236}">
                <a16:creationId xmlns:a16="http://schemas.microsoft.com/office/drawing/2014/main" id="{6AF158D1-2BE4-B0CE-27E2-0F8CF8EDA52C}"/>
              </a:ext>
            </a:extLst>
          </p:cNvPr>
          <p:cNvSpPr/>
          <p:nvPr/>
        </p:nvSpPr>
        <p:spPr>
          <a:xfrm>
            <a:off x="6271076" y="3218771"/>
            <a:ext cx="3995871" cy="2797489"/>
          </a:xfrm>
          <a:prstGeom prst="rect">
            <a:avLst/>
          </a:prstGeom>
          <a:solidFill>
            <a:schemeClr val="bg2">
              <a:lumMod val="90000"/>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49" name="TextBox 1048">
            <a:extLst>
              <a:ext uri="{FF2B5EF4-FFF2-40B4-BE49-F238E27FC236}">
                <a16:creationId xmlns:a16="http://schemas.microsoft.com/office/drawing/2014/main" id="{E292DBBD-0562-0F71-826F-6C66C088A14F}"/>
              </a:ext>
            </a:extLst>
          </p:cNvPr>
          <p:cNvSpPr txBox="1"/>
          <p:nvPr/>
        </p:nvSpPr>
        <p:spPr>
          <a:xfrm>
            <a:off x="6562239" y="3429000"/>
            <a:ext cx="2004377" cy="461665"/>
          </a:xfrm>
          <a:prstGeom prst="rect">
            <a:avLst/>
          </a:prstGeom>
          <a:noFill/>
        </p:spPr>
        <p:txBody>
          <a:bodyPr wrap="square">
            <a:spAutoFit/>
          </a:bodyPr>
          <a:lstStyle/>
          <a:p>
            <a:r>
              <a:rPr lang="en-US" altLang="zh-CN" sz="2400" b="1" spc="40">
                <a:solidFill>
                  <a:schemeClr val="accent6">
                    <a:lumMod val="50000"/>
                  </a:schemeClr>
                </a:solidFill>
                <a:latin typeface="+mj-lt"/>
              </a:rPr>
              <a:t>Why is it so?</a:t>
            </a:r>
            <a:endParaRPr lang="en-AU" sz="2400" b="1" spc="40">
              <a:solidFill>
                <a:schemeClr val="accent6">
                  <a:lumMod val="50000"/>
                </a:schemeClr>
              </a:solidFill>
              <a:latin typeface="+mj-lt"/>
            </a:endParaRPr>
          </a:p>
        </p:txBody>
      </p:sp>
      <p:sp>
        <p:nvSpPr>
          <p:cNvPr id="1052" name="TextBox 1051">
            <a:extLst>
              <a:ext uri="{FF2B5EF4-FFF2-40B4-BE49-F238E27FC236}">
                <a16:creationId xmlns:a16="http://schemas.microsoft.com/office/drawing/2014/main" id="{847623F3-FE89-D0BD-CD3A-BA64B2FB779E}"/>
              </a:ext>
            </a:extLst>
          </p:cNvPr>
          <p:cNvSpPr txBox="1"/>
          <p:nvPr/>
        </p:nvSpPr>
        <p:spPr>
          <a:xfrm>
            <a:off x="6562239" y="4137496"/>
            <a:ext cx="3366963" cy="1323439"/>
          </a:xfrm>
          <a:prstGeom prst="rect">
            <a:avLst/>
          </a:prstGeom>
          <a:noFill/>
        </p:spPr>
        <p:txBody>
          <a:bodyPr wrap="square">
            <a:spAutoFit/>
          </a:bodyPr>
          <a:lstStyle/>
          <a:p>
            <a:pPr algn="just"/>
            <a:r>
              <a:rPr lang="en-US" sz="1600"/>
              <a:t>This shows that the existence of a city (</a:t>
            </a:r>
            <a:r>
              <a:rPr lang="en-US" sz="1600" err="1"/>
              <a:t>urbanisation</a:t>
            </a:r>
            <a:r>
              <a:rPr lang="en-US" sz="1600"/>
              <a:t>) can bring an increase in rental prices and affect the areas near them, based on the distance.</a:t>
            </a:r>
            <a:endParaRPr lang="en-AU" sz="1600"/>
          </a:p>
        </p:txBody>
      </p:sp>
      <p:sp>
        <p:nvSpPr>
          <p:cNvPr id="2" name="Rectangle 1">
            <a:extLst>
              <a:ext uri="{FF2B5EF4-FFF2-40B4-BE49-F238E27FC236}">
                <a16:creationId xmlns:a16="http://schemas.microsoft.com/office/drawing/2014/main" id="{96E88A65-68C8-C44C-3EB9-CA6F9FF38344}"/>
              </a:ext>
            </a:extLst>
          </p:cNvPr>
          <p:cNvSpPr/>
          <p:nvPr/>
        </p:nvSpPr>
        <p:spPr>
          <a:xfrm>
            <a:off x="799095" y="6206343"/>
            <a:ext cx="3569705" cy="307776"/>
          </a:xfrm>
          <a:prstGeom prst="rect">
            <a:avLst/>
          </a:prstGeom>
          <a:gradFill flip="none" rotWithShape="1">
            <a:gsLst>
              <a:gs pos="71000">
                <a:srgbClr val="FFC000"/>
              </a:gs>
              <a:gs pos="1399">
                <a:srgbClr val="8F68CD"/>
              </a:gs>
              <a:gs pos="32000">
                <a:srgbClr val="92D050"/>
              </a:gs>
              <a:gs pos="100000">
                <a:srgbClr val="FF0000"/>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A974F8D8-E959-E8AB-074F-861D38D637ED}"/>
              </a:ext>
            </a:extLst>
          </p:cNvPr>
          <p:cNvSpPr txBox="1"/>
          <p:nvPr/>
        </p:nvSpPr>
        <p:spPr>
          <a:xfrm>
            <a:off x="4118022" y="6514119"/>
            <a:ext cx="1449573" cy="276999"/>
          </a:xfrm>
          <a:prstGeom prst="rect">
            <a:avLst/>
          </a:prstGeom>
          <a:noFill/>
        </p:spPr>
        <p:txBody>
          <a:bodyPr wrap="square">
            <a:spAutoFit/>
          </a:bodyPr>
          <a:lstStyle/>
          <a:p>
            <a:r>
              <a:rPr lang="en-US" sz="1200"/>
              <a:t>High (RM4000)</a:t>
            </a:r>
            <a:endParaRPr lang="en-AU" sz="1200"/>
          </a:p>
        </p:txBody>
      </p:sp>
      <p:sp>
        <p:nvSpPr>
          <p:cNvPr id="6" name="TextBox 5">
            <a:extLst>
              <a:ext uri="{FF2B5EF4-FFF2-40B4-BE49-F238E27FC236}">
                <a16:creationId xmlns:a16="http://schemas.microsoft.com/office/drawing/2014/main" id="{94CAA2B3-2400-D4B8-62F6-1CAC18F21559}"/>
              </a:ext>
            </a:extLst>
          </p:cNvPr>
          <p:cNvSpPr txBox="1"/>
          <p:nvPr/>
        </p:nvSpPr>
        <p:spPr>
          <a:xfrm>
            <a:off x="631676" y="6524051"/>
            <a:ext cx="1146323" cy="276999"/>
          </a:xfrm>
          <a:prstGeom prst="rect">
            <a:avLst/>
          </a:prstGeom>
          <a:noFill/>
        </p:spPr>
        <p:txBody>
          <a:bodyPr wrap="square">
            <a:spAutoFit/>
          </a:bodyPr>
          <a:lstStyle/>
          <a:p>
            <a:r>
              <a:rPr lang="en-US" sz="1200"/>
              <a:t>Low (RM700)</a:t>
            </a:r>
            <a:endParaRPr lang="en-AU" sz="1200"/>
          </a:p>
        </p:txBody>
      </p:sp>
      <p:sp>
        <p:nvSpPr>
          <p:cNvPr id="3" name="Google Shape;962;p41">
            <a:extLst>
              <a:ext uri="{FF2B5EF4-FFF2-40B4-BE49-F238E27FC236}">
                <a16:creationId xmlns:a16="http://schemas.microsoft.com/office/drawing/2014/main" id="{49A44BE3-5179-C90A-67DA-BDFA693A35C7}"/>
              </a:ext>
            </a:extLst>
          </p:cNvPr>
          <p:cNvSpPr txBox="1">
            <a:spLocks/>
          </p:cNvSpPr>
          <p:nvPr/>
        </p:nvSpPr>
        <p:spPr>
          <a:xfrm>
            <a:off x="799095" y="195449"/>
            <a:ext cx="8799258"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MY" sz="4000">
                <a:solidFill>
                  <a:schemeClr val="accent4">
                    <a:lumMod val="75000"/>
                  </a:schemeClr>
                </a:solidFill>
                <a:latin typeface="Bebas Neue"/>
              </a:rPr>
              <a:t>City &amp; Area</a:t>
            </a:r>
            <a:endParaRPr lang="en" sz="4000">
              <a:solidFill>
                <a:schemeClr val="accent4">
                  <a:lumMod val="75000"/>
                </a:schemeClr>
              </a:solidFill>
              <a:latin typeface="Bebas Neue"/>
            </a:endParaRPr>
          </a:p>
        </p:txBody>
      </p:sp>
    </p:spTree>
    <p:extLst>
      <p:ext uri="{BB962C8B-B14F-4D97-AF65-F5344CB8AC3E}">
        <p14:creationId xmlns:p14="http://schemas.microsoft.com/office/powerpoint/2010/main" val="620671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500"/>
                                        <p:tgtEl>
                                          <p:spTgt spid="102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52"/>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048"/>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0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7" grpId="0"/>
      <p:bldP spid="1048" grpId="0" animBg="1"/>
      <p:bldP spid="1049" grpId="0"/>
      <p:bldP spid="1052" grpId="0"/>
      <p:bldP spid="2" grpId="0" animBg="1"/>
      <p:bldP spid="4" grpId="0"/>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463F4EC-4566-CCA0-8F88-2B95D9ED1B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7228" y="1494140"/>
            <a:ext cx="6411215" cy="4476962"/>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Lst>
        </p:spPr>
      </p:pic>
      <p:sp>
        <p:nvSpPr>
          <p:cNvPr id="5" name="Google Shape;962;p41">
            <a:extLst>
              <a:ext uri="{FF2B5EF4-FFF2-40B4-BE49-F238E27FC236}">
                <a16:creationId xmlns:a16="http://schemas.microsoft.com/office/drawing/2014/main" id="{E12E379D-8968-FDFE-A813-609C589B2C25}"/>
              </a:ext>
            </a:extLst>
          </p:cNvPr>
          <p:cNvSpPr txBox="1">
            <a:spLocks/>
          </p:cNvSpPr>
          <p:nvPr/>
        </p:nvSpPr>
        <p:spPr>
          <a:xfrm>
            <a:off x="799095" y="195449"/>
            <a:ext cx="8799258" cy="539432"/>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US" altLang="zh-CN" sz="4000">
                <a:solidFill>
                  <a:schemeClr val="accent4">
                    <a:lumMod val="75000"/>
                  </a:schemeClr>
                </a:solidFill>
                <a:latin typeface="Bebas Neue"/>
              </a:rPr>
              <a:t>City &amp; Area: Gaussian Mixture model</a:t>
            </a:r>
            <a:endParaRPr lang="en" sz="4000">
              <a:solidFill>
                <a:schemeClr val="accent4">
                  <a:lumMod val="75000"/>
                </a:schemeClr>
              </a:solidFill>
              <a:latin typeface="Bebas Neue"/>
            </a:endParaRPr>
          </a:p>
        </p:txBody>
      </p:sp>
      <p:sp>
        <p:nvSpPr>
          <p:cNvPr id="7" name="Text Placeholder 6">
            <a:extLst>
              <a:ext uri="{FF2B5EF4-FFF2-40B4-BE49-F238E27FC236}">
                <a16:creationId xmlns:a16="http://schemas.microsoft.com/office/drawing/2014/main" id="{7440A319-D4F8-60C1-591D-C85B0C58E22E}"/>
              </a:ext>
            </a:extLst>
          </p:cNvPr>
          <p:cNvSpPr>
            <a:spLocks noGrp="1"/>
          </p:cNvSpPr>
          <p:nvPr>
            <p:ph type="body" idx="1"/>
          </p:nvPr>
        </p:nvSpPr>
        <p:spPr>
          <a:xfrm>
            <a:off x="998677" y="7849509"/>
            <a:ext cx="7034000" cy="187975"/>
          </a:xfrm>
        </p:spPr>
        <p:txBody>
          <a:bodyPr/>
          <a:lstStyle/>
          <a:p>
            <a:pPr marL="186262" indent="0">
              <a:buNone/>
            </a:pPr>
            <a:endParaRPr lang="en-AU"/>
          </a:p>
        </p:txBody>
      </p:sp>
      <p:sp>
        <p:nvSpPr>
          <p:cNvPr id="13" name="Rectangle 12">
            <a:extLst>
              <a:ext uri="{FF2B5EF4-FFF2-40B4-BE49-F238E27FC236}">
                <a16:creationId xmlns:a16="http://schemas.microsoft.com/office/drawing/2014/main" id="{8327793D-6487-65A4-6F73-C5556D7D4945}"/>
              </a:ext>
            </a:extLst>
          </p:cNvPr>
          <p:cNvSpPr/>
          <p:nvPr/>
        </p:nvSpPr>
        <p:spPr>
          <a:xfrm>
            <a:off x="600633" y="1494140"/>
            <a:ext cx="4622672" cy="2713923"/>
          </a:xfrm>
          <a:prstGeom prst="rect">
            <a:avLst/>
          </a:prstGeom>
          <a:solidFill>
            <a:schemeClr val="bg2">
              <a:lumMod val="90000"/>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TextBox 13">
            <a:extLst>
              <a:ext uri="{FF2B5EF4-FFF2-40B4-BE49-F238E27FC236}">
                <a16:creationId xmlns:a16="http://schemas.microsoft.com/office/drawing/2014/main" id="{EBA35E25-1007-4CEB-6066-FB7AC81D2E21}"/>
              </a:ext>
            </a:extLst>
          </p:cNvPr>
          <p:cNvSpPr txBox="1"/>
          <p:nvPr/>
        </p:nvSpPr>
        <p:spPr>
          <a:xfrm>
            <a:off x="799095" y="911550"/>
            <a:ext cx="10166555" cy="461665"/>
          </a:xfrm>
          <a:prstGeom prst="rect">
            <a:avLst/>
          </a:prstGeom>
          <a:noFill/>
        </p:spPr>
        <p:txBody>
          <a:bodyPr wrap="square">
            <a:spAutoFit/>
          </a:bodyPr>
          <a:lstStyle/>
          <a:p>
            <a:r>
              <a:rPr lang="en-US" sz="2400" b="1" spc="40">
                <a:solidFill>
                  <a:schemeClr val="accent6">
                    <a:lumMod val="50000"/>
                  </a:schemeClr>
                </a:solidFill>
                <a:latin typeface="+mj-lt"/>
              </a:rPr>
              <a:t>We made a Gaussian Mixture Model since clusters exist.</a:t>
            </a:r>
            <a:endParaRPr lang="en-AU" sz="2400" b="1" spc="40">
              <a:solidFill>
                <a:schemeClr val="accent6">
                  <a:lumMod val="50000"/>
                </a:schemeClr>
              </a:solidFill>
              <a:latin typeface="+mj-lt"/>
            </a:endParaRPr>
          </a:p>
        </p:txBody>
      </p:sp>
      <p:sp>
        <p:nvSpPr>
          <p:cNvPr id="17" name="TextBox 16">
            <a:extLst>
              <a:ext uri="{FF2B5EF4-FFF2-40B4-BE49-F238E27FC236}">
                <a16:creationId xmlns:a16="http://schemas.microsoft.com/office/drawing/2014/main" id="{0356D184-A5AB-28AB-4743-3F8BFEC20D44}"/>
              </a:ext>
            </a:extLst>
          </p:cNvPr>
          <p:cNvSpPr txBox="1"/>
          <p:nvPr/>
        </p:nvSpPr>
        <p:spPr>
          <a:xfrm>
            <a:off x="859673" y="1747923"/>
            <a:ext cx="4497555" cy="369332"/>
          </a:xfrm>
          <a:prstGeom prst="rect">
            <a:avLst/>
          </a:prstGeom>
          <a:noFill/>
        </p:spPr>
        <p:txBody>
          <a:bodyPr wrap="square">
            <a:spAutoFit/>
          </a:bodyPr>
          <a:lstStyle/>
          <a:p>
            <a:pPr algn="just"/>
            <a:r>
              <a:rPr lang="en-US" b="1"/>
              <a:t>Why Gaussian Mixture Model?</a:t>
            </a:r>
            <a:endParaRPr lang="en-AU" b="1"/>
          </a:p>
        </p:txBody>
      </p:sp>
      <p:sp>
        <p:nvSpPr>
          <p:cNvPr id="2" name="TextBox 1">
            <a:extLst>
              <a:ext uri="{FF2B5EF4-FFF2-40B4-BE49-F238E27FC236}">
                <a16:creationId xmlns:a16="http://schemas.microsoft.com/office/drawing/2014/main" id="{A72DC7C1-A261-6FD7-D409-F84D1967D8E5}"/>
              </a:ext>
            </a:extLst>
          </p:cNvPr>
          <p:cNvSpPr txBox="1"/>
          <p:nvPr/>
        </p:nvSpPr>
        <p:spPr>
          <a:xfrm>
            <a:off x="859673" y="2279744"/>
            <a:ext cx="4036792" cy="1569660"/>
          </a:xfrm>
          <a:prstGeom prst="rect">
            <a:avLst/>
          </a:prstGeom>
          <a:noFill/>
        </p:spPr>
        <p:txBody>
          <a:bodyPr wrap="square">
            <a:spAutoFit/>
          </a:bodyPr>
          <a:lstStyle/>
          <a:p>
            <a:pPr marL="285750" indent="-285750" algn="just">
              <a:buFont typeface="Arial" panose="020B0604020202020204" pitchFamily="34" charset="0"/>
              <a:buChar char="•"/>
            </a:pPr>
            <a:r>
              <a:rPr lang="en-US" sz="1600"/>
              <a:t>GMM can handle complex data distributions.</a:t>
            </a:r>
          </a:p>
          <a:p>
            <a:pPr marL="285750" indent="-285750" algn="just">
              <a:buFont typeface="Arial" panose="020B0604020202020204" pitchFamily="34" charset="0"/>
              <a:buChar char="•"/>
            </a:pPr>
            <a:endParaRPr lang="en-US" sz="1600"/>
          </a:p>
          <a:p>
            <a:pPr marL="285750" indent="-285750" algn="just">
              <a:buFont typeface="Arial" panose="020B0604020202020204" pitchFamily="34" charset="0"/>
              <a:buChar char="•"/>
            </a:pPr>
            <a:r>
              <a:rPr lang="en-US" sz="1600"/>
              <a:t>GMM allows soft clustering, which a data point can belong to multiple clusters.</a:t>
            </a:r>
            <a:endParaRPr lang="en-AU" sz="1600"/>
          </a:p>
        </p:txBody>
      </p:sp>
      <p:sp>
        <p:nvSpPr>
          <p:cNvPr id="3" name="Rectangle 2">
            <a:extLst>
              <a:ext uri="{FF2B5EF4-FFF2-40B4-BE49-F238E27FC236}">
                <a16:creationId xmlns:a16="http://schemas.microsoft.com/office/drawing/2014/main" id="{3DDF19FA-AD17-7508-FCC7-72A0872937F3}"/>
              </a:ext>
            </a:extLst>
          </p:cNvPr>
          <p:cNvSpPr/>
          <p:nvPr/>
        </p:nvSpPr>
        <p:spPr>
          <a:xfrm>
            <a:off x="600633" y="4353163"/>
            <a:ext cx="4622672" cy="1733006"/>
          </a:xfrm>
          <a:prstGeom prst="rect">
            <a:avLst/>
          </a:prstGeom>
          <a:solidFill>
            <a:schemeClr val="bg2">
              <a:lumMod val="90000"/>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D47DAB14-665A-62BC-D52D-B940286F4E65}"/>
              </a:ext>
            </a:extLst>
          </p:cNvPr>
          <p:cNvSpPr txBox="1"/>
          <p:nvPr/>
        </p:nvSpPr>
        <p:spPr>
          <a:xfrm>
            <a:off x="794575" y="4535735"/>
            <a:ext cx="4497555" cy="369332"/>
          </a:xfrm>
          <a:prstGeom prst="rect">
            <a:avLst/>
          </a:prstGeom>
          <a:noFill/>
        </p:spPr>
        <p:txBody>
          <a:bodyPr wrap="square">
            <a:spAutoFit/>
          </a:bodyPr>
          <a:lstStyle/>
          <a:p>
            <a:pPr algn="just"/>
            <a:r>
              <a:rPr lang="en-US" b="1"/>
              <a:t>Approach</a:t>
            </a:r>
            <a:endParaRPr lang="en-AU" b="1"/>
          </a:p>
        </p:txBody>
      </p:sp>
      <p:sp>
        <p:nvSpPr>
          <p:cNvPr id="12" name="TextBox 11">
            <a:extLst>
              <a:ext uri="{FF2B5EF4-FFF2-40B4-BE49-F238E27FC236}">
                <a16:creationId xmlns:a16="http://schemas.microsoft.com/office/drawing/2014/main" id="{89AAE1FC-8961-D42D-7E4B-4A7895E22141}"/>
              </a:ext>
            </a:extLst>
          </p:cNvPr>
          <p:cNvSpPr txBox="1"/>
          <p:nvPr/>
        </p:nvSpPr>
        <p:spPr>
          <a:xfrm>
            <a:off x="794575" y="5010867"/>
            <a:ext cx="4318199" cy="830997"/>
          </a:xfrm>
          <a:prstGeom prst="rect">
            <a:avLst/>
          </a:prstGeom>
          <a:noFill/>
        </p:spPr>
        <p:txBody>
          <a:bodyPr wrap="square">
            <a:spAutoFit/>
          </a:bodyPr>
          <a:lstStyle/>
          <a:p>
            <a:pPr algn="just"/>
            <a:r>
              <a:rPr lang="en-US" sz="1600"/>
              <a:t>We set clusters of 5 and find each of the </a:t>
            </a:r>
            <a:r>
              <a:rPr lang="en-US" sz="1600" err="1"/>
              <a:t>centres</a:t>
            </a:r>
            <a:r>
              <a:rPr lang="en-US" sz="1600"/>
              <a:t>. Then, we calculated distance of every point to each </a:t>
            </a:r>
            <a:r>
              <a:rPr lang="en-US" sz="1600" err="1"/>
              <a:t>centres</a:t>
            </a:r>
            <a:r>
              <a:rPr lang="en-US" sz="1600"/>
              <a:t> in clusters.</a:t>
            </a:r>
            <a:endParaRPr lang="en-AU" sz="1600"/>
          </a:p>
        </p:txBody>
      </p:sp>
      <p:sp>
        <p:nvSpPr>
          <p:cNvPr id="16" name="TextBox 15">
            <a:extLst>
              <a:ext uri="{FF2B5EF4-FFF2-40B4-BE49-F238E27FC236}">
                <a16:creationId xmlns:a16="http://schemas.microsoft.com/office/drawing/2014/main" id="{5391CBE4-E9A3-8DBF-2F60-E5E77DAB15E4}"/>
              </a:ext>
            </a:extLst>
          </p:cNvPr>
          <p:cNvSpPr txBox="1"/>
          <p:nvPr/>
        </p:nvSpPr>
        <p:spPr>
          <a:xfrm>
            <a:off x="6632293" y="3588527"/>
            <a:ext cx="1571419" cy="369332"/>
          </a:xfrm>
          <a:prstGeom prst="rect">
            <a:avLst/>
          </a:prstGeom>
          <a:noFill/>
        </p:spPr>
        <p:txBody>
          <a:bodyPr wrap="square">
            <a:spAutoFit/>
          </a:bodyPr>
          <a:lstStyle/>
          <a:p>
            <a:pPr algn="just"/>
            <a:r>
              <a:rPr lang="en-AU" sz="1800"/>
              <a:t>Bandar </a:t>
            </a:r>
            <a:r>
              <a:rPr lang="en-AU" sz="1800" err="1"/>
              <a:t>Klang</a:t>
            </a:r>
            <a:endParaRPr lang="en-AU" sz="1800"/>
          </a:p>
        </p:txBody>
      </p:sp>
      <p:sp>
        <p:nvSpPr>
          <p:cNvPr id="19" name="TextBox 18">
            <a:extLst>
              <a:ext uri="{FF2B5EF4-FFF2-40B4-BE49-F238E27FC236}">
                <a16:creationId xmlns:a16="http://schemas.microsoft.com/office/drawing/2014/main" id="{E9CBC691-F745-CD5F-84EA-459CDB68D9D1}"/>
              </a:ext>
            </a:extLst>
          </p:cNvPr>
          <p:cNvSpPr txBox="1"/>
          <p:nvPr/>
        </p:nvSpPr>
        <p:spPr>
          <a:xfrm>
            <a:off x="9358903" y="2516757"/>
            <a:ext cx="1887794" cy="369332"/>
          </a:xfrm>
          <a:prstGeom prst="rect">
            <a:avLst/>
          </a:prstGeom>
          <a:noFill/>
        </p:spPr>
        <p:txBody>
          <a:bodyPr wrap="square">
            <a:spAutoFit/>
          </a:bodyPr>
          <a:lstStyle/>
          <a:p>
            <a:r>
              <a:rPr lang="en-AU" sz="1800"/>
              <a:t>Kuala Lumpur</a:t>
            </a:r>
            <a:endParaRPr lang="en-AU"/>
          </a:p>
        </p:txBody>
      </p:sp>
      <p:sp>
        <p:nvSpPr>
          <p:cNvPr id="20" name="TextBox 19">
            <a:extLst>
              <a:ext uri="{FF2B5EF4-FFF2-40B4-BE49-F238E27FC236}">
                <a16:creationId xmlns:a16="http://schemas.microsoft.com/office/drawing/2014/main" id="{257CEE1D-F17F-FFC0-671C-56C7EE057826}"/>
              </a:ext>
            </a:extLst>
          </p:cNvPr>
          <p:cNvSpPr txBox="1"/>
          <p:nvPr/>
        </p:nvSpPr>
        <p:spPr>
          <a:xfrm>
            <a:off x="8528780" y="3879555"/>
            <a:ext cx="1887794" cy="369332"/>
          </a:xfrm>
          <a:prstGeom prst="rect">
            <a:avLst/>
          </a:prstGeom>
          <a:noFill/>
        </p:spPr>
        <p:txBody>
          <a:bodyPr wrap="square">
            <a:spAutoFit/>
          </a:bodyPr>
          <a:lstStyle/>
          <a:p>
            <a:r>
              <a:rPr lang="en-AU" sz="1800"/>
              <a:t>Suban</a:t>
            </a:r>
            <a:r>
              <a:rPr lang="en-AU"/>
              <a:t>g Jaya</a:t>
            </a:r>
          </a:p>
        </p:txBody>
      </p:sp>
      <p:sp>
        <p:nvSpPr>
          <p:cNvPr id="22" name="TextBox 21">
            <a:extLst>
              <a:ext uri="{FF2B5EF4-FFF2-40B4-BE49-F238E27FC236}">
                <a16:creationId xmlns:a16="http://schemas.microsoft.com/office/drawing/2014/main" id="{1A13F6EB-36BA-DEE2-42E1-44127953814A}"/>
              </a:ext>
            </a:extLst>
          </p:cNvPr>
          <p:cNvSpPr txBox="1"/>
          <p:nvPr/>
        </p:nvSpPr>
        <p:spPr>
          <a:xfrm>
            <a:off x="8804084" y="4953893"/>
            <a:ext cx="1337187" cy="369332"/>
          </a:xfrm>
          <a:prstGeom prst="rect">
            <a:avLst/>
          </a:prstGeom>
          <a:noFill/>
        </p:spPr>
        <p:txBody>
          <a:bodyPr wrap="square">
            <a:spAutoFit/>
          </a:bodyPr>
          <a:lstStyle/>
          <a:p>
            <a:pPr algn="just"/>
            <a:r>
              <a:rPr lang="en-AU" sz="1800"/>
              <a:t>Sepang</a:t>
            </a:r>
          </a:p>
        </p:txBody>
      </p:sp>
      <p:sp>
        <p:nvSpPr>
          <p:cNvPr id="25" name="TextBox 24">
            <a:extLst>
              <a:ext uri="{FF2B5EF4-FFF2-40B4-BE49-F238E27FC236}">
                <a16:creationId xmlns:a16="http://schemas.microsoft.com/office/drawing/2014/main" id="{47731360-11C4-49EC-E5CB-F741D6FD309D}"/>
              </a:ext>
            </a:extLst>
          </p:cNvPr>
          <p:cNvSpPr txBox="1"/>
          <p:nvPr/>
        </p:nvSpPr>
        <p:spPr>
          <a:xfrm>
            <a:off x="9703573" y="3244334"/>
            <a:ext cx="1887794" cy="369332"/>
          </a:xfrm>
          <a:prstGeom prst="rect">
            <a:avLst/>
          </a:prstGeom>
          <a:noFill/>
        </p:spPr>
        <p:txBody>
          <a:bodyPr wrap="square">
            <a:spAutoFit/>
          </a:bodyPr>
          <a:lstStyle/>
          <a:p>
            <a:r>
              <a:rPr lang="en-AU" sz="1800"/>
              <a:t>Kuala Lumpur</a:t>
            </a:r>
            <a:endParaRPr lang="en-AU"/>
          </a:p>
        </p:txBody>
      </p:sp>
    </p:spTree>
    <p:extLst>
      <p:ext uri="{BB962C8B-B14F-4D97-AF65-F5344CB8AC3E}">
        <p14:creationId xmlns:p14="http://schemas.microsoft.com/office/powerpoint/2010/main" val="195339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19"/>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p:bldP spid="2" grpId="0" build="p"/>
      <p:bldP spid="3" grpId="0" animBg="1"/>
      <p:bldP spid="6" grpId="0"/>
      <p:bldP spid="12" grpId="0"/>
      <p:bldP spid="16" grpId="0"/>
      <p:bldP spid="19" grpId="0"/>
      <p:bldP spid="20" grpId="0"/>
      <p:bldP spid="22" grpId="0"/>
      <p:bldP spid="2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281" name="TextBox 280">
            <a:extLst>
              <a:ext uri="{FF2B5EF4-FFF2-40B4-BE49-F238E27FC236}">
                <a16:creationId xmlns:a16="http://schemas.microsoft.com/office/drawing/2014/main" id="{9C2A5057-DBEB-1A58-FF5A-1EE75BAB451A}"/>
              </a:ext>
            </a:extLst>
          </p:cNvPr>
          <p:cNvSpPr txBox="1"/>
          <p:nvPr/>
        </p:nvSpPr>
        <p:spPr>
          <a:xfrm>
            <a:off x="2696210" y="1924319"/>
            <a:ext cx="6878319" cy="646331"/>
          </a:xfrm>
          <a:prstGeom prst="rect">
            <a:avLst/>
          </a:prstGeom>
          <a:noFill/>
          <a:ln>
            <a:noFill/>
          </a:ln>
        </p:spPr>
        <p:txBody>
          <a:bodyPr wrap="square">
            <a:spAutoFit/>
          </a:bodyPr>
          <a:lstStyle/>
          <a:p>
            <a:r>
              <a:rPr lang="en-GB" sz="3600" b="1">
                <a:latin typeface="Univers Condensed"/>
              </a:rPr>
              <a:t>Research questions</a:t>
            </a:r>
            <a:endParaRPr lang="en-AU" sz="3600" b="1"/>
          </a:p>
        </p:txBody>
      </p:sp>
      <p:sp>
        <p:nvSpPr>
          <p:cNvPr id="5" name="Rectangle 4">
            <a:extLst>
              <a:ext uri="{FF2B5EF4-FFF2-40B4-BE49-F238E27FC236}">
                <a16:creationId xmlns:a16="http://schemas.microsoft.com/office/drawing/2014/main" id="{A9EBFC3C-5159-7B9A-BA1F-D491DB95F382}"/>
              </a:ext>
            </a:extLst>
          </p:cNvPr>
          <p:cNvSpPr/>
          <p:nvPr/>
        </p:nvSpPr>
        <p:spPr>
          <a:xfrm>
            <a:off x="0" y="1361440"/>
            <a:ext cx="2235200" cy="528320"/>
          </a:xfrm>
          <a:prstGeom prst="rect">
            <a:avLst/>
          </a:prstGeom>
          <a:solidFill>
            <a:srgbClr val="C00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Google Shape;962;p41">
            <a:extLst>
              <a:ext uri="{FF2B5EF4-FFF2-40B4-BE49-F238E27FC236}">
                <a16:creationId xmlns:a16="http://schemas.microsoft.com/office/drawing/2014/main" id="{72F3DF1A-FA2C-2469-B4B5-1387AD92C622}"/>
              </a:ext>
            </a:extLst>
          </p:cNvPr>
          <p:cNvSpPr txBox="1">
            <a:spLocks noGrp="1"/>
          </p:cNvSpPr>
          <p:nvPr>
            <p:ph type="title"/>
          </p:nvPr>
        </p:nvSpPr>
        <p:spPr>
          <a:xfrm>
            <a:off x="792970" y="16229"/>
            <a:ext cx="11072323" cy="77623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GB" sz="5400">
                <a:solidFill>
                  <a:schemeClr val="bg2">
                    <a:lumMod val="50000"/>
                  </a:schemeClr>
                </a:solidFill>
                <a:latin typeface="Bebas Neue"/>
              </a:rPr>
              <a:t>overview</a:t>
            </a:r>
          </a:p>
        </p:txBody>
      </p:sp>
      <p:sp>
        <p:nvSpPr>
          <p:cNvPr id="261" name="Rectangle 260">
            <a:extLst>
              <a:ext uri="{FF2B5EF4-FFF2-40B4-BE49-F238E27FC236}">
                <a16:creationId xmlns:a16="http://schemas.microsoft.com/office/drawing/2014/main" id="{0FDA8375-4C15-23B6-31B8-7E874F9CAF70}"/>
              </a:ext>
            </a:extLst>
          </p:cNvPr>
          <p:cNvSpPr/>
          <p:nvPr/>
        </p:nvSpPr>
        <p:spPr>
          <a:xfrm>
            <a:off x="18288" y="2016664"/>
            <a:ext cx="2235200" cy="528320"/>
          </a:xfrm>
          <a:prstGeom prst="rect">
            <a:avLst/>
          </a:prstGeom>
          <a:solidFill>
            <a:srgbClr val="FFC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2" name="Rectangle 261">
            <a:extLst>
              <a:ext uri="{FF2B5EF4-FFF2-40B4-BE49-F238E27FC236}">
                <a16:creationId xmlns:a16="http://schemas.microsoft.com/office/drawing/2014/main" id="{7F38F1B7-6215-6A45-7937-62FADEBB94C7}"/>
              </a:ext>
            </a:extLst>
          </p:cNvPr>
          <p:cNvSpPr/>
          <p:nvPr/>
        </p:nvSpPr>
        <p:spPr>
          <a:xfrm>
            <a:off x="53340" y="2682866"/>
            <a:ext cx="2235200" cy="528320"/>
          </a:xfrm>
          <a:prstGeom prst="rect">
            <a:avLst/>
          </a:prstGeom>
          <a:solidFill>
            <a:srgbClr val="FFFF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3" name="Rectangle 262">
            <a:extLst>
              <a:ext uri="{FF2B5EF4-FFF2-40B4-BE49-F238E27FC236}">
                <a16:creationId xmlns:a16="http://schemas.microsoft.com/office/drawing/2014/main" id="{BFD3E4A5-6D4F-8744-B441-C7E3AEC64359}"/>
              </a:ext>
            </a:extLst>
          </p:cNvPr>
          <p:cNvSpPr/>
          <p:nvPr/>
        </p:nvSpPr>
        <p:spPr>
          <a:xfrm>
            <a:off x="802640" y="3349068"/>
            <a:ext cx="2235200" cy="528320"/>
          </a:xfrm>
          <a:prstGeom prst="rect">
            <a:avLst/>
          </a:prstGeom>
          <a:solidFill>
            <a:srgbClr val="92D05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4" name="Rectangle 263">
            <a:extLst>
              <a:ext uri="{FF2B5EF4-FFF2-40B4-BE49-F238E27FC236}">
                <a16:creationId xmlns:a16="http://schemas.microsoft.com/office/drawing/2014/main" id="{D49B5F23-211B-2F77-1191-CEB9467833F2}"/>
              </a:ext>
            </a:extLst>
          </p:cNvPr>
          <p:cNvSpPr/>
          <p:nvPr/>
        </p:nvSpPr>
        <p:spPr>
          <a:xfrm>
            <a:off x="0" y="4015270"/>
            <a:ext cx="2235200" cy="528320"/>
          </a:xfrm>
          <a:prstGeom prst="rect">
            <a:avLst/>
          </a:prstGeom>
          <a:solidFill>
            <a:srgbClr val="0070C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2" name="TextBox 281">
            <a:extLst>
              <a:ext uri="{FF2B5EF4-FFF2-40B4-BE49-F238E27FC236}">
                <a16:creationId xmlns:a16="http://schemas.microsoft.com/office/drawing/2014/main" id="{2724724F-E306-8C47-A497-550147B29830}"/>
              </a:ext>
            </a:extLst>
          </p:cNvPr>
          <p:cNvSpPr txBox="1"/>
          <p:nvPr/>
        </p:nvSpPr>
        <p:spPr>
          <a:xfrm>
            <a:off x="2731261" y="2668163"/>
            <a:ext cx="6878320" cy="646331"/>
          </a:xfrm>
          <a:prstGeom prst="rect">
            <a:avLst/>
          </a:prstGeom>
          <a:noFill/>
          <a:ln>
            <a:noFill/>
          </a:ln>
        </p:spPr>
        <p:txBody>
          <a:bodyPr wrap="square">
            <a:spAutoFit/>
          </a:bodyPr>
          <a:lstStyle/>
          <a:p>
            <a:r>
              <a:rPr lang="en-GB" sz="3600" b="1">
                <a:latin typeface="Univers Condensed"/>
              </a:rPr>
              <a:t>Data pre-processing</a:t>
            </a:r>
          </a:p>
        </p:txBody>
      </p:sp>
      <p:sp>
        <p:nvSpPr>
          <p:cNvPr id="288" name="Rectangle 287">
            <a:extLst>
              <a:ext uri="{FF2B5EF4-FFF2-40B4-BE49-F238E27FC236}">
                <a16:creationId xmlns:a16="http://schemas.microsoft.com/office/drawing/2014/main" id="{BA7F8A5C-6517-FF51-0273-471D92DDD097}"/>
              </a:ext>
            </a:extLst>
          </p:cNvPr>
          <p:cNvSpPr/>
          <p:nvPr/>
        </p:nvSpPr>
        <p:spPr>
          <a:xfrm>
            <a:off x="-520066" y="6091398"/>
            <a:ext cx="1881505" cy="400110"/>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5" name="Rectangle 264">
            <a:extLst>
              <a:ext uri="{FF2B5EF4-FFF2-40B4-BE49-F238E27FC236}">
                <a16:creationId xmlns:a16="http://schemas.microsoft.com/office/drawing/2014/main" id="{CF63AB26-5D48-4936-2A75-453F631D6184}"/>
              </a:ext>
            </a:extLst>
          </p:cNvPr>
          <p:cNvSpPr/>
          <p:nvPr/>
        </p:nvSpPr>
        <p:spPr>
          <a:xfrm>
            <a:off x="0" y="4681472"/>
            <a:ext cx="2235200" cy="528320"/>
          </a:xfrm>
          <a:prstGeom prst="rect">
            <a:avLst/>
          </a:prstGeom>
          <a:solidFill>
            <a:srgbClr val="00206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6" name="Rectangle 265">
            <a:extLst>
              <a:ext uri="{FF2B5EF4-FFF2-40B4-BE49-F238E27FC236}">
                <a16:creationId xmlns:a16="http://schemas.microsoft.com/office/drawing/2014/main" id="{5DDD9953-028D-AEA9-6F7F-612B09FB6E1C}"/>
              </a:ext>
            </a:extLst>
          </p:cNvPr>
          <p:cNvSpPr/>
          <p:nvPr/>
        </p:nvSpPr>
        <p:spPr>
          <a:xfrm>
            <a:off x="0" y="5439584"/>
            <a:ext cx="2235200" cy="528320"/>
          </a:xfrm>
          <a:prstGeom prst="rect">
            <a:avLst/>
          </a:prstGeom>
          <a:solidFill>
            <a:srgbClr val="7030A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4" name="Rectangle: Rounded Corners 253">
            <a:extLst>
              <a:ext uri="{FF2B5EF4-FFF2-40B4-BE49-F238E27FC236}">
                <a16:creationId xmlns:a16="http://schemas.microsoft.com/office/drawing/2014/main" id="{DC1FC88D-8429-5281-1D64-F9180008EE5C}"/>
              </a:ext>
            </a:extLst>
          </p:cNvPr>
          <p:cNvSpPr/>
          <p:nvPr/>
        </p:nvSpPr>
        <p:spPr>
          <a:xfrm>
            <a:off x="-465275" y="978186"/>
            <a:ext cx="1440000" cy="5788374"/>
          </a:xfrm>
          <a:prstGeom prst="roundRect">
            <a:avLst>
              <a:gd name="adj" fmla="val 15141"/>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4" name="TextBox 273">
            <a:extLst>
              <a:ext uri="{FF2B5EF4-FFF2-40B4-BE49-F238E27FC236}">
                <a16:creationId xmlns:a16="http://schemas.microsoft.com/office/drawing/2014/main" id="{B96D11E9-8110-BAF3-E9DE-D6DACE433439}"/>
              </a:ext>
            </a:extLst>
          </p:cNvPr>
          <p:cNvSpPr txBox="1"/>
          <p:nvPr/>
        </p:nvSpPr>
        <p:spPr>
          <a:xfrm>
            <a:off x="1967738" y="1763660"/>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2</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5" name="TextBox 274">
            <a:extLst>
              <a:ext uri="{FF2B5EF4-FFF2-40B4-BE49-F238E27FC236}">
                <a16:creationId xmlns:a16="http://schemas.microsoft.com/office/drawing/2014/main" id="{87CC5273-E3FA-6BE6-8080-6FE757DE0730}"/>
              </a:ext>
            </a:extLst>
          </p:cNvPr>
          <p:cNvSpPr txBox="1"/>
          <p:nvPr/>
        </p:nvSpPr>
        <p:spPr>
          <a:xfrm>
            <a:off x="1981708" y="242977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3</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6" name="TextBox 275">
            <a:extLst>
              <a:ext uri="{FF2B5EF4-FFF2-40B4-BE49-F238E27FC236}">
                <a16:creationId xmlns:a16="http://schemas.microsoft.com/office/drawing/2014/main" id="{D2E2BE5F-C829-9B6D-64BD-2D8A74E69D93}"/>
              </a:ext>
            </a:extLst>
          </p:cNvPr>
          <p:cNvSpPr txBox="1"/>
          <p:nvPr/>
        </p:nvSpPr>
        <p:spPr>
          <a:xfrm>
            <a:off x="2731008" y="3103601"/>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4</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7" name="TextBox 276">
            <a:extLst>
              <a:ext uri="{FF2B5EF4-FFF2-40B4-BE49-F238E27FC236}">
                <a16:creationId xmlns:a16="http://schemas.microsoft.com/office/drawing/2014/main" id="{3D08F43D-BDF0-521F-D637-143709B30C70}"/>
              </a:ext>
            </a:extLst>
          </p:cNvPr>
          <p:cNvSpPr txBox="1"/>
          <p:nvPr/>
        </p:nvSpPr>
        <p:spPr>
          <a:xfrm>
            <a:off x="1928368" y="377249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5</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8" name="TextBox 277">
            <a:extLst>
              <a:ext uri="{FF2B5EF4-FFF2-40B4-BE49-F238E27FC236}">
                <a16:creationId xmlns:a16="http://schemas.microsoft.com/office/drawing/2014/main" id="{C417BB84-9C18-6B03-2B85-A70E76B42033}"/>
              </a:ext>
            </a:extLst>
          </p:cNvPr>
          <p:cNvSpPr txBox="1"/>
          <p:nvPr/>
        </p:nvSpPr>
        <p:spPr>
          <a:xfrm>
            <a:off x="1928368" y="446437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6</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9" name="TextBox 278">
            <a:extLst>
              <a:ext uri="{FF2B5EF4-FFF2-40B4-BE49-F238E27FC236}">
                <a16:creationId xmlns:a16="http://schemas.microsoft.com/office/drawing/2014/main" id="{0A7296AF-53ED-E45A-C765-02A5DB122934}"/>
              </a:ext>
            </a:extLst>
          </p:cNvPr>
          <p:cNvSpPr txBox="1"/>
          <p:nvPr/>
        </p:nvSpPr>
        <p:spPr>
          <a:xfrm>
            <a:off x="1949450" y="520923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7</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83" name="TextBox 282">
            <a:extLst>
              <a:ext uri="{FF2B5EF4-FFF2-40B4-BE49-F238E27FC236}">
                <a16:creationId xmlns:a16="http://schemas.microsoft.com/office/drawing/2014/main" id="{2EDC6EDD-704F-DE4B-7ACA-9183014412D4}"/>
              </a:ext>
            </a:extLst>
          </p:cNvPr>
          <p:cNvSpPr txBox="1"/>
          <p:nvPr/>
        </p:nvSpPr>
        <p:spPr>
          <a:xfrm>
            <a:off x="3459480" y="3338218"/>
            <a:ext cx="6878320" cy="646331"/>
          </a:xfrm>
          <a:prstGeom prst="rect">
            <a:avLst/>
          </a:prstGeom>
          <a:noFill/>
          <a:ln>
            <a:noFill/>
          </a:ln>
        </p:spPr>
        <p:txBody>
          <a:bodyPr wrap="square">
            <a:spAutoFit/>
          </a:bodyPr>
          <a:lstStyle/>
          <a:p>
            <a:r>
              <a:rPr lang="en-GB" sz="3600" b="1">
                <a:latin typeface="Univers Condensed"/>
              </a:rPr>
              <a:t>Exploratory Data Analysis</a:t>
            </a:r>
          </a:p>
        </p:txBody>
      </p:sp>
      <p:sp>
        <p:nvSpPr>
          <p:cNvPr id="284" name="TextBox 283">
            <a:extLst>
              <a:ext uri="{FF2B5EF4-FFF2-40B4-BE49-F238E27FC236}">
                <a16:creationId xmlns:a16="http://schemas.microsoft.com/office/drawing/2014/main" id="{01DD0F52-0C73-9181-AADA-746B0F4EB196}"/>
              </a:ext>
            </a:extLst>
          </p:cNvPr>
          <p:cNvSpPr txBox="1"/>
          <p:nvPr/>
        </p:nvSpPr>
        <p:spPr>
          <a:xfrm>
            <a:off x="2656840" y="4064728"/>
            <a:ext cx="6878320" cy="646331"/>
          </a:xfrm>
          <a:prstGeom prst="rect">
            <a:avLst/>
          </a:prstGeom>
          <a:noFill/>
          <a:ln>
            <a:noFill/>
          </a:ln>
        </p:spPr>
        <p:txBody>
          <a:bodyPr wrap="square">
            <a:spAutoFit/>
          </a:bodyPr>
          <a:lstStyle/>
          <a:p>
            <a:r>
              <a:rPr lang="en-GB" sz="3600" b="1">
                <a:latin typeface="Univers Condensed"/>
              </a:rPr>
              <a:t>Evaluation &amp; Modelling</a:t>
            </a:r>
          </a:p>
        </p:txBody>
      </p:sp>
      <p:sp>
        <p:nvSpPr>
          <p:cNvPr id="285" name="TextBox 284">
            <a:extLst>
              <a:ext uri="{FF2B5EF4-FFF2-40B4-BE49-F238E27FC236}">
                <a16:creationId xmlns:a16="http://schemas.microsoft.com/office/drawing/2014/main" id="{3E5235F2-7ADD-81EF-E9BA-739B20980FAF}"/>
              </a:ext>
            </a:extLst>
          </p:cNvPr>
          <p:cNvSpPr txBox="1"/>
          <p:nvPr/>
        </p:nvSpPr>
        <p:spPr>
          <a:xfrm>
            <a:off x="2677921" y="4769587"/>
            <a:ext cx="6878320" cy="646331"/>
          </a:xfrm>
          <a:prstGeom prst="rect">
            <a:avLst/>
          </a:prstGeom>
          <a:noFill/>
          <a:ln>
            <a:noFill/>
          </a:ln>
        </p:spPr>
        <p:txBody>
          <a:bodyPr wrap="square">
            <a:spAutoFit/>
          </a:bodyPr>
          <a:lstStyle/>
          <a:p>
            <a:r>
              <a:rPr lang="en-GB" sz="3600" b="1">
                <a:latin typeface="Univers Condensed"/>
              </a:rPr>
              <a:t>Discussion</a:t>
            </a:r>
          </a:p>
        </p:txBody>
      </p:sp>
      <p:sp>
        <p:nvSpPr>
          <p:cNvPr id="286" name="TextBox 285">
            <a:extLst>
              <a:ext uri="{FF2B5EF4-FFF2-40B4-BE49-F238E27FC236}">
                <a16:creationId xmlns:a16="http://schemas.microsoft.com/office/drawing/2014/main" id="{1BA364F2-C6F6-E5FF-03E2-A1BA1114CD74}"/>
              </a:ext>
            </a:extLst>
          </p:cNvPr>
          <p:cNvSpPr txBox="1"/>
          <p:nvPr/>
        </p:nvSpPr>
        <p:spPr>
          <a:xfrm>
            <a:off x="2700475" y="5445067"/>
            <a:ext cx="6878320" cy="646331"/>
          </a:xfrm>
          <a:prstGeom prst="rect">
            <a:avLst/>
          </a:prstGeom>
          <a:noFill/>
          <a:ln>
            <a:noFill/>
          </a:ln>
        </p:spPr>
        <p:txBody>
          <a:bodyPr wrap="square">
            <a:spAutoFit/>
          </a:bodyPr>
          <a:lstStyle/>
          <a:p>
            <a:r>
              <a:rPr lang="en-GB" sz="3600" b="1">
                <a:latin typeface="Univers Condensed"/>
              </a:rPr>
              <a:t>Conclusion</a:t>
            </a:r>
          </a:p>
        </p:txBody>
      </p:sp>
      <p:sp>
        <p:nvSpPr>
          <p:cNvPr id="2" name="Rectangle 1">
            <a:extLst>
              <a:ext uri="{FF2B5EF4-FFF2-40B4-BE49-F238E27FC236}">
                <a16:creationId xmlns:a16="http://schemas.microsoft.com/office/drawing/2014/main" id="{66569A99-3F8B-B0F1-BA2D-AF7E1158B44E}"/>
              </a:ext>
            </a:extLst>
          </p:cNvPr>
          <p:cNvSpPr/>
          <p:nvPr/>
        </p:nvSpPr>
        <p:spPr>
          <a:xfrm>
            <a:off x="7880292" y="1289571"/>
            <a:ext cx="2476050" cy="44736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F697FF5A-42E9-9413-F87B-7C1E24CFCE63}"/>
              </a:ext>
            </a:extLst>
          </p:cNvPr>
          <p:cNvSpPr txBox="1"/>
          <p:nvPr/>
        </p:nvSpPr>
        <p:spPr>
          <a:xfrm>
            <a:off x="2656840" y="1302434"/>
            <a:ext cx="6878320" cy="646331"/>
          </a:xfrm>
          <a:prstGeom prst="rect">
            <a:avLst/>
          </a:prstGeom>
          <a:noFill/>
          <a:ln>
            <a:noFill/>
          </a:ln>
        </p:spPr>
        <p:txBody>
          <a:bodyPr wrap="square">
            <a:spAutoFit/>
          </a:bodyPr>
          <a:lstStyle/>
          <a:p>
            <a:r>
              <a:rPr lang="en-GB" sz="3600" b="1">
                <a:latin typeface="Univers Condensed"/>
              </a:rPr>
              <a:t>Background</a:t>
            </a:r>
            <a:endParaRPr lang="en-AU" sz="3600" b="1"/>
          </a:p>
        </p:txBody>
      </p:sp>
      <p:cxnSp>
        <p:nvCxnSpPr>
          <p:cNvPr id="3" name="Straight Connector 2">
            <a:extLst>
              <a:ext uri="{FF2B5EF4-FFF2-40B4-BE49-F238E27FC236}">
                <a16:creationId xmlns:a16="http://schemas.microsoft.com/office/drawing/2014/main" id="{F353DF56-15D6-475A-DAC5-19E22F775426}"/>
              </a:ext>
            </a:extLst>
          </p:cNvPr>
          <p:cNvCxnSpPr>
            <a:cxnSpLocks/>
          </p:cNvCxnSpPr>
          <p:nvPr/>
        </p:nvCxnSpPr>
        <p:spPr>
          <a:xfrm>
            <a:off x="7859210" y="1302434"/>
            <a:ext cx="0" cy="4473663"/>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8050D822-D05E-0482-81E2-F1128D3A3CF0}"/>
              </a:ext>
            </a:extLst>
          </p:cNvPr>
          <p:cNvSpPr/>
          <p:nvPr/>
        </p:nvSpPr>
        <p:spPr>
          <a:xfrm>
            <a:off x="7834935" y="3422958"/>
            <a:ext cx="45719" cy="5243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438A107E-4195-BBCD-62DF-F72D684A1360}"/>
              </a:ext>
            </a:extLst>
          </p:cNvPr>
          <p:cNvSpPr txBox="1"/>
          <p:nvPr/>
        </p:nvSpPr>
        <p:spPr>
          <a:xfrm>
            <a:off x="1928368" y="109476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1</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7" name="Google Shape;962;p41">
            <a:extLst>
              <a:ext uri="{FF2B5EF4-FFF2-40B4-BE49-F238E27FC236}">
                <a16:creationId xmlns:a16="http://schemas.microsoft.com/office/drawing/2014/main" id="{17C6903F-C0AA-30BE-D056-EA7F63942219}"/>
              </a:ext>
            </a:extLst>
          </p:cNvPr>
          <p:cNvSpPr txBox="1">
            <a:spLocks noGrp="1"/>
          </p:cNvSpPr>
          <p:nvPr/>
        </p:nvSpPr>
        <p:spPr>
          <a:xfrm>
            <a:off x="7964433" y="3314494"/>
            <a:ext cx="4327526"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3200">
                <a:solidFill>
                  <a:srgbClr val="5F5369"/>
                </a:solidFill>
                <a:latin typeface="Bebas Neue"/>
              </a:rPr>
              <a:t>Section 4: </a:t>
            </a:r>
          </a:p>
          <a:p>
            <a:r>
              <a:rPr lang="en-GB" sz="4800">
                <a:solidFill>
                  <a:srgbClr val="5F5369"/>
                </a:solidFill>
                <a:latin typeface="Bebas Neue"/>
              </a:rPr>
              <a:t>Exploratory data</a:t>
            </a:r>
            <a:br>
              <a:rPr lang="en-GB" sz="4800">
                <a:solidFill>
                  <a:srgbClr val="5F5369"/>
                </a:solidFill>
                <a:latin typeface="Bebas Neue"/>
              </a:rPr>
            </a:br>
            <a:r>
              <a:rPr lang="en-GB" sz="4800">
                <a:solidFill>
                  <a:srgbClr val="5F5369"/>
                </a:solidFill>
                <a:latin typeface="Bebas Neue"/>
              </a:rPr>
              <a:t>analysis</a:t>
            </a:r>
            <a:endParaRPr lang="en" sz="4800">
              <a:solidFill>
                <a:srgbClr val="5F5369"/>
              </a:solidFill>
              <a:latin typeface="Bebas Neue"/>
            </a:endParaRPr>
          </a:p>
        </p:txBody>
      </p:sp>
    </p:spTree>
    <p:extLst>
      <p:ext uri="{BB962C8B-B14F-4D97-AF65-F5344CB8AC3E}">
        <p14:creationId xmlns:p14="http://schemas.microsoft.com/office/powerpoint/2010/main" val="26438998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281" name="TextBox 280">
            <a:extLst>
              <a:ext uri="{FF2B5EF4-FFF2-40B4-BE49-F238E27FC236}">
                <a16:creationId xmlns:a16="http://schemas.microsoft.com/office/drawing/2014/main" id="{9C2A5057-DBEB-1A58-FF5A-1EE75BAB451A}"/>
              </a:ext>
            </a:extLst>
          </p:cNvPr>
          <p:cNvSpPr txBox="1"/>
          <p:nvPr/>
        </p:nvSpPr>
        <p:spPr>
          <a:xfrm>
            <a:off x="2696210" y="1924319"/>
            <a:ext cx="6878319" cy="646331"/>
          </a:xfrm>
          <a:prstGeom prst="rect">
            <a:avLst/>
          </a:prstGeom>
          <a:noFill/>
          <a:ln>
            <a:noFill/>
          </a:ln>
        </p:spPr>
        <p:txBody>
          <a:bodyPr wrap="square">
            <a:spAutoFit/>
          </a:bodyPr>
          <a:lstStyle/>
          <a:p>
            <a:r>
              <a:rPr lang="en-GB" sz="3600" b="1">
                <a:latin typeface="Univers Condensed"/>
              </a:rPr>
              <a:t>Research questions</a:t>
            </a:r>
            <a:endParaRPr lang="en-AU" sz="3600" b="1"/>
          </a:p>
        </p:txBody>
      </p:sp>
      <p:sp>
        <p:nvSpPr>
          <p:cNvPr id="5" name="Rectangle 4">
            <a:extLst>
              <a:ext uri="{FF2B5EF4-FFF2-40B4-BE49-F238E27FC236}">
                <a16:creationId xmlns:a16="http://schemas.microsoft.com/office/drawing/2014/main" id="{A9EBFC3C-5159-7B9A-BA1F-D491DB95F382}"/>
              </a:ext>
            </a:extLst>
          </p:cNvPr>
          <p:cNvSpPr/>
          <p:nvPr/>
        </p:nvSpPr>
        <p:spPr>
          <a:xfrm>
            <a:off x="0" y="1361440"/>
            <a:ext cx="2235200" cy="528320"/>
          </a:xfrm>
          <a:prstGeom prst="rect">
            <a:avLst/>
          </a:prstGeom>
          <a:solidFill>
            <a:srgbClr val="C00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Google Shape;962;p41">
            <a:extLst>
              <a:ext uri="{FF2B5EF4-FFF2-40B4-BE49-F238E27FC236}">
                <a16:creationId xmlns:a16="http://schemas.microsoft.com/office/drawing/2014/main" id="{72F3DF1A-FA2C-2469-B4B5-1387AD92C622}"/>
              </a:ext>
            </a:extLst>
          </p:cNvPr>
          <p:cNvSpPr txBox="1">
            <a:spLocks noGrp="1"/>
          </p:cNvSpPr>
          <p:nvPr>
            <p:ph type="title"/>
          </p:nvPr>
        </p:nvSpPr>
        <p:spPr>
          <a:xfrm>
            <a:off x="792970" y="16229"/>
            <a:ext cx="11072323" cy="77623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GB" sz="5400">
                <a:solidFill>
                  <a:schemeClr val="bg2">
                    <a:lumMod val="50000"/>
                  </a:schemeClr>
                </a:solidFill>
                <a:latin typeface="Bebas Neue"/>
              </a:rPr>
              <a:t>overview</a:t>
            </a:r>
          </a:p>
        </p:txBody>
      </p:sp>
      <p:sp>
        <p:nvSpPr>
          <p:cNvPr id="261" name="Rectangle 260">
            <a:extLst>
              <a:ext uri="{FF2B5EF4-FFF2-40B4-BE49-F238E27FC236}">
                <a16:creationId xmlns:a16="http://schemas.microsoft.com/office/drawing/2014/main" id="{0FDA8375-4C15-23B6-31B8-7E874F9CAF70}"/>
              </a:ext>
            </a:extLst>
          </p:cNvPr>
          <p:cNvSpPr/>
          <p:nvPr/>
        </p:nvSpPr>
        <p:spPr>
          <a:xfrm>
            <a:off x="18288" y="2016664"/>
            <a:ext cx="2235200" cy="528320"/>
          </a:xfrm>
          <a:prstGeom prst="rect">
            <a:avLst/>
          </a:prstGeom>
          <a:solidFill>
            <a:srgbClr val="FFC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2" name="Rectangle 261">
            <a:extLst>
              <a:ext uri="{FF2B5EF4-FFF2-40B4-BE49-F238E27FC236}">
                <a16:creationId xmlns:a16="http://schemas.microsoft.com/office/drawing/2014/main" id="{7F38F1B7-6215-6A45-7937-62FADEBB94C7}"/>
              </a:ext>
            </a:extLst>
          </p:cNvPr>
          <p:cNvSpPr/>
          <p:nvPr/>
        </p:nvSpPr>
        <p:spPr>
          <a:xfrm>
            <a:off x="53340" y="2682866"/>
            <a:ext cx="2235200" cy="528320"/>
          </a:xfrm>
          <a:prstGeom prst="rect">
            <a:avLst/>
          </a:prstGeom>
          <a:solidFill>
            <a:srgbClr val="FFFF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3" name="Rectangle 262">
            <a:extLst>
              <a:ext uri="{FF2B5EF4-FFF2-40B4-BE49-F238E27FC236}">
                <a16:creationId xmlns:a16="http://schemas.microsoft.com/office/drawing/2014/main" id="{BFD3E4A5-6D4F-8744-B441-C7E3AEC64359}"/>
              </a:ext>
            </a:extLst>
          </p:cNvPr>
          <p:cNvSpPr/>
          <p:nvPr/>
        </p:nvSpPr>
        <p:spPr>
          <a:xfrm>
            <a:off x="40640" y="3349068"/>
            <a:ext cx="2235200" cy="528320"/>
          </a:xfrm>
          <a:prstGeom prst="rect">
            <a:avLst/>
          </a:prstGeom>
          <a:solidFill>
            <a:srgbClr val="92D05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4" name="Rectangle 263">
            <a:extLst>
              <a:ext uri="{FF2B5EF4-FFF2-40B4-BE49-F238E27FC236}">
                <a16:creationId xmlns:a16="http://schemas.microsoft.com/office/drawing/2014/main" id="{D49B5F23-211B-2F77-1191-CEB9467833F2}"/>
              </a:ext>
            </a:extLst>
          </p:cNvPr>
          <p:cNvSpPr/>
          <p:nvPr/>
        </p:nvSpPr>
        <p:spPr>
          <a:xfrm>
            <a:off x="731520" y="4015270"/>
            <a:ext cx="2235200" cy="528320"/>
          </a:xfrm>
          <a:prstGeom prst="rect">
            <a:avLst/>
          </a:prstGeom>
          <a:solidFill>
            <a:srgbClr val="0070C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2" name="TextBox 281">
            <a:extLst>
              <a:ext uri="{FF2B5EF4-FFF2-40B4-BE49-F238E27FC236}">
                <a16:creationId xmlns:a16="http://schemas.microsoft.com/office/drawing/2014/main" id="{2724724F-E306-8C47-A497-550147B29830}"/>
              </a:ext>
            </a:extLst>
          </p:cNvPr>
          <p:cNvSpPr txBox="1"/>
          <p:nvPr/>
        </p:nvSpPr>
        <p:spPr>
          <a:xfrm>
            <a:off x="2731261" y="2668163"/>
            <a:ext cx="6878320" cy="646331"/>
          </a:xfrm>
          <a:prstGeom prst="rect">
            <a:avLst/>
          </a:prstGeom>
          <a:noFill/>
          <a:ln>
            <a:noFill/>
          </a:ln>
        </p:spPr>
        <p:txBody>
          <a:bodyPr wrap="square">
            <a:spAutoFit/>
          </a:bodyPr>
          <a:lstStyle/>
          <a:p>
            <a:r>
              <a:rPr lang="en-GB" sz="3600" b="1">
                <a:latin typeface="Univers Condensed"/>
              </a:rPr>
              <a:t>Data pre-processing</a:t>
            </a:r>
          </a:p>
        </p:txBody>
      </p:sp>
      <p:sp>
        <p:nvSpPr>
          <p:cNvPr id="288" name="Rectangle 287">
            <a:extLst>
              <a:ext uri="{FF2B5EF4-FFF2-40B4-BE49-F238E27FC236}">
                <a16:creationId xmlns:a16="http://schemas.microsoft.com/office/drawing/2014/main" id="{BA7F8A5C-6517-FF51-0273-471D92DDD097}"/>
              </a:ext>
            </a:extLst>
          </p:cNvPr>
          <p:cNvSpPr/>
          <p:nvPr/>
        </p:nvSpPr>
        <p:spPr>
          <a:xfrm>
            <a:off x="-520066" y="6091398"/>
            <a:ext cx="1881505" cy="400110"/>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5" name="Rectangle 264">
            <a:extLst>
              <a:ext uri="{FF2B5EF4-FFF2-40B4-BE49-F238E27FC236}">
                <a16:creationId xmlns:a16="http://schemas.microsoft.com/office/drawing/2014/main" id="{CF63AB26-5D48-4936-2A75-453F631D6184}"/>
              </a:ext>
            </a:extLst>
          </p:cNvPr>
          <p:cNvSpPr/>
          <p:nvPr/>
        </p:nvSpPr>
        <p:spPr>
          <a:xfrm>
            <a:off x="0" y="4681472"/>
            <a:ext cx="2235200" cy="528320"/>
          </a:xfrm>
          <a:prstGeom prst="rect">
            <a:avLst/>
          </a:prstGeom>
          <a:solidFill>
            <a:srgbClr val="00206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6" name="Rectangle 265">
            <a:extLst>
              <a:ext uri="{FF2B5EF4-FFF2-40B4-BE49-F238E27FC236}">
                <a16:creationId xmlns:a16="http://schemas.microsoft.com/office/drawing/2014/main" id="{5DDD9953-028D-AEA9-6F7F-612B09FB6E1C}"/>
              </a:ext>
            </a:extLst>
          </p:cNvPr>
          <p:cNvSpPr/>
          <p:nvPr/>
        </p:nvSpPr>
        <p:spPr>
          <a:xfrm>
            <a:off x="0" y="5439584"/>
            <a:ext cx="2235200" cy="528320"/>
          </a:xfrm>
          <a:prstGeom prst="rect">
            <a:avLst/>
          </a:prstGeom>
          <a:solidFill>
            <a:srgbClr val="7030A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4" name="Rectangle: Rounded Corners 253">
            <a:extLst>
              <a:ext uri="{FF2B5EF4-FFF2-40B4-BE49-F238E27FC236}">
                <a16:creationId xmlns:a16="http://schemas.microsoft.com/office/drawing/2014/main" id="{DC1FC88D-8429-5281-1D64-F9180008EE5C}"/>
              </a:ext>
            </a:extLst>
          </p:cNvPr>
          <p:cNvSpPr/>
          <p:nvPr/>
        </p:nvSpPr>
        <p:spPr>
          <a:xfrm>
            <a:off x="-465275" y="978186"/>
            <a:ext cx="1440000" cy="5788374"/>
          </a:xfrm>
          <a:prstGeom prst="roundRect">
            <a:avLst>
              <a:gd name="adj" fmla="val 15141"/>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4" name="TextBox 273">
            <a:extLst>
              <a:ext uri="{FF2B5EF4-FFF2-40B4-BE49-F238E27FC236}">
                <a16:creationId xmlns:a16="http://schemas.microsoft.com/office/drawing/2014/main" id="{B96D11E9-8110-BAF3-E9DE-D6DACE433439}"/>
              </a:ext>
            </a:extLst>
          </p:cNvPr>
          <p:cNvSpPr txBox="1"/>
          <p:nvPr/>
        </p:nvSpPr>
        <p:spPr>
          <a:xfrm>
            <a:off x="1967738" y="1763660"/>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2</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5" name="TextBox 274">
            <a:extLst>
              <a:ext uri="{FF2B5EF4-FFF2-40B4-BE49-F238E27FC236}">
                <a16:creationId xmlns:a16="http://schemas.microsoft.com/office/drawing/2014/main" id="{87CC5273-E3FA-6BE6-8080-6FE757DE0730}"/>
              </a:ext>
            </a:extLst>
          </p:cNvPr>
          <p:cNvSpPr txBox="1"/>
          <p:nvPr/>
        </p:nvSpPr>
        <p:spPr>
          <a:xfrm>
            <a:off x="1981708" y="242977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3</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6" name="TextBox 275">
            <a:extLst>
              <a:ext uri="{FF2B5EF4-FFF2-40B4-BE49-F238E27FC236}">
                <a16:creationId xmlns:a16="http://schemas.microsoft.com/office/drawing/2014/main" id="{D2E2BE5F-C829-9B6D-64BD-2D8A74E69D93}"/>
              </a:ext>
            </a:extLst>
          </p:cNvPr>
          <p:cNvSpPr txBox="1"/>
          <p:nvPr/>
        </p:nvSpPr>
        <p:spPr>
          <a:xfrm>
            <a:off x="1969008" y="3103601"/>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4</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7" name="TextBox 276">
            <a:extLst>
              <a:ext uri="{FF2B5EF4-FFF2-40B4-BE49-F238E27FC236}">
                <a16:creationId xmlns:a16="http://schemas.microsoft.com/office/drawing/2014/main" id="{3D08F43D-BDF0-521F-D637-143709B30C70}"/>
              </a:ext>
            </a:extLst>
          </p:cNvPr>
          <p:cNvSpPr txBox="1"/>
          <p:nvPr/>
        </p:nvSpPr>
        <p:spPr>
          <a:xfrm>
            <a:off x="2659888" y="377249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5</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8" name="TextBox 277">
            <a:extLst>
              <a:ext uri="{FF2B5EF4-FFF2-40B4-BE49-F238E27FC236}">
                <a16:creationId xmlns:a16="http://schemas.microsoft.com/office/drawing/2014/main" id="{C417BB84-9C18-6B03-2B85-A70E76B42033}"/>
              </a:ext>
            </a:extLst>
          </p:cNvPr>
          <p:cNvSpPr txBox="1"/>
          <p:nvPr/>
        </p:nvSpPr>
        <p:spPr>
          <a:xfrm>
            <a:off x="1928368" y="446437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6</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9" name="TextBox 278">
            <a:extLst>
              <a:ext uri="{FF2B5EF4-FFF2-40B4-BE49-F238E27FC236}">
                <a16:creationId xmlns:a16="http://schemas.microsoft.com/office/drawing/2014/main" id="{0A7296AF-53ED-E45A-C765-02A5DB122934}"/>
              </a:ext>
            </a:extLst>
          </p:cNvPr>
          <p:cNvSpPr txBox="1"/>
          <p:nvPr/>
        </p:nvSpPr>
        <p:spPr>
          <a:xfrm>
            <a:off x="1949450" y="520923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7</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83" name="TextBox 282">
            <a:extLst>
              <a:ext uri="{FF2B5EF4-FFF2-40B4-BE49-F238E27FC236}">
                <a16:creationId xmlns:a16="http://schemas.microsoft.com/office/drawing/2014/main" id="{2EDC6EDD-704F-DE4B-7ACA-9183014412D4}"/>
              </a:ext>
            </a:extLst>
          </p:cNvPr>
          <p:cNvSpPr txBox="1"/>
          <p:nvPr/>
        </p:nvSpPr>
        <p:spPr>
          <a:xfrm>
            <a:off x="2697480" y="3338218"/>
            <a:ext cx="6878320" cy="646331"/>
          </a:xfrm>
          <a:prstGeom prst="rect">
            <a:avLst/>
          </a:prstGeom>
          <a:noFill/>
          <a:ln>
            <a:noFill/>
          </a:ln>
        </p:spPr>
        <p:txBody>
          <a:bodyPr wrap="square">
            <a:spAutoFit/>
          </a:bodyPr>
          <a:lstStyle/>
          <a:p>
            <a:r>
              <a:rPr lang="en-GB" sz="3600" b="1">
                <a:latin typeface="Univers Condensed"/>
              </a:rPr>
              <a:t>Exploratory Data Analysis</a:t>
            </a:r>
          </a:p>
        </p:txBody>
      </p:sp>
      <p:sp>
        <p:nvSpPr>
          <p:cNvPr id="284" name="TextBox 283">
            <a:extLst>
              <a:ext uri="{FF2B5EF4-FFF2-40B4-BE49-F238E27FC236}">
                <a16:creationId xmlns:a16="http://schemas.microsoft.com/office/drawing/2014/main" id="{01DD0F52-0C73-9181-AADA-746B0F4EB196}"/>
              </a:ext>
            </a:extLst>
          </p:cNvPr>
          <p:cNvSpPr txBox="1"/>
          <p:nvPr/>
        </p:nvSpPr>
        <p:spPr>
          <a:xfrm>
            <a:off x="3388360" y="4064728"/>
            <a:ext cx="6878320" cy="646331"/>
          </a:xfrm>
          <a:prstGeom prst="rect">
            <a:avLst/>
          </a:prstGeom>
          <a:noFill/>
          <a:ln>
            <a:noFill/>
          </a:ln>
        </p:spPr>
        <p:txBody>
          <a:bodyPr wrap="square">
            <a:spAutoFit/>
          </a:bodyPr>
          <a:lstStyle/>
          <a:p>
            <a:r>
              <a:rPr lang="en-GB" sz="3600" b="1">
                <a:latin typeface="Univers Condensed"/>
              </a:rPr>
              <a:t>Evaluation &amp; Modelling</a:t>
            </a:r>
          </a:p>
        </p:txBody>
      </p:sp>
      <p:sp>
        <p:nvSpPr>
          <p:cNvPr id="285" name="TextBox 284">
            <a:extLst>
              <a:ext uri="{FF2B5EF4-FFF2-40B4-BE49-F238E27FC236}">
                <a16:creationId xmlns:a16="http://schemas.microsoft.com/office/drawing/2014/main" id="{3E5235F2-7ADD-81EF-E9BA-739B20980FAF}"/>
              </a:ext>
            </a:extLst>
          </p:cNvPr>
          <p:cNvSpPr txBox="1"/>
          <p:nvPr/>
        </p:nvSpPr>
        <p:spPr>
          <a:xfrm>
            <a:off x="2677921" y="4769587"/>
            <a:ext cx="6878320" cy="646331"/>
          </a:xfrm>
          <a:prstGeom prst="rect">
            <a:avLst/>
          </a:prstGeom>
          <a:noFill/>
          <a:ln>
            <a:noFill/>
          </a:ln>
        </p:spPr>
        <p:txBody>
          <a:bodyPr wrap="square">
            <a:spAutoFit/>
          </a:bodyPr>
          <a:lstStyle/>
          <a:p>
            <a:r>
              <a:rPr lang="en-GB" sz="3600" b="1">
                <a:latin typeface="Univers Condensed"/>
              </a:rPr>
              <a:t>Discussion</a:t>
            </a:r>
          </a:p>
        </p:txBody>
      </p:sp>
      <p:sp>
        <p:nvSpPr>
          <p:cNvPr id="286" name="TextBox 285">
            <a:extLst>
              <a:ext uri="{FF2B5EF4-FFF2-40B4-BE49-F238E27FC236}">
                <a16:creationId xmlns:a16="http://schemas.microsoft.com/office/drawing/2014/main" id="{1BA364F2-C6F6-E5FF-03E2-A1BA1114CD74}"/>
              </a:ext>
            </a:extLst>
          </p:cNvPr>
          <p:cNvSpPr txBox="1"/>
          <p:nvPr/>
        </p:nvSpPr>
        <p:spPr>
          <a:xfrm>
            <a:off x="2700475" y="5445067"/>
            <a:ext cx="6878320" cy="646331"/>
          </a:xfrm>
          <a:prstGeom prst="rect">
            <a:avLst/>
          </a:prstGeom>
          <a:noFill/>
          <a:ln>
            <a:noFill/>
          </a:ln>
        </p:spPr>
        <p:txBody>
          <a:bodyPr wrap="square">
            <a:spAutoFit/>
          </a:bodyPr>
          <a:lstStyle/>
          <a:p>
            <a:r>
              <a:rPr lang="en-GB" sz="3600" b="1">
                <a:latin typeface="Univers Condensed"/>
              </a:rPr>
              <a:t>Conclusion</a:t>
            </a:r>
          </a:p>
        </p:txBody>
      </p:sp>
      <p:sp>
        <p:nvSpPr>
          <p:cNvPr id="2" name="Rectangle 1">
            <a:extLst>
              <a:ext uri="{FF2B5EF4-FFF2-40B4-BE49-F238E27FC236}">
                <a16:creationId xmlns:a16="http://schemas.microsoft.com/office/drawing/2014/main" id="{66569A99-3F8B-B0F1-BA2D-AF7E1158B44E}"/>
              </a:ext>
            </a:extLst>
          </p:cNvPr>
          <p:cNvSpPr/>
          <p:nvPr/>
        </p:nvSpPr>
        <p:spPr>
          <a:xfrm>
            <a:off x="7880292" y="1289571"/>
            <a:ext cx="2476050" cy="44736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F697FF5A-42E9-9413-F87B-7C1E24CFCE63}"/>
              </a:ext>
            </a:extLst>
          </p:cNvPr>
          <p:cNvSpPr txBox="1"/>
          <p:nvPr/>
        </p:nvSpPr>
        <p:spPr>
          <a:xfrm>
            <a:off x="2656840" y="1302434"/>
            <a:ext cx="6878320" cy="646331"/>
          </a:xfrm>
          <a:prstGeom prst="rect">
            <a:avLst/>
          </a:prstGeom>
          <a:noFill/>
          <a:ln>
            <a:noFill/>
          </a:ln>
        </p:spPr>
        <p:txBody>
          <a:bodyPr wrap="square">
            <a:spAutoFit/>
          </a:bodyPr>
          <a:lstStyle/>
          <a:p>
            <a:r>
              <a:rPr lang="en-GB" sz="3600" b="1">
                <a:latin typeface="Univers Condensed"/>
              </a:rPr>
              <a:t>Background</a:t>
            </a:r>
            <a:endParaRPr lang="en-AU" sz="3600" b="1"/>
          </a:p>
        </p:txBody>
      </p:sp>
      <p:cxnSp>
        <p:nvCxnSpPr>
          <p:cNvPr id="3" name="Straight Connector 2">
            <a:extLst>
              <a:ext uri="{FF2B5EF4-FFF2-40B4-BE49-F238E27FC236}">
                <a16:creationId xmlns:a16="http://schemas.microsoft.com/office/drawing/2014/main" id="{F353DF56-15D6-475A-DAC5-19E22F775426}"/>
              </a:ext>
            </a:extLst>
          </p:cNvPr>
          <p:cNvCxnSpPr>
            <a:cxnSpLocks/>
          </p:cNvCxnSpPr>
          <p:nvPr/>
        </p:nvCxnSpPr>
        <p:spPr>
          <a:xfrm>
            <a:off x="7859210" y="1302434"/>
            <a:ext cx="0" cy="4473663"/>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8050D822-D05E-0482-81E2-F1128D3A3CF0}"/>
              </a:ext>
            </a:extLst>
          </p:cNvPr>
          <p:cNvSpPr/>
          <p:nvPr/>
        </p:nvSpPr>
        <p:spPr>
          <a:xfrm>
            <a:off x="7834935" y="4123998"/>
            <a:ext cx="45719" cy="5243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438A107E-4195-BBCD-62DF-F72D684A1360}"/>
              </a:ext>
            </a:extLst>
          </p:cNvPr>
          <p:cNvSpPr txBox="1"/>
          <p:nvPr/>
        </p:nvSpPr>
        <p:spPr>
          <a:xfrm>
            <a:off x="1928368" y="109476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1</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10" name="Google Shape;962;p41">
            <a:extLst>
              <a:ext uri="{FF2B5EF4-FFF2-40B4-BE49-F238E27FC236}">
                <a16:creationId xmlns:a16="http://schemas.microsoft.com/office/drawing/2014/main" id="{26BCD498-1B9A-10C3-B218-CC49816FD14E}"/>
              </a:ext>
            </a:extLst>
          </p:cNvPr>
          <p:cNvSpPr txBox="1">
            <a:spLocks noGrp="1"/>
          </p:cNvSpPr>
          <p:nvPr/>
        </p:nvSpPr>
        <p:spPr>
          <a:xfrm>
            <a:off x="8112758" y="2969161"/>
            <a:ext cx="3406101"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3600">
                <a:solidFill>
                  <a:srgbClr val="434377"/>
                </a:solidFill>
                <a:latin typeface="Bebas Neue"/>
              </a:rPr>
              <a:t>Section 5: </a:t>
            </a:r>
          </a:p>
          <a:p>
            <a:r>
              <a:rPr lang="en-GB" sz="5400">
                <a:solidFill>
                  <a:srgbClr val="434377"/>
                </a:solidFill>
                <a:latin typeface="Bebas Neue"/>
              </a:rPr>
              <a:t>Evaluating &amp; Modelling</a:t>
            </a:r>
            <a:endParaRPr lang="en" sz="5400">
              <a:solidFill>
                <a:srgbClr val="434377"/>
              </a:solidFill>
              <a:latin typeface="Bebas Neue"/>
            </a:endParaRPr>
          </a:p>
        </p:txBody>
      </p:sp>
    </p:spTree>
    <p:extLst>
      <p:ext uri="{BB962C8B-B14F-4D97-AF65-F5344CB8AC3E}">
        <p14:creationId xmlns:p14="http://schemas.microsoft.com/office/powerpoint/2010/main" val="9978045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89"/>
        <p:cNvGrpSpPr/>
        <p:nvPr/>
      </p:nvGrpSpPr>
      <p:grpSpPr>
        <a:xfrm>
          <a:off x="0" y="0"/>
          <a:ext cx="0" cy="0"/>
          <a:chOff x="0" y="0"/>
          <a:chExt cx="0" cy="0"/>
        </a:xfrm>
      </p:grpSpPr>
      <p:grpSp>
        <p:nvGrpSpPr>
          <p:cNvPr id="1196" name="Google Shape;1196;p42"/>
          <p:cNvGrpSpPr/>
          <p:nvPr/>
        </p:nvGrpSpPr>
        <p:grpSpPr>
          <a:xfrm>
            <a:off x="-4821867" y="3355973"/>
            <a:ext cx="9686707" cy="3119564"/>
            <a:chOff x="-3616400" y="2212179"/>
            <a:chExt cx="7265030" cy="2339673"/>
          </a:xfrm>
        </p:grpSpPr>
        <p:grpSp>
          <p:nvGrpSpPr>
            <p:cNvPr id="1197" name="Google Shape;1197;p42"/>
            <p:cNvGrpSpPr/>
            <p:nvPr/>
          </p:nvGrpSpPr>
          <p:grpSpPr>
            <a:xfrm>
              <a:off x="-3616400" y="2212179"/>
              <a:ext cx="7265030" cy="2339673"/>
              <a:chOff x="5227475" y="2212179"/>
              <a:chExt cx="7265030" cy="2339673"/>
            </a:xfrm>
          </p:grpSpPr>
          <p:sp>
            <p:nvSpPr>
              <p:cNvPr id="1198" name="Google Shape;1198;p42"/>
              <p:cNvSpPr/>
              <p:nvPr/>
            </p:nvSpPr>
            <p:spPr>
              <a:xfrm>
                <a:off x="8160481" y="3468190"/>
                <a:ext cx="881727" cy="1006624"/>
              </a:xfrm>
              <a:custGeom>
                <a:avLst/>
                <a:gdLst/>
                <a:ahLst/>
                <a:cxnLst/>
                <a:rect l="l" t="t" r="r" b="b"/>
                <a:pathLst>
                  <a:path w="28076" h="32053" extrusionOk="0">
                    <a:moveTo>
                      <a:pt x="14038" y="1"/>
                    </a:moveTo>
                    <a:lnTo>
                      <a:pt x="0" y="18503"/>
                    </a:lnTo>
                    <a:lnTo>
                      <a:pt x="0" y="32052"/>
                    </a:lnTo>
                    <a:lnTo>
                      <a:pt x="28075" y="32052"/>
                    </a:lnTo>
                    <a:lnTo>
                      <a:pt x="28075" y="18503"/>
                    </a:lnTo>
                    <a:lnTo>
                      <a:pt x="14038"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199" name="Google Shape;1199;p42"/>
              <p:cNvSpPr/>
              <p:nvPr/>
            </p:nvSpPr>
            <p:spPr>
              <a:xfrm>
                <a:off x="5503429" y="3142520"/>
                <a:ext cx="1121033" cy="1333425"/>
              </a:xfrm>
              <a:custGeom>
                <a:avLst/>
                <a:gdLst/>
                <a:ahLst/>
                <a:cxnLst/>
                <a:rect l="l" t="t" r="r" b="b"/>
                <a:pathLst>
                  <a:path w="35696" h="42459" extrusionOk="0">
                    <a:moveTo>
                      <a:pt x="17848" y="0"/>
                    </a:moveTo>
                    <a:lnTo>
                      <a:pt x="1" y="10585"/>
                    </a:lnTo>
                    <a:lnTo>
                      <a:pt x="1" y="42458"/>
                    </a:lnTo>
                    <a:lnTo>
                      <a:pt x="35696" y="42458"/>
                    </a:lnTo>
                    <a:lnTo>
                      <a:pt x="35696" y="10585"/>
                    </a:lnTo>
                    <a:lnTo>
                      <a:pt x="17848"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0" name="Google Shape;1200;p42"/>
              <p:cNvSpPr/>
              <p:nvPr/>
            </p:nvSpPr>
            <p:spPr>
              <a:xfrm>
                <a:off x="8242325" y="3469325"/>
                <a:ext cx="709028" cy="990891"/>
              </a:xfrm>
              <a:custGeom>
                <a:avLst/>
                <a:gdLst/>
                <a:ahLst/>
                <a:cxnLst/>
                <a:rect l="l" t="t" r="r" b="b"/>
                <a:pathLst>
                  <a:path w="20694" h="31552" extrusionOk="0">
                    <a:moveTo>
                      <a:pt x="10716" y="7537"/>
                    </a:moveTo>
                    <a:lnTo>
                      <a:pt x="10776" y="7597"/>
                    </a:lnTo>
                    <a:lnTo>
                      <a:pt x="10716" y="7597"/>
                    </a:lnTo>
                    <a:lnTo>
                      <a:pt x="10716" y="7537"/>
                    </a:lnTo>
                    <a:close/>
                    <a:moveTo>
                      <a:pt x="10276" y="8037"/>
                    </a:moveTo>
                    <a:lnTo>
                      <a:pt x="10276" y="13847"/>
                    </a:lnTo>
                    <a:lnTo>
                      <a:pt x="6251" y="13847"/>
                    </a:lnTo>
                    <a:lnTo>
                      <a:pt x="6251" y="8037"/>
                    </a:lnTo>
                    <a:close/>
                    <a:moveTo>
                      <a:pt x="14740" y="8037"/>
                    </a:moveTo>
                    <a:lnTo>
                      <a:pt x="14740" y="13681"/>
                    </a:lnTo>
                    <a:lnTo>
                      <a:pt x="14574" y="13847"/>
                    </a:lnTo>
                    <a:lnTo>
                      <a:pt x="10716" y="13847"/>
                    </a:lnTo>
                    <a:lnTo>
                      <a:pt x="10716" y="8037"/>
                    </a:lnTo>
                    <a:close/>
                    <a:moveTo>
                      <a:pt x="10276" y="0"/>
                    </a:moveTo>
                    <a:lnTo>
                      <a:pt x="10276" y="6870"/>
                    </a:lnTo>
                    <a:lnTo>
                      <a:pt x="7251" y="3858"/>
                    </a:lnTo>
                    <a:lnTo>
                      <a:pt x="6942" y="4180"/>
                    </a:lnTo>
                    <a:lnTo>
                      <a:pt x="10276" y="7501"/>
                    </a:lnTo>
                    <a:lnTo>
                      <a:pt x="10276" y="7597"/>
                    </a:lnTo>
                    <a:lnTo>
                      <a:pt x="4918" y="7597"/>
                    </a:lnTo>
                    <a:lnTo>
                      <a:pt x="4918" y="8037"/>
                    </a:lnTo>
                    <a:lnTo>
                      <a:pt x="5811" y="8037"/>
                    </a:lnTo>
                    <a:lnTo>
                      <a:pt x="5811" y="13419"/>
                    </a:lnTo>
                    <a:lnTo>
                      <a:pt x="2787" y="10407"/>
                    </a:lnTo>
                    <a:lnTo>
                      <a:pt x="2477" y="10728"/>
                    </a:lnTo>
                    <a:lnTo>
                      <a:pt x="5596" y="13847"/>
                    </a:lnTo>
                    <a:lnTo>
                      <a:pt x="0" y="13847"/>
                    </a:lnTo>
                    <a:lnTo>
                      <a:pt x="0" y="14288"/>
                    </a:lnTo>
                    <a:lnTo>
                      <a:pt x="5811" y="14288"/>
                    </a:lnTo>
                    <a:lnTo>
                      <a:pt x="5811" y="31552"/>
                    </a:lnTo>
                    <a:lnTo>
                      <a:pt x="6251" y="31552"/>
                    </a:lnTo>
                    <a:lnTo>
                      <a:pt x="6251" y="14288"/>
                    </a:lnTo>
                    <a:lnTo>
                      <a:pt x="10276" y="14288"/>
                    </a:lnTo>
                    <a:lnTo>
                      <a:pt x="10276" y="31552"/>
                    </a:lnTo>
                    <a:lnTo>
                      <a:pt x="10716" y="31552"/>
                    </a:lnTo>
                    <a:lnTo>
                      <a:pt x="10716" y="14288"/>
                    </a:lnTo>
                    <a:lnTo>
                      <a:pt x="14740" y="14288"/>
                    </a:lnTo>
                    <a:lnTo>
                      <a:pt x="14740" y="31552"/>
                    </a:lnTo>
                    <a:lnTo>
                      <a:pt x="15181" y="31552"/>
                    </a:lnTo>
                    <a:lnTo>
                      <a:pt x="15181" y="14288"/>
                    </a:lnTo>
                    <a:lnTo>
                      <a:pt x="20694" y="14288"/>
                    </a:lnTo>
                    <a:lnTo>
                      <a:pt x="20694" y="13847"/>
                    </a:lnTo>
                    <a:lnTo>
                      <a:pt x="15205" y="13847"/>
                    </a:lnTo>
                    <a:lnTo>
                      <a:pt x="18312" y="10728"/>
                    </a:lnTo>
                    <a:lnTo>
                      <a:pt x="18003" y="10407"/>
                    </a:lnTo>
                    <a:lnTo>
                      <a:pt x="15181" y="13228"/>
                    </a:lnTo>
                    <a:lnTo>
                      <a:pt x="15181" y="8037"/>
                    </a:lnTo>
                    <a:lnTo>
                      <a:pt x="15776" y="8037"/>
                    </a:lnTo>
                    <a:lnTo>
                      <a:pt x="15776" y="7597"/>
                    </a:lnTo>
                    <a:lnTo>
                      <a:pt x="10883" y="7597"/>
                    </a:lnTo>
                    <a:lnTo>
                      <a:pt x="14300" y="4180"/>
                    </a:lnTo>
                    <a:lnTo>
                      <a:pt x="13978" y="3858"/>
                    </a:lnTo>
                    <a:lnTo>
                      <a:pt x="10716" y="7132"/>
                    </a:lnTo>
                    <a:lnTo>
                      <a:pt x="10716"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1" name="Google Shape;1201;p42"/>
              <p:cNvSpPr/>
              <p:nvPr/>
            </p:nvSpPr>
            <p:spPr>
              <a:xfrm>
                <a:off x="5444350" y="3157875"/>
                <a:ext cx="1190564" cy="1321112"/>
              </a:xfrm>
              <a:custGeom>
                <a:avLst/>
                <a:gdLst/>
                <a:ahLst/>
                <a:cxnLst/>
                <a:rect l="l" t="t" r="r" b="b"/>
                <a:pathLst>
                  <a:path w="37910" h="41185" extrusionOk="0">
                    <a:moveTo>
                      <a:pt x="19289" y="7132"/>
                    </a:moveTo>
                    <a:lnTo>
                      <a:pt x="19289" y="13443"/>
                    </a:lnTo>
                    <a:lnTo>
                      <a:pt x="11895" y="13443"/>
                    </a:lnTo>
                    <a:lnTo>
                      <a:pt x="11895" y="7132"/>
                    </a:lnTo>
                    <a:close/>
                    <a:moveTo>
                      <a:pt x="27694" y="7132"/>
                    </a:moveTo>
                    <a:lnTo>
                      <a:pt x="27694" y="13443"/>
                    </a:lnTo>
                    <a:lnTo>
                      <a:pt x="20289" y="13443"/>
                    </a:lnTo>
                    <a:lnTo>
                      <a:pt x="20289" y="7132"/>
                    </a:lnTo>
                    <a:close/>
                    <a:moveTo>
                      <a:pt x="19289" y="14491"/>
                    </a:moveTo>
                    <a:lnTo>
                      <a:pt x="19289" y="24670"/>
                    </a:lnTo>
                    <a:lnTo>
                      <a:pt x="11895" y="24670"/>
                    </a:lnTo>
                    <a:lnTo>
                      <a:pt x="11883" y="14491"/>
                    </a:lnTo>
                    <a:close/>
                    <a:moveTo>
                      <a:pt x="27694" y="14491"/>
                    </a:moveTo>
                    <a:lnTo>
                      <a:pt x="27694" y="24670"/>
                    </a:lnTo>
                    <a:lnTo>
                      <a:pt x="20289" y="24670"/>
                    </a:lnTo>
                    <a:lnTo>
                      <a:pt x="20289" y="14491"/>
                    </a:lnTo>
                    <a:close/>
                    <a:moveTo>
                      <a:pt x="14609" y="25706"/>
                    </a:moveTo>
                    <a:lnTo>
                      <a:pt x="14431" y="25861"/>
                    </a:lnTo>
                    <a:lnTo>
                      <a:pt x="11883" y="27956"/>
                    </a:lnTo>
                    <a:lnTo>
                      <a:pt x="11883" y="25706"/>
                    </a:lnTo>
                    <a:close/>
                    <a:moveTo>
                      <a:pt x="27694" y="25706"/>
                    </a:moveTo>
                    <a:lnTo>
                      <a:pt x="27694" y="27956"/>
                    </a:lnTo>
                    <a:lnTo>
                      <a:pt x="25146" y="25861"/>
                    </a:lnTo>
                    <a:lnTo>
                      <a:pt x="24968" y="25706"/>
                    </a:lnTo>
                    <a:close/>
                    <a:moveTo>
                      <a:pt x="19300" y="25706"/>
                    </a:moveTo>
                    <a:lnTo>
                      <a:pt x="19289" y="28540"/>
                    </a:lnTo>
                    <a:lnTo>
                      <a:pt x="16050" y="25861"/>
                    </a:lnTo>
                    <a:lnTo>
                      <a:pt x="15871" y="25706"/>
                    </a:lnTo>
                    <a:close/>
                    <a:moveTo>
                      <a:pt x="23706" y="25706"/>
                    </a:moveTo>
                    <a:lnTo>
                      <a:pt x="23527" y="25861"/>
                    </a:lnTo>
                    <a:lnTo>
                      <a:pt x="20289" y="28540"/>
                    </a:lnTo>
                    <a:lnTo>
                      <a:pt x="20289" y="25706"/>
                    </a:lnTo>
                    <a:close/>
                    <a:moveTo>
                      <a:pt x="32171" y="25706"/>
                    </a:moveTo>
                    <a:lnTo>
                      <a:pt x="28683" y="28576"/>
                    </a:lnTo>
                    <a:lnTo>
                      <a:pt x="28683" y="25706"/>
                    </a:lnTo>
                    <a:close/>
                    <a:moveTo>
                      <a:pt x="10895" y="25706"/>
                    </a:moveTo>
                    <a:lnTo>
                      <a:pt x="10895" y="28588"/>
                    </a:lnTo>
                    <a:lnTo>
                      <a:pt x="7406" y="25706"/>
                    </a:lnTo>
                    <a:close/>
                    <a:moveTo>
                      <a:pt x="6775" y="26528"/>
                    </a:moveTo>
                    <a:lnTo>
                      <a:pt x="9823" y="29016"/>
                    </a:lnTo>
                    <a:lnTo>
                      <a:pt x="3739" y="29016"/>
                    </a:lnTo>
                    <a:lnTo>
                      <a:pt x="6775" y="26528"/>
                    </a:lnTo>
                    <a:close/>
                    <a:moveTo>
                      <a:pt x="32802" y="26516"/>
                    </a:moveTo>
                    <a:lnTo>
                      <a:pt x="35838" y="29016"/>
                    </a:lnTo>
                    <a:lnTo>
                      <a:pt x="29766" y="29016"/>
                    </a:lnTo>
                    <a:lnTo>
                      <a:pt x="32802" y="26516"/>
                    </a:lnTo>
                    <a:close/>
                    <a:moveTo>
                      <a:pt x="15240" y="26528"/>
                    </a:moveTo>
                    <a:lnTo>
                      <a:pt x="18277" y="29028"/>
                    </a:lnTo>
                    <a:lnTo>
                      <a:pt x="12204" y="29028"/>
                    </a:lnTo>
                    <a:lnTo>
                      <a:pt x="15240" y="26528"/>
                    </a:lnTo>
                    <a:close/>
                    <a:moveTo>
                      <a:pt x="24337" y="26528"/>
                    </a:moveTo>
                    <a:lnTo>
                      <a:pt x="27385" y="29028"/>
                    </a:lnTo>
                    <a:lnTo>
                      <a:pt x="21301" y="29028"/>
                    </a:lnTo>
                    <a:lnTo>
                      <a:pt x="24337" y="26528"/>
                    </a:lnTo>
                    <a:close/>
                    <a:moveTo>
                      <a:pt x="19289" y="30064"/>
                    </a:moveTo>
                    <a:lnTo>
                      <a:pt x="19289" y="40148"/>
                    </a:lnTo>
                    <a:lnTo>
                      <a:pt x="11895" y="40148"/>
                    </a:lnTo>
                    <a:lnTo>
                      <a:pt x="11895" y="30064"/>
                    </a:lnTo>
                    <a:close/>
                    <a:moveTo>
                      <a:pt x="27694" y="30064"/>
                    </a:moveTo>
                    <a:lnTo>
                      <a:pt x="27694" y="40148"/>
                    </a:lnTo>
                    <a:lnTo>
                      <a:pt x="20289" y="40148"/>
                    </a:lnTo>
                    <a:lnTo>
                      <a:pt x="20289" y="30064"/>
                    </a:lnTo>
                    <a:close/>
                    <a:moveTo>
                      <a:pt x="19289" y="1"/>
                    </a:moveTo>
                    <a:lnTo>
                      <a:pt x="19289" y="5585"/>
                    </a:lnTo>
                    <a:lnTo>
                      <a:pt x="14705" y="1810"/>
                    </a:lnTo>
                    <a:lnTo>
                      <a:pt x="13907" y="2465"/>
                    </a:lnTo>
                    <a:lnTo>
                      <a:pt x="18300" y="6085"/>
                    </a:lnTo>
                    <a:lnTo>
                      <a:pt x="10716" y="6085"/>
                    </a:lnTo>
                    <a:lnTo>
                      <a:pt x="10716" y="7132"/>
                    </a:lnTo>
                    <a:lnTo>
                      <a:pt x="10883" y="7132"/>
                    </a:lnTo>
                    <a:lnTo>
                      <a:pt x="10883" y="12788"/>
                    </a:lnTo>
                    <a:lnTo>
                      <a:pt x="5251" y="8514"/>
                    </a:lnTo>
                    <a:lnTo>
                      <a:pt x="4370" y="9299"/>
                    </a:lnTo>
                    <a:lnTo>
                      <a:pt x="9847" y="13443"/>
                    </a:lnTo>
                    <a:lnTo>
                      <a:pt x="1667" y="13443"/>
                    </a:lnTo>
                    <a:lnTo>
                      <a:pt x="0" y="14491"/>
                    </a:lnTo>
                    <a:lnTo>
                      <a:pt x="10895" y="14491"/>
                    </a:lnTo>
                    <a:lnTo>
                      <a:pt x="10895" y="24670"/>
                    </a:lnTo>
                    <a:lnTo>
                      <a:pt x="1667" y="24670"/>
                    </a:lnTo>
                    <a:lnTo>
                      <a:pt x="1667" y="25706"/>
                    </a:lnTo>
                    <a:lnTo>
                      <a:pt x="6144" y="25706"/>
                    </a:lnTo>
                    <a:lnTo>
                      <a:pt x="5965" y="25861"/>
                    </a:lnTo>
                    <a:lnTo>
                      <a:pt x="2120" y="29016"/>
                    </a:lnTo>
                    <a:lnTo>
                      <a:pt x="1667" y="29016"/>
                    </a:lnTo>
                    <a:lnTo>
                      <a:pt x="1667" y="30064"/>
                    </a:lnTo>
                    <a:lnTo>
                      <a:pt x="10895" y="30064"/>
                    </a:lnTo>
                    <a:lnTo>
                      <a:pt x="10895" y="40148"/>
                    </a:lnTo>
                    <a:lnTo>
                      <a:pt x="1667" y="40148"/>
                    </a:lnTo>
                    <a:lnTo>
                      <a:pt x="1667" y="41184"/>
                    </a:lnTo>
                    <a:lnTo>
                      <a:pt x="37910" y="41184"/>
                    </a:lnTo>
                    <a:lnTo>
                      <a:pt x="37910" y="40148"/>
                    </a:lnTo>
                    <a:lnTo>
                      <a:pt x="28683" y="40148"/>
                    </a:lnTo>
                    <a:lnTo>
                      <a:pt x="28683" y="30064"/>
                    </a:lnTo>
                    <a:lnTo>
                      <a:pt x="37910" y="30064"/>
                    </a:lnTo>
                    <a:lnTo>
                      <a:pt x="37910" y="29016"/>
                    </a:lnTo>
                    <a:lnTo>
                      <a:pt x="37457" y="29016"/>
                    </a:lnTo>
                    <a:lnTo>
                      <a:pt x="33612" y="25861"/>
                    </a:lnTo>
                    <a:lnTo>
                      <a:pt x="33433" y="25706"/>
                    </a:lnTo>
                    <a:lnTo>
                      <a:pt x="37910" y="25706"/>
                    </a:lnTo>
                    <a:lnTo>
                      <a:pt x="37910" y="24670"/>
                    </a:lnTo>
                    <a:lnTo>
                      <a:pt x="28683" y="24670"/>
                    </a:lnTo>
                    <a:lnTo>
                      <a:pt x="28683" y="14491"/>
                    </a:lnTo>
                    <a:lnTo>
                      <a:pt x="37910" y="14491"/>
                    </a:lnTo>
                    <a:lnTo>
                      <a:pt x="37910" y="13443"/>
                    </a:lnTo>
                    <a:lnTo>
                      <a:pt x="29730" y="13443"/>
                    </a:lnTo>
                    <a:lnTo>
                      <a:pt x="35207" y="9299"/>
                    </a:lnTo>
                    <a:lnTo>
                      <a:pt x="34326" y="8514"/>
                    </a:lnTo>
                    <a:lnTo>
                      <a:pt x="28683" y="12788"/>
                    </a:lnTo>
                    <a:lnTo>
                      <a:pt x="28683" y="7132"/>
                    </a:lnTo>
                    <a:lnTo>
                      <a:pt x="28873" y="7132"/>
                    </a:lnTo>
                    <a:lnTo>
                      <a:pt x="28873" y="6097"/>
                    </a:lnTo>
                    <a:lnTo>
                      <a:pt x="21277" y="6097"/>
                    </a:lnTo>
                    <a:lnTo>
                      <a:pt x="25670" y="2465"/>
                    </a:lnTo>
                    <a:lnTo>
                      <a:pt x="24873" y="1810"/>
                    </a:lnTo>
                    <a:lnTo>
                      <a:pt x="20289" y="5585"/>
                    </a:lnTo>
                    <a:lnTo>
                      <a:pt x="20289"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2" name="Google Shape;1202;p42"/>
              <p:cNvSpPr/>
              <p:nvPr/>
            </p:nvSpPr>
            <p:spPr>
              <a:xfrm>
                <a:off x="8164595" y="4018594"/>
                <a:ext cx="864517" cy="31"/>
              </a:xfrm>
              <a:custGeom>
                <a:avLst/>
                <a:gdLst/>
                <a:ahLst/>
                <a:cxnLst/>
                <a:rect l="l" t="t" r="r" b="b"/>
                <a:pathLst>
                  <a:path w="27528" h="1" fill="none" extrusionOk="0">
                    <a:moveTo>
                      <a:pt x="27528" y="1"/>
                    </a:moveTo>
                    <a:lnTo>
                      <a:pt x="0" y="1"/>
                    </a:lnTo>
                  </a:path>
                </a:pathLst>
              </a:custGeom>
              <a:noFill/>
              <a:ln w="22325" cap="flat" cmpd="sng">
                <a:solidFill>
                  <a:schemeClr val="accent3"/>
                </a:solidFill>
                <a:prstDash val="solid"/>
                <a:miter lim="11906"/>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3" name="Google Shape;1203;p42"/>
              <p:cNvSpPr/>
              <p:nvPr/>
            </p:nvSpPr>
            <p:spPr>
              <a:xfrm>
                <a:off x="6634889" y="3607660"/>
                <a:ext cx="52760" cy="32944"/>
              </a:xfrm>
              <a:custGeom>
                <a:avLst/>
                <a:gdLst/>
                <a:ahLst/>
                <a:cxnLst/>
                <a:rect l="l" t="t" r="r" b="b"/>
                <a:pathLst>
                  <a:path w="1680" h="1049" extrusionOk="0">
                    <a:moveTo>
                      <a:pt x="1" y="1"/>
                    </a:moveTo>
                    <a:lnTo>
                      <a:pt x="1" y="1049"/>
                    </a:lnTo>
                    <a:lnTo>
                      <a:pt x="1680" y="1049"/>
                    </a:lnTo>
                    <a:lnTo>
                      <a:pt x="1" y="1"/>
                    </a:lnTo>
                    <a:close/>
                  </a:path>
                </a:pathLst>
              </a:custGeom>
              <a:solidFill>
                <a:srgbClr val="47312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4" name="Google Shape;1204;p42"/>
              <p:cNvSpPr/>
              <p:nvPr/>
            </p:nvSpPr>
            <p:spPr>
              <a:xfrm>
                <a:off x="6948279" y="2317637"/>
                <a:ext cx="572827" cy="373217"/>
              </a:xfrm>
              <a:custGeom>
                <a:avLst/>
                <a:gdLst/>
                <a:ahLst/>
                <a:cxnLst/>
                <a:rect l="l" t="t" r="r" b="b"/>
                <a:pathLst>
                  <a:path w="18240" h="11884" extrusionOk="0">
                    <a:moveTo>
                      <a:pt x="10993" y="1"/>
                    </a:moveTo>
                    <a:cubicBezTo>
                      <a:pt x="9364" y="1"/>
                      <a:pt x="7892" y="1054"/>
                      <a:pt x="7393" y="2656"/>
                    </a:cubicBezTo>
                    <a:cubicBezTo>
                      <a:pt x="6735" y="2355"/>
                      <a:pt x="6052" y="2215"/>
                      <a:pt x="5383" y="2215"/>
                    </a:cubicBezTo>
                    <a:cubicBezTo>
                      <a:pt x="3194" y="2215"/>
                      <a:pt x="1156" y="3719"/>
                      <a:pt x="654" y="6026"/>
                    </a:cubicBezTo>
                    <a:cubicBezTo>
                      <a:pt x="1" y="9032"/>
                      <a:pt x="2288" y="11884"/>
                      <a:pt x="5374" y="11884"/>
                    </a:cubicBezTo>
                    <a:cubicBezTo>
                      <a:pt x="5380" y="11884"/>
                      <a:pt x="5386" y="11884"/>
                      <a:pt x="5393" y="11884"/>
                    </a:cubicBezTo>
                    <a:lnTo>
                      <a:pt x="14930" y="11884"/>
                    </a:lnTo>
                    <a:cubicBezTo>
                      <a:pt x="14930" y="11884"/>
                      <a:pt x="17513" y="11872"/>
                      <a:pt x="18109" y="9336"/>
                    </a:cubicBezTo>
                    <a:cubicBezTo>
                      <a:pt x="18192" y="9062"/>
                      <a:pt x="18228" y="8788"/>
                      <a:pt x="18240" y="8514"/>
                    </a:cubicBezTo>
                    <a:cubicBezTo>
                      <a:pt x="18240" y="8467"/>
                      <a:pt x="18240" y="8431"/>
                      <a:pt x="18240" y="8383"/>
                    </a:cubicBezTo>
                    <a:lnTo>
                      <a:pt x="18240" y="8193"/>
                    </a:lnTo>
                    <a:lnTo>
                      <a:pt x="18216" y="8193"/>
                    </a:lnTo>
                    <a:cubicBezTo>
                      <a:pt x="18065" y="6599"/>
                      <a:pt x="16725" y="5458"/>
                      <a:pt x="15212" y="5458"/>
                    </a:cubicBezTo>
                    <a:cubicBezTo>
                      <a:pt x="14939" y="5458"/>
                      <a:pt x="14660" y="5495"/>
                      <a:pt x="14382" y="5573"/>
                    </a:cubicBezTo>
                    <a:cubicBezTo>
                      <a:pt x="14668" y="5026"/>
                      <a:pt x="14823" y="4419"/>
                      <a:pt x="14823" y="3799"/>
                    </a:cubicBezTo>
                    <a:cubicBezTo>
                      <a:pt x="14823" y="1930"/>
                      <a:pt x="13453" y="335"/>
                      <a:pt x="11596" y="49"/>
                    </a:cubicBezTo>
                    <a:cubicBezTo>
                      <a:pt x="11394" y="17"/>
                      <a:pt x="11192" y="1"/>
                      <a:pt x="10993" y="1"/>
                    </a:cubicBezTo>
                    <a:close/>
                  </a:path>
                </a:pathLst>
              </a:custGeom>
              <a:solidFill>
                <a:srgbClr val="FFFFFF"/>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5" name="Google Shape;1205;p42"/>
              <p:cNvSpPr/>
              <p:nvPr/>
            </p:nvSpPr>
            <p:spPr>
              <a:xfrm>
                <a:off x="11405153" y="2668313"/>
                <a:ext cx="747817" cy="501072"/>
              </a:xfrm>
              <a:custGeom>
                <a:avLst/>
                <a:gdLst/>
                <a:ahLst/>
                <a:cxnLst/>
                <a:rect l="l" t="t" r="r" b="b"/>
                <a:pathLst>
                  <a:path w="18539" h="12422" extrusionOk="0">
                    <a:moveTo>
                      <a:pt x="7542" y="1"/>
                    </a:moveTo>
                    <a:cubicBezTo>
                      <a:pt x="7033" y="1"/>
                      <a:pt x="6514" y="101"/>
                      <a:pt x="6013" y="312"/>
                    </a:cubicBezTo>
                    <a:cubicBezTo>
                      <a:pt x="3858" y="1205"/>
                      <a:pt x="2941" y="3753"/>
                      <a:pt x="4025" y="5813"/>
                    </a:cubicBezTo>
                    <a:cubicBezTo>
                      <a:pt x="3727" y="5729"/>
                      <a:pt x="3429" y="5694"/>
                      <a:pt x="3120" y="5694"/>
                    </a:cubicBezTo>
                    <a:cubicBezTo>
                      <a:pt x="1512" y="5718"/>
                      <a:pt x="167" y="6944"/>
                      <a:pt x="24" y="8551"/>
                    </a:cubicBezTo>
                    <a:lnTo>
                      <a:pt x="0" y="8551"/>
                    </a:lnTo>
                    <a:lnTo>
                      <a:pt x="0" y="8742"/>
                    </a:lnTo>
                    <a:cubicBezTo>
                      <a:pt x="0" y="8789"/>
                      <a:pt x="0" y="8837"/>
                      <a:pt x="12" y="8908"/>
                    </a:cubicBezTo>
                    <a:cubicBezTo>
                      <a:pt x="12" y="9194"/>
                      <a:pt x="48" y="9480"/>
                      <a:pt x="131" y="9754"/>
                    </a:cubicBezTo>
                    <a:cubicBezTo>
                      <a:pt x="762" y="12397"/>
                      <a:pt x="3453" y="12421"/>
                      <a:pt x="3453" y="12421"/>
                    </a:cubicBezTo>
                    <a:lnTo>
                      <a:pt x="13407" y="12421"/>
                    </a:lnTo>
                    <a:cubicBezTo>
                      <a:pt x="13436" y="12421"/>
                      <a:pt x="13465" y="12422"/>
                      <a:pt x="13493" y="12422"/>
                    </a:cubicBezTo>
                    <a:cubicBezTo>
                      <a:pt x="16264" y="12422"/>
                      <a:pt x="18538" y="10165"/>
                      <a:pt x="18538" y="7373"/>
                    </a:cubicBezTo>
                    <a:cubicBezTo>
                      <a:pt x="18538" y="4580"/>
                      <a:pt x="16264" y="2324"/>
                      <a:pt x="13493" y="2324"/>
                    </a:cubicBezTo>
                    <a:cubicBezTo>
                      <a:pt x="13465" y="2324"/>
                      <a:pt x="13436" y="2324"/>
                      <a:pt x="13407" y="2324"/>
                    </a:cubicBezTo>
                    <a:cubicBezTo>
                      <a:pt x="12681" y="2324"/>
                      <a:pt x="11978" y="2479"/>
                      <a:pt x="11323" y="2777"/>
                    </a:cubicBezTo>
                    <a:cubicBezTo>
                      <a:pt x="10785" y="1071"/>
                      <a:pt x="9212" y="1"/>
                      <a:pt x="7542"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6" name="Google Shape;1206;p42"/>
              <p:cNvSpPr/>
              <p:nvPr/>
            </p:nvSpPr>
            <p:spPr>
              <a:xfrm>
                <a:off x="10488588" y="2962154"/>
                <a:ext cx="572806" cy="374954"/>
              </a:xfrm>
              <a:custGeom>
                <a:avLst/>
                <a:gdLst/>
                <a:ahLst/>
                <a:cxnLst/>
                <a:rect l="l" t="t" r="r" b="b"/>
                <a:pathLst>
                  <a:path w="15539" h="10171" extrusionOk="0">
                    <a:moveTo>
                      <a:pt x="6156" y="0"/>
                    </a:moveTo>
                    <a:cubicBezTo>
                      <a:pt x="5740" y="0"/>
                      <a:pt x="5316" y="81"/>
                      <a:pt x="4906" y="253"/>
                    </a:cubicBezTo>
                    <a:cubicBezTo>
                      <a:pt x="3132" y="991"/>
                      <a:pt x="2394" y="3087"/>
                      <a:pt x="3299" y="4777"/>
                    </a:cubicBezTo>
                    <a:cubicBezTo>
                      <a:pt x="3061" y="4706"/>
                      <a:pt x="2799" y="4682"/>
                      <a:pt x="2549" y="4682"/>
                    </a:cubicBezTo>
                    <a:cubicBezTo>
                      <a:pt x="1239" y="4706"/>
                      <a:pt x="144" y="5706"/>
                      <a:pt x="25" y="7016"/>
                    </a:cubicBezTo>
                    <a:lnTo>
                      <a:pt x="13" y="7016"/>
                    </a:lnTo>
                    <a:lnTo>
                      <a:pt x="13" y="7170"/>
                    </a:lnTo>
                    <a:cubicBezTo>
                      <a:pt x="13" y="7206"/>
                      <a:pt x="1" y="7242"/>
                      <a:pt x="1" y="7301"/>
                    </a:cubicBezTo>
                    <a:cubicBezTo>
                      <a:pt x="1" y="7528"/>
                      <a:pt x="37" y="7766"/>
                      <a:pt x="108" y="7992"/>
                    </a:cubicBezTo>
                    <a:cubicBezTo>
                      <a:pt x="620" y="10159"/>
                      <a:pt x="2823" y="10171"/>
                      <a:pt x="2823" y="10171"/>
                    </a:cubicBezTo>
                    <a:lnTo>
                      <a:pt x="10955" y="10171"/>
                    </a:lnTo>
                    <a:cubicBezTo>
                      <a:pt x="13586" y="10171"/>
                      <a:pt x="15538" y="7742"/>
                      <a:pt x="14991" y="5170"/>
                    </a:cubicBezTo>
                    <a:cubicBezTo>
                      <a:pt x="14561" y="3205"/>
                      <a:pt x="12819" y="1920"/>
                      <a:pt x="10949" y="1920"/>
                    </a:cubicBezTo>
                    <a:cubicBezTo>
                      <a:pt x="10384" y="1920"/>
                      <a:pt x="9808" y="2037"/>
                      <a:pt x="9252" y="2289"/>
                    </a:cubicBezTo>
                    <a:cubicBezTo>
                      <a:pt x="8822" y="882"/>
                      <a:pt x="7530" y="0"/>
                      <a:pt x="6156" y="0"/>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7" name="Google Shape;1207;p42"/>
              <p:cNvSpPr/>
              <p:nvPr/>
            </p:nvSpPr>
            <p:spPr>
              <a:xfrm>
                <a:off x="6510022" y="2212179"/>
                <a:ext cx="438257" cy="255480"/>
              </a:xfrm>
              <a:custGeom>
                <a:avLst/>
                <a:gdLst/>
                <a:ahLst/>
                <a:cxnLst/>
                <a:rect l="l" t="t" r="r" b="b"/>
                <a:pathLst>
                  <a:path w="13955" h="8135" extrusionOk="0">
                    <a:moveTo>
                      <a:pt x="9886" y="1"/>
                    </a:moveTo>
                    <a:cubicBezTo>
                      <a:pt x="9857" y="1"/>
                      <a:pt x="9828" y="1"/>
                      <a:pt x="9799" y="2"/>
                    </a:cubicBezTo>
                    <a:cubicBezTo>
                      <a:pt x="7739" y="2"/>
                      <a:pt x="6001" y="1550"/>
                      <a:pt x="5763" y="3597"/>
                    </a:cubicBezTo>
                    <a:cubicBezTo>
                      <a:pt x="5190" y="2831"/>
                      <a:pt x="4341" y="2461"/>
                      <a:pt x="3497" y="2461"/>
                    </a:cubicBezTo>
                    <a:cubicBezTo>
                      <a:pt x="2479" y="2461"/>
                      <a:pt x="1467" y="2998"/>
                      <a:pt x="953" y="4026"/>
                    </a:cubicBezTo>
                    <a:cubicBezTo>
                      <a:pt x="0" y="5919"/>
                      <a:pt x="1381" y="8134"/>
                      <a:pt x="3489" y="8134"/>
                    </a:cubicBezTo>
                    <a:lnTo>
                      <a:pt x="9799" y="8134"/>
                    </a:lnTo>
                    <a:cubicBezTo>
                      <a:pt x="9828" y="8134"/>
                      <a:pt x="9857" y="8135"/>
                      <a:pt x="9886" y="8135"/>
                    </a:cubicBezTo>
                    <a:cubicBezTo>
                      <a:pt x="12132" y="8135"/>
                      <a:pt x="13954" y="6319"/>
                      <a:pt x="13954" y="4062"/>
                    </a:cubicBezTo>
                    <a:cubicBezTo>
                      <a:pt x="13954" y="1817"/>
                      <a:pt x="12132" y="1"/>
                      <a:pt x="9886" y="1"/>
                    </a:cubicBezTo>
                    <a:close/>
                  </a:path>
                </a:pathLst>
              </a:custGeom>
              <a:solidFill>
                <a:srgbClr val="FFFFFF"/>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8" name="Google Shape;1208;p42"/>
              <p:cNvSpPr/>
              <p:nvPr/>
            </p:nvSpPr>
            <p:spPr>
              <a:xfrm>
                <a:off x="8719867" y="2987513"/>
                <a:ext cx="385905" cy="229225"/>
              </a:xfrm>
              <a:custGeom>
                <a:avLst/>
                <a:gdLst/>
                <a:ahLst/>
                <a:cxnLst/>
                <a:rect l="l" t="t" r="r" b="b"/>
                <a:pathLst>
                  <a:path w="12288" h="7299" extrusionOk="0">
                    <a:moveTo>
                      <a:pt x="8787" y="0"/>
                    </a:moveTo>
                    <a:cubicBezTo>
                      <a:pt x="6930" y="0"/>
                      <a:pt x="5382" y="1393"/>
                      <a:pt x="5167" y="3227"/>
                    </a:cubicBezTo>
                    <a:cubicBezTo>
                      <a:pt x="4650" y="2542"/>
                      <a:pt x="3891" y="2211"/>
                      <a:pt x="3135" y="2211"/>
                    </a:cubicBezTo>
                    <a:cubicBezTo>
                      <a:pt x="2222" y="2211"/>
                      <a:pt x="1315" y="2694"/>
                      <a:pt x="846" y="3620"/>
                    </a:cubicBezTo>
                    <a:cubicBezTo>
                      <a:pt x="0" y="5310"/>
                      <a:pt x="1238" y="7299"/>
                      <a:pt x="3132" y="7299"/>
                    </a:cubicBezTo>
                    <a:lnTo>
                      <a:pt x="8787" y="7299"/>
                    </a:lnTo>
                    <a:cubicBezTo>
                      <a:pt x="10740" y="7215"/>
                      <a:pt x="12287" y="5608"/>
                      <a:pt x="12287" y="3655"/>
                    </a:cubicBezTo>
                    <a:cubicBezTo>
                      <a:pt x="12287" y="1691"/>
                      <a:pt x="10740" y="84"/>
                      <a:pt x="8787" y="12"/>
                    </a:cubicBezTo>
                    <a:lnTo>
                      <a:pt x="8787"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09" name="Google Shape;1209;p42"/>
              <p:cNvSpPr/>
              <p:nvPr/>
            </p:nvSpPr>
            <p:spPr>
              <a:xfrm>
                <a:off x="7855350" y="4033920"/>
                <a:ext cx="305162" cy="441272"/>
              </a:xfrm>
              <a:custGeom>
                <a:avLst/>
                <a:gdLst/>
                <a:ahLst/>
                <a:cxnLst/>
                <a:rect l="l" t="t" r="r" b="b"/>
                <a:pathLst>
                  <a:path w="9717" h="14051" extrusionOk="0">
                    <a:moveTo>
                      <a:pt x="1" y="1"/>
                    </a:moveTo>
                    <a:lnTo>
                      <a:pt x="1" y="14050"/>
                    </a:lnTo>
                    <a:lnTo>
                      <a:pt x="9716" y="14050"/>
                    </a:lnTo>
                    <a:lnTo>
                      <a:pt x="9716"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0" name="Google Shape;1210;p42"/>
              <p:cNvSpPr/>
              <p:nvPr/>
            </p:nvSpPr>
            <p:spPr>
              <a:xfrm>
                <a:off x="7059296" y="3736295"/>
                <a:ext cx="804313" cy="738897"/>
              </a:xfrm>
              <a:custGeom>
                <a:avLst/>
                <a:gdLst/>
                <a:ahLst/>
                <a:cxnLst/>
                <a:rect l="l" t="t" r="r" b="b"/>
                <a:pathLst>
                  <a:path w="25611" h="23528" extrusionOk="0">
                    <a:moveTo>
                      <a:pt x="12526" y="1"/>
                    </a:moveTo>
                    <a:lnTo>
                      <a:pt x="1" y="8573"/>
                    </a:lnTo>
                    <a:lnTo>
                      <a:pt x="1" y="23527"/>
                    </a:lnTo>
                    <a:lnTo>
                      <a:pt x="25611" y="23527"/>
                    </a:lnTo>
                    <a:lnTo>
                      <a:pt x="25611" y="8811"/>
                    </a:lnTo>
                    <a:lnTo>
                      <a:pt x="12526"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1" name="Google Shape;1211;p42"/>
              <p:cNvSpPr/>
              <p:nvPr/>
            </p:nvSpPr>
            <p:spPr>
              <a:xfrm>
                <a:off x="7905849" y="4093024"/>
                <a:ext cx="204918" cy="382167"/>
              </a:xfrm>
              <a:custGeom>
                <a:avLst/>
                <a:gdLst/>
                <a:ahLst/>
                <a:cxnLst/>
                <a:rect l="l" t="t" r="r" b="b"/>
                <a:pathLst>
                  <a:path w="6525" h="12169" extrusionOk="0">
                    <a:moveTo>
                      <a:pt x="0" y="0"/>
                    </a:moveTo>
                    <a:lnTo>
                      <a:pt x="0" y="12168"/>
                    </a:lnTo>
                    <a:lnTo>
                      <a:pt x="6525" y="12168"/>
                    </a:lnTo>
                    <a:lnTo>
                      <a:pt x="6525"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2" name="Google Shape;1212;p42"/>
              <p:cNvSpPr/>
              <p:nvPr/>
            </p:nvSpPr>
            <p:spPr>
              <a:xfrm>
                <a:off x="7910340" y="4278848"/>
                <a:ext cx="19848" cy="16927"/>
              </a:xfrm>
              <a:custGeom>
                <a:avLst/>
                <a:gdLst/>
                <a:ahLst/>
                <a:cxnLst/>
                <a:rect l="l" t="t" r="r" b="b"/>
                <a:pathLst>
                  <a:path w="632" h="539" extrusionOk="0">
                    <a:moveTo>
                      <a:pt x="369" y="0"/>
                    </a:moveTo>
                    <a:cubicBezTo>
                      <a:pt x="119" y="0"/>
                      <a:pt x="0" y="286"/>
                      <a:pt x="179" y="453"/>
                    </a:cubicBezTo>
                    <a:cubicBezTo>
                      <a:pt x="234" y="512"/>
                      <a:pt x="303" y="539"/>
                      <a:pt x="370" y="539"/>
                    </a:cubicBezTo>
                    <a:cubicBezTo>
                      <a:pt x="504" y="539"/>
                      <a:pt x="631" y="433"/>
                      <a:pt x="631" y="274"/>
                    </a:cubicBezTo>
                    <a:cubicBezTo>
                      <a:pt x="631" y="120"/>
                      <a:pt x="512" y="0"/>
                      <a:pt x="369" y="0"/>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3" name="Google Shape;1213;p42"/>
              <p:cNvSpPr/>
              <p:nvPr/>
            </p:nvSpPr>
            <p:spPr>
              <a:xfrm>
                <a:off x="7059673" y="3705172"/>
                <a:ext cx="1161420" cy="338514"/>
              </a:xfrm>
              <a:custGeom>
                <a:avLst/>
                <a:gdLst/>
                <a:ahLst/>
                <a:cxnLst/>
                <a:rect l="l" t="t" r="r" b="b"/>
                <a:pathLst>
                  <a:path w="36982" h="10779" extrusionOk="0">
                    <a:moveTo>
                      <a:pt x="12682" y="0"/>
                    </a:moveTo>
                    <a:cubicBezTo>
                      <a:pt x="12469" y="0"/>
                      <a:pt x="12258" y="69"/>
                      <a:pt x="12085" y="206"/>
                    </a:cubicBezTo>
                    <a:lnTo>
                      <a:pt x="6775" y="4373"/>
                    </a:lnTo>
                    <a:lnTo>
                      <a:pt x="2382" y="4373"/>
                    </a:lnTo>
                    <a:lnTo>
                      <a:pt x="0" y="7421"/>
                    </a:lnTo>
                    <a:lnTo>
                      <a:pt x="0" y="8909"/>
                    </a:lnTo>
                    <a:lnTo>
                      <a:pt x="0" y="10517"/>
                    </a:lnTo>
                    <a:lnTo>
                      <a:pt x="1798" y="10517"/>
                    </a:lnTo>
                    <a:cubicBezTo>
                      <a:pt x="1813" y="10517"/>
                      <a:pt x="1827" y="10518"/>
                      <a:pt x="1841" y="10518"/>
                    </a:cubicBezTo>
                    <a:cubicBezTo>
                      <a:pt x="2052" y="10518"/>
                      <a:pt x="2249" y="10437"/>
                      <a:pt x="2405" y="10314"/>
                    </a:cubicBezTo>
                    <a:lnTo>
                      <a:pt x="12704" y="2218"/>
                    </a:lnTo>
                    <a:lnTo>
                      <a:pt x="23491" y="10564"/>
                    </a:lnTo>
                    <a:cubicBezTo>
                      <a:pt x="23658" y="10695"/>
                      <a:pt x="23872" y="10767"/>
                      <a:pt x="24087" y="10767"/>
                    </a:cubicBezTo>
                    <a:lnTo>
                      <a:pt x="26575" y="10767"/>
                    </a:lnTo>
                    <a:cubicBezTo>
                      <a:pt x="26635" y="10767"/>
                      <a:pt x="26694" y="10755"/>
                      <a:pt x="26766" y="10743"/>
                    </a:cubicBezTo>
                    <a:lnTo>
                      <a:pt x="27385" y="10743"/>
                    </a:lnTo>
                    <a:lnTo>
                      <a:pt x="27397" y="10778"/>
                    </a:lnTo>
                    <a:lnTo>
                      <a:pt x="36981" y="10778"/>
                    </a:lnTo>
                    <a:lnTo>
                      <a:pt x="33445" y="5706"/>
                    </a:lnTo>
                    <a:lnTo>
                      <a:pt x="24551" y="5706"/>
                    </a:lnTo>
                    <a:lnTo>
                      <a:pt x="23849" y="4813"/>
                    </a:lnTo>
                    <a:lnTo>
                      <a:pt x="19241" y="4813"/>
                    </a:lnTo>
                    <a:lnTo>
                      <a:pt x="13288" y="206"/>
                    </a:lnTo>
                    <a:cubicBezTo>
                      <a:pt x="13109" y="69"/>
                      <a:pt x="12895" y="0"/>
                      <a:pt x="12682"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4" name="Google Shape;1214;p42"/>
              <p:cNvSpPr/>
              <p:nvPr/>
            </p:nvSpPr>
            <p:spPr>
              <a:xfrm>
                <a:off x="7201749" y="4084042"/>
                <a:ext cx="195590" cy="210539"/>
              </a:xfrm>
              <a:custGeom>
                <a:avLst/>
                <a:gdLst/>
                <a:ahLst/>
                <a:cxnLst/>
                <a:rect l="l" t="t" r="r" b="b"/>
                <a:pathLst>
                  <a:path w="6228" h="6704" extrusionOk="0">
                    <a:moveTo>
                      <a:pt x="1" y="0"/>
                    </a:moveTo>
                    <a:lnTo>
                      <a:pt x="1" y="6704"/>
                    </a:lnTo>
                    <a:lnTo>
                      <a:pt x="6228" y="6704"/>
                    </a:lnTo>
                    <a:lnTo>
                      <a:pt x="6228"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5" name="Google Shape;1215;p42"/>
              <p:cNvSpPr/>
              <p:nvPr/>
            </p:nvSpPr>
            <p:spPr>
              <a:xfrm>
                <a:off x="7225679" y="4105335"/>
                <a:ext cx="147729" cy="167546"/>
              </a:xfrm>
              <a:custGeom>
                <a:avLst/>
                <a:gdLst/>
                <a:ahLst/>
                <a:cxnLst/>
                <a:rect l="l" t="t" r="r" b="b"/>
                <a:pathLst>
                  <a:path w="4704" h="5335" extrusionOk="0">
                    <a:moveTo>
                      <a:pt x="1" y="1"/>
                    </a:moveTo>
                    <a:lnTo>
                      <a:pt x="1" y="5335"/>
                    </a:lnTo>
                    <a:lnTo>
                      <a:pt x="4704" y="5335"/>
                    </a:lnTo>
                    <a:lnTo>
                      <a:pt x="4704" y="1"/>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6" name="Google Shape;1216;p42"/>
              <p:cNvSpPr/>
              <p:nvPr/>
            </p:nvSpPr>
            <p:spPr>
              <a:xfrm>
                <a:off x="7297094" y="4105335"/>
                <a:ext cx="4899" cy="167546"/>
              </a:xfrm>
              <a:custGeom>
                <a:avLst/>
                <a:gdLst/>
                <a:ahLst/>
                <a:cxnLst/>
                <a:rect l="l" t="t" r="r" b="b"/>
                <a:pathLst>
                  <a:path w="156" h="5335" extrusionOk="0">
                    <a:moveTo>
                      <a:pt x="1" y="1"/>
                    </a:moveTo>
                    <a:lnTo>
                      <a:pt x="1" y="5335"/>
                    </a:lnTo>
                    <a:lnTo>
                      <a:pt x="156" y="5335"/>
                    </a:lnTo>
                    <a:lnTo>
                      <a:pt x="156"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7" name="Google Shape;1217;p42"/>
              <p:cNvSpPr/>
              <p:nvPr/>
            </p:nvSpPr>
            <p:spPr>
              <a:xfrm>
                <a:off x="7225679" y="4217137"/>
                <a:ext cx="147729" cy="4522"/>
              </a:xfrm>
              <a:custGeom>
                <a:avLst/>
                <a:gdLst/>
                <a:ahLst/>
                <a:cxnLst/>
                <a:rect l="l" t="t" r="r" b="b"/>
                <a:pathLst>
                  <a:path w="4704" h="144" extrusionOk="0">
                    <a:moveTo>
                      <a:pt x="1" y="1"/>
                    </a:moveTo>
                    <a:lnTo>
                      <a:pt x="1" y="144"/>
                    </a:lnTo>
                    <a:lnTo>
                      <a:pt x="4704" y="144"/>
                    </a:lnTo>
                    <a:lnTo>
                      <a:pt x="4704"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8" name="Google Shape;1218;p42"/>
              <p:cNvSpPr/>
              <p:nvPr/>
            </p:nvSpPr>
            <p:spPr>
              <a:xfrm>
                <a:off x="7201749" y="4294550"/>
                <a:ext cx="194837" cy="176151"/>
              </a:xfrm>
              <a:custGeom>
                <a:avLst/>
                <a:gdLst/>
                <a:ahLst/>
                <a:cxnLst/>
                <a:rect l="l" t="t" r="r" b="b"/>
                <a:pathLst>
                  <a:path w="6204" h="5609" extrusionOk="0">
                    <a:moveTo>
                      <a:pt x="1" y="1"/>
                    </a:moveTo>
                    <a:lnTo>
                      <a:pt x="1" y="5608"/>
                    </a:lnTo>
                    <a:lnTo>
                      <a:pt x="6204" y="5608"/>
                    </a:lnTo>
                    <a:lnTo>
                      <a:pt x="6204"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19" name="Google Shape;1219;p42"/>
              <p:cNvSpPr/>
              <p:nvPr/>
            </p:nvSpPr>
            <p:spPr>
              <a:xfrm>
                <a:off x="7530434" y="4084042"/>
                <a:ext cx="195590" cy="210539"/>
              </a:xfrm>
              <a:custGeom>
                <a:avLst/>
                <a:gdLst/>
                <a:ahLst/>
                <a:cxnLst/>
                <a:rect l="l" t="t" r="r" b="b"/>
                <a:pathLst>
                  <a:path w="6228" h="6704" extrusionOk="0">
                    <a:moveTo>
                      <a:pt x="0" y="0"/>
                    </a:moveTo>
                    <a:lnTo>
                      <a:pt x="0" y="6704"/>
                    </a:lnTo>
                    <a:lnTo>
                      <a:pt x="6227" y="6704"/>
                    </a:lnTo>
                    <a:lnTo>
                      <a:pt x="622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0" name="Google Shape;1220;p42"/>
              <p:cNvSpPr/>
              <p:nvPr/>
            </p:nvSpPr>
            <p:spPr>
              <a:xfrm>
                <a:off x="7554364" y="4105335"/>
                <a:ext cx="147729" cy="167546"/>
              </a:xfrm>
              <a:custGeom>
                <a:avLst/>
                <a:gdLst/>
                <a:ahLst/>
                <a:cxnLst/>
                <a:rect l="l" t="t" r="r" b="b"/>
                <a:pathLst>
                  <a:path w="4704" h="5335" extrusionOk="0">
                    <a:moveTo>
                      <a:pt x="0" y="1"/>
                    </a:moveTo>
                    <a:lnTo>
                      <a:pt x="0" y="5335"/>
                    </a:lnTo>
                    <a:lnTo>
                      <a:pt x="4703" y="5335"/>
                    </a:lnTo>
                    <a:lnTo>
                      <a:pt x="4703" y="1"/>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1" name="Google Shape;1221;p42"/>
              <p:cNvSpPr/>
              <p:nvPr/>
            </p:nvSpPr>
            <p:spPr>
              <a:xfrm>
                <a:off x="7625402" y="4105335"/>
                <a:ext cx="5276" cy="167546"/>
              </a:xfrm>
              <a:custGeom>
                <a:avLst/>
                <a:gdLst/>
                <a:ahLst/>
                <a:cxnLst/>
                <a:rect l="l" t="t" r="r" b="b"/>
                <a:pathLst>
                  <a:path w="168" h="5335" extrusionOk="0">
                    <a:moveTo>
                      <a:pt x="1" y="1"/>
                    </a:moveTo>
                    <a:lnTo>
                      <a:pt x="1" y="5335"/>
                    </a:lnTo>
                    <a:lnTo>
                      <a:pt x="167" y="5335"/>
                    </a:lnTo>
                    <a:lnTo>
                      <a:pt x="16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2" name="Google Shape;1222;p42"/>
              <p:cNvSpPr/>
              <p:nvPr/>
            </p:nvSpPr>
            <p:spPr>
              <a:xfrm>
                <a:off x="7554364" y="4217137"/>
                <a:ext cx="147729" cy="4522"/>
              </a:xfrm>
              <a:custGeom>
                <a:avLst/>
                <a:gdLst/>
                <a:ahLst/>
                <a:cxnLst/>
                <a:rect l="l" t="t" r="r" b="b"/>
                <a:pathLst>
                  <a:path w="4704" h="144" extrusionOk="0">
                    <a:moveTo>
                      <a:pt x="0" y="1"/>
                    </a:moveTo>
                    <a:lnTo>
                      <a:pt x="0" y="144"/>
                    </a:lnTo>
                    <a:lnTo>
                      <a:pt x="4703" y="144"/>
                    </a:lnTo>
                    <a:lnTo>
                      <a:pt x="47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3" name="Google Shape;1223;p42"/>
              <p:cNvSpPr/>
              <p:nvPr/>
            </p:nvSpPr>
            <p:spPr>
              <a:xfrm>
                <a:off x="7530810" y="4294550"/>
                <a:ext cx="194837" cy="182494"/>
              </a:xfrm>
              <a:custGeom>
                <a:avLst/>
                <a:gdLst/>
                <a:ahLst/>
                <a:cxnLst/>
                <a:rect l="l" t="t" r="r" b="b"/>
                <a:pathLst>
                  <a:path w="6204" h="5811" extrusionOk="0">
                    <a:moveTo>
                      <a:pt x="0" y="1"/>
                    </a:moveTo>
                    <a:lnTo>
                      <a:pt x="0" y="5811"/>
                    </a:lnTo>
                    <a:lnTo>
                      <a:pt x="6203" y="5811"/>
                    </a:lnTo>
                    <a:lnTo>
                      <a:pt x="62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4" name="Google Shape;1224;p42"/>
              <p:cNvSpPr/>
              <p:nvPr/>
            </p:nvSpPr>
            <p:spPr>
              <a:xfrm>
                <a:off x="7381228" y="3871650"/>
                <a:ext cx="158941" cy="125306"/>
              </a:xfrm>
              <a:custGeom>
                <a:avLst/>
                <a:gdLst/>
                <a:ahLst/>
                <a:cxnLst/>
                <a:rect l="l" t="t" r="r" b="b"/>
                <a:pathLst>
                  <a:path w="5061" h="3990" extrusionOk="0">
                    <a:moveTo>
                      <a:pt x="2573" y="1"/>
                    </a:moveTo>
                    <a:lnTo>
                      <a:pt x="1" y="1977"/>
                    </a:lnTo>
                    <a:lnTo>
                      <a:pt x="1" y="3989"/>
                    </a:lnTo>
                    <a:lnTo>
                      <a:pt x="5061" y="3989"/>
                    </a:lnTo>
                    <a:lnTo>
                      <a:pt x="5061" y="1917"/>
                    </a:lnTo>
                    <a:lnTo>
                      <a:pt x="257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5" name="Google Shape;1225;p42"/>
              <p:cNvSpPr/>
              <p:nvPr/>
            </p:nvSpPr>
            <p:spPr>
              <a:xfrm>
                <a:off x="6624054" y="2948092"/>
                <a:ext cx="435650" cy="1527476"/>
              </a:xfrm>
              <a:custGeom>
                <a:avLst/>
                <a:gdLst/>
                <a:ahLst/>
                <a:cxnLst/>
                <a:rect l="l" t="t" r="r" b="b"/>
                <a:pathLst>
                  <a:path w="13872" h="48638" extrusionOk="0">
                    <a:moveTo>
                      <a:pt x="7049" y="0"/>
                    </a:moveTo>
                    <a:lnTo>
                      <a:pt x="1" y="5715"/>
                    </a:lnTo>
                    <a:lnTo>
                      <a:pt x="1" y="48637"/>
                    </a:lnTo>
                    <a:lnTo>
                      <a:pt x="13871" y="48637"/>
                    </a:lnTo>
                    <a:lnTo>
                      <a:pt x="13871" y="5715"/>
                    </a:lnTo>
                    <a:lnTo>
                      <a:pt x="7049" y="0"/>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6" name="Google Shape;1226;p42"/>
              <p:cNvSpPr/>
              <p:nvPr/>
            </p:nvSpPr>
            <p:spPr>
              <a:xfrm>
                <a:off x="6821874" y="3059517"/>
                <a:ext cx="42271" cy="63595"/>
              </a:xfrm>
              <a:custGeom>
                <a:avLst/>
                <a:gdLst/>
                <a:ahLst/>
                <a:cxnLst/>
                <a:rect l="l" t="t" r="r" b="b"/>
                <a:pathLst>
                  <a:path w="1346" h="2025" extrusionOk="0">
                    <a:moveTo>
                      <a:pt x="0" y="0"/>
                    </a:moveTo>
                    <a:lnTo>
                      <a:pt x="0" y="2024"/>
                    </a:lnTo>
                    <a:lnTo>
                      <a:pt x="1345" y="2024"/>
                    </a:lnTo>
                    <a:lnTo>
                      <a:pt x="1345"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7" name="Google Shape;1227;p42"/>
              <p:cNvSpPr/>
              <p:nvPr/>
            </p:nvSpPr>
            <p:spPr>
              <a:xfrm>
                <a:off x="6757556" y="3187398"/>
                <a:ext cx="168645" cy="337667"/>
              </a:xfrm>
              <a:custGeom>
                <a:avLst/>
                <a:gdLst/>
                <a:ahLst/>
                <a:cxnLst/>
                <a:rect l="l" t="t" r="r" b="b"/>
                <a:pathLst>
                  <a:path w="5370" h="10752" extrusionOk="0">
                    <a:moveTo>
                      <a:pt x="0" y="0"/>
                    </a:moveTo>
                    <a:lnTo>
                      <a:pt x="0" y="10752"/>
                    </a:lnTo>
                    <a:lnTo>
                      <a:pt x="5370" y="10752"/>
                    </a:lnTo>
                    <a:lnTo>
                      <a:pt x="5370"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8" name="Google Shape;1228;p42"/>
              <p:cNvSpPr/>
              <p:nvPr/>
            </p:nvSpPr>
            <p:spPr>
              <a:xfrm>
                <a:off x="6757556" y="3433048"/>
                <a:ext cx="168645" cy="7506"/>
              </a:xfrm>
              <a:custGeom>
                <a:avLst/>
                <a:gdLst/>
                <a:ahLst/>
                <a:cxnLst/>
                <a:rect l="l" t="t" r="r" b="b"/>
                <a:pathLst>
                  <a:path w="5370" h="239" extrusionOk="0">
                    <a:moveTo>
                      <a:pt x="0" y="1"/>
                    </a:moveTo>
                    <a:lnTo>
                      <a:pt x="0" y="239"/>
                    </a:lnTo>
                    <a:lnTo>
                      <a:pt x="5370" y="239"/>
                    </a:lnTo>
                    <a:lnTo>
                      <a:pt x="5370"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29" name="Google Shape;1229;p42"/>
              <p:cNvSpPr/>
              <p:nvPr/>
            </p:nvSpPr>
            <p:spPr>
              <a:xfrm>
                <a:off x="6837953" y="3187398"/>
                <a:ext cx="7883" cy="249419"/>
              </a:xfrm>
              <a:custGeom>
                <a:avLst/>
                <a:gdLst/>
                <a:ahLst/>
                <a:cxnLst/>
                <a:rect l="l" t="t" r="r" b="b"/>
                <a:pathLst>
                  <a:path w="251" h="7942" extrusionOk="0">
                    <a:moveTo>
                      <a:pt x="0" y="0"/>
                    </a:moveTo>
                    <a:lnTo>
                      <a:pt x="0" y="7942"/>
                    </a:lnTo>
                    <a:lnTo>
                      <a:pt x="250" y="7942"/>
                    </a:lnTo>
                    <a:lnTo>
                      <a:pt x="250"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0" name="Google Shape;1230;p42"/>
              <p:cNvSpPr/>
              <p:nvPr/>
            </p:nvSpPr>
            <p:spPr>
              <a:xfrm>
                <a:off x="6724644" y="3525033"/>
                <a:ext cx="228880" cy="20602"/>
              </a:xfrm>
              <a:custGeom>
                <a:avLst/>
                <a:gdLst/>
                <a:ahLst/>
                <a:cxnLst/>
                <a:rect l="l" t="t" r="r" b="b"/>
                <a:pathLst>
                  <a:path w="7288" h="656" extrusionOk="0">
                    <a:moveTo>
                      <a:pt x="0" y="1"/>
                    </a:moveTo>
                    <a:lnTo>
                      <a:pt x="0" y="655"/>
                    </a:lnTo>
                    <a:lnTo>
                      <a:pt x="7287" y="655"/>
                    </a:lnTo>
                    <a:lnTo>
                      <a:pt x="728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1" name="Google Shape;1231;p42"/>
              <p:cNvSpPr/>
              <p:nvPr/>
            </p:nvSpPr>
            <p:spPr>
              <a:xfrm>
                <a:off x="6757556" y="3618872"/>
                <a:ext cx="168645" cy="337698"/>
              </a:xfrm>
              <a:custGeom>
                <a:avLst/>
                <a:gdLst/>
                <a:ahLst/>
                <a:cxnLst/>
                <a:rect l="l" t="t" r="r" b="b"/>
                <a:pathLst>
                  <a:path w="5370" h="10753" extrusionOk="0">
                    <a:moveTo>
                      <a:pt x="0" y="1"/>
                    </a:moveTo>
                    <a:lnTo>
                      <a:pt x="0" y="10752"/>
                    </a:lnTo>
                    <a:lnTo>
                      <a:pt x="5370" y="10752"/>
                    </a:lnTo>
                    <a:lnTo>
                      <a:pt x="5370"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2" name="Google Shape;1232;p42"/>
              <p:cNvSpPr/>
              <p:nvPr/>
            </p:nvSpPr>
            <p:spPr>
              <a:xfrm>
                <a:off x="6757556" y="3864553"/>
                <a:ext cx="168645" cy="7506"/>
              </a:xfrm>
              <a:custGeom>
                <a:avLst/>
                <a:gdLst/>
                <a:ahLst/>
                <a:cxnLst/>
                <a:rect l="l" t="t" r="r" b="b"/>
                <a:pathLst>
                  <a:path w="5370" h="239" extrusionOk="0">
                    <a:moveTo>
                      <a:pt x="0" y="0"/>
                    </a:moveTo>
                    <a:lnTo>
                      <a:pt x="0" y="238"/>
                    </a:lnTo>
                    <a:lnTo>
                      <a:pt x="5370" y="238"/>
                    </a:lnTo>
                    <a:lnTo>
                      <a:pt x="5370"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3" name="Google Shape;1233;p42"/>
              <p:cNvSpPr/>
              <p:nvPr/>
            </p:nvSpPr>
            <p:spPr>
              <a:xfrm>
                <a:off x="6837953" y="3618872"/>
                <a:ext cx="7883" cy="249450"/>
              </a:xfrm>
              <a:custGeom>
                <a:avLst/>
                <a:gdLst/>
                <a:ahLst/>
                <a:cxnLst/>
                <a:rect l="l" t="t" r="r" b="b"/>
                <a:pathLst>
                  <a:path w="251" h="7943" extrusionOk="0">
                    <a:moveTo>
                      <a:pt x="0" y="1"/>
                    </a:moveTo>
                    <a:lnTo>
                      <a:pt x="0" y="7942"/>
                    </a:lnTo>
                    <a:lnTo>
                      <a:pt x="250" y="7942"/>
                    </a:lnTo>
                    <a:lnTo>
                      <a:pt x="250"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4" name="Google Shape;1234;p42"/>
              <p:cNvSpPr/>
              <p:nvPr/>
            </p:nvSpPr>
            <p:spPr>
              <a:xfrm>
                <a:off x="6724644" y="3956538"/>
                <a:ext cx="228880" cy="20602"/>
              </a:xfrm>
              <a:custGeom>
                <a:avLst/>
                <a:gdLst/>
                <a:ahLst/>
                <a:cxnLst/>
                <a:rect l="l" t="t" r="r" b="b"/>
                <a:pathLst>
                  <a:path w="7288" h="656" extrusionOk="0">
                    <a:moveTo>
                      <a:pt x="0" y="0"/>
                    </a:moveTo>
                    <a:lnTo>
                      <a:pt x="0" y="655"/>
                    </a:lnTo>
                    <a:lnTo>
                      <a:pt x="7287" y="655"/>
                    </a:lnTo>
                    <a:lnTo>
                      <a:pt x="7287" y="0"/>
                    </a:lnTo>
                    <a:close/>
                  </a:path>
                </a:pathLst>
              </a:custGeom>
              <a:solidFill>
                <a:srgbClr val="78020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5" name="Google Shape;1235;p42"/>
              <p:cNvSpPr/>
              <p:nvPr/>
            </p:nvSpPr>
            <p:spPr>
              <a:xfrm>
                <a:off x="6730988" y="4067209"/>
                <a:ext cx="228880" cy="408359"/>
              </a:xfrm>
              <a:custGeom>
                <a:avLst/>
                <a:gdLst/>
                <a:ahLst/>
                <a:cxnLst/>
                <a:rect l="l" t="t" r="r" b="b"/>
                <a:pathLst>
                  <a:path w="7288" h="13003" extrusionOk="0">
                    <a:moveTo>
                      <a:pt x="3644" y="1"/>
                    </a:moveTo>
                    <a:cubicBezTo>
                      <a:pt x="1632" y="1"/>
                      <a:pt x="1" y="1632"/>
                      <a:pt x="1" y="3644"/>
                    </a:cubicBezTo>
                    <a:lnTo>
                      <a:pt x="1" y="13002"/>
                    </a:lnTo>
                    <a:lnTo>
                      <a:pt x="7287" y="13002"/>
                    </a:lnTo>
                    <a:lnTo>
                      <a:pt x="7287" y="3644"/>
                    </a:lnTo>
                    <a:cubicBezTo>
                      <a:pt x="7287" y="1632"/>
                      <a:pt x="5656" y="1"/>
                      <a:pt x="3644" y="1"/>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6" name="Google Shape;1236;p42"/>
              <p:cNvSpPr/>
              <p:nvPr/>
            </p:nvSpPr>
            <p:spPr>
              <a:xfrm>
                <a:off x="6750804" y="4088156"/>
                <a:ext cx="189247" cy="387035"/>
              </a:xfrm>
              <a:custGeom>
                <a:avLst/>
                <a:gdLst/>
                <a:ahLst/>
                <a:cxnLst/>
                <a:rect l="l" t="t" r="r" b="b"/>
                <a:pathLst>
                  <a:path w="6026" h="12324" extrusionOk="0">
                    <a:moveTo>
                      <a:pt x="3013" y="0"/>
                    </a:moveTo>
                    <a:cubicBezTo>
                      <a:pt x="1370" y="0"/>
                      <a:pt x="25" y="1405"/>
                      <a:pt x="1" y="3144"/>
                    </a:cubicBezTo>
                    <a:lnTo>
                      <a:pt x="1" y="12323"/>
                    </a:lnTo>
                    <a:lnTo>
                      <a:pt x="6025" y="12323"/>
                    </a:lnTo>
                    <a:lnTo>
                      <a:pt x="6025" y="3144"/>
                    </a:lnTo>
                    <a:cubicBezTo>
                      <a:pt x="6002" y="1405"/>
                      <a:pt x="4656" y="0"/>
                      <a:pt x="3013" y="0"/>
                    </a:cubicBez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7" name="Google Shape;1237;p42"/>
              <p:cNvSpPr/>
              <p:nvPr/>
            </p:nvSpPr>
            <p:spPr>
              <a:xfrm>
                <a:off x="6756803" y="4291943"/>
                <a:ext cx="17964" cy="17587"/>
              </a:xfrm>
              <a:custGeom>
                <a:avLst/>
                <a:gdLst/>
                <a:ahLst/>
                <a:cxnLst/>
                <a:rect l="l" t="t" r="r" b="b"/>
                <a:pathLst>
                  <a:path w="572" h="560" extrusionOk="0">
                    <a:moveTo>
                      <a:pt x="286" y="0"/>
                    </a:moveTo>
                    <a:cubicBezTo>
                      <a:pt x="131" y="0"/>
                      <a:pt x="0" y="119"/>
                      <a:pt x="0" y="274"/>
                    </a:cubicBezTo>
                    <a:cubicBezTo>
                      <a:pt x="0" y="429"/>
                      <a:pt x="131" y="560"/>
                      <a:pt x="286" y="560"/>
                    </a:cubicBezTo>
                    <a:cubicBezTo>
                      <a:pt x="441" y="560"/>
                      <a:pt x="572" y="429"/>
                      <a:pt x="572" y="274"/>
                    </a:cubicBezTo>
                    <a:cubicBezTo>
                      <a:pt x="572" y="119"/>
                      <a:pt x="441" y="0"/>
                      <a:pt x="286" y="0"/>
                    </a:cubicBezTo>
                    <a:close/>
                  </a:path>
                </a:pathLst>
              </a:custGeom>
              <a:solidFill>
                <a:srgbClr val="F5AD9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8" name="Google Shape;1238;p42"/>
              <p:cNvSpPr/>
              <p:nvPr/>
            </p:nvSpPr>
            <p:spPr>
              <a:xfrm>
                <a:off x="6625184" y="2922563"/>
                <a:ext cx="44532" cy="217637"/>
              </a:xfrm>
              <a:custGeom>
                <a:avLst/>
                <a:gdLst/>
                <a:ahLst/>
                <a:cxnLst/>
                <a:rect l="l" t="t" r="r" b="b"/>
                <a:pathLst>
                  <a:path w="1418" h="6930" extrusionOk="0">
                    <a:moveTo>
                      <a:pt x="0" y="0"/>
                    </a:moveTo>
                    <a:lnTo>
                      <a:pt x="0" y="6930"/>
                    </a:lnTo>
                    <a:lnTo>
                      <a:pt x="1417" y="6930"/>
                    </a:lnTo>
                    <a:lnTo>
                      <a:pt x="1417"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39" name="Google Shape;1239;p42"/>
              <p:cNvSpPr/>
              <p:nvPr/>
            </p:nvSpPr>
            <p:spPr>
              <a:xfrm>
                <a:off x="6585174" y="2775019"/>
                <a:ext cx="124552" cy="112838"/>
              </a:xfrm>
              <a:custGeom>
                <a:avLst/>
                <a:gdLst/>
                <a:ahLst/>
                <a:cxnLst/>
                <a:rect l="l" t="t" r="r" b="b"/>
                <a:pathLst>
                  <a:path w="3966" h="3593" extrusionOk="0">
                    <a:moveTo>
                      <a:pt x="1966" y="0"/>
                    </a:moveTo>
                    <a:cubicBezTo>
                      <a:pt x="1165" y="0"/>
                      <a:pt x="439" y="543"/>
                      <a:pt x="239" y="1356"/>
                    </a:cubicBezTo>
                    <a:cubicBezTo>
                      <a:pt x="0" y="2320"/>
                      <a:pt x="584" y="3297"/>
                      <a:pt x="1548" y="3535"/>
                    </a:cubicBezTo>
                    <a:cubicBezTo>
                      <a:pt x="1697" y="3574"/>
                      <a:pt x="1847" y="3593"/>
                      <a:pt x="1995" y="3593"/>
                    </a:cubicBezTo>
                    <a:cubicBezTo>
                      <a:pt x="2789" y="3593"/>
                      <a:pt x="3516" y="3050"/>
                      <a:pt x="3727" y="2237"/>
                    </a:cubicBezTo>
                    <a:cubicBezTo>
                      <a:pt x="3965" y="1273"/>
                      <a:pt x="3382" y="296"/>
                      <a:pt x="2417" y="58"/>
                    </a:cubicBezTo>
                    <a:cubicBezTo>
                      <a:pt x="2266" y="19"/>
                      <a:pt x="2115" y="0"/>
                      <a:pt x="1966" y="0"/>
                    </a:cubicBez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0" name="Google Shape;1240;p42"/>
              <p:cNvSpPr/>
              <p:nvPr/>
            </p:nvSpPr>
            <p:spPr>
              <a:xfrm>
                <a:off x="6594156" y="2722981"/>
                <a:ext cx="93116" cy="79486"/>
              </a:xfrm>
              <a:custGeom>
                <a:avLst/>
                <a:gdLst/>
                <a:ahLst/>
                <a:cxnLst/>
                <a:rect l="l" t="t" r="r" b="b"/>
                <a:pathLst>
                  <a:path w="2965" h="2531" extrusionOk="0">
                    <a:moveTo>
                      <a:pt x="1691" y="1"/>
                    </a:moveTo>
                    <a:cubicBezTo>
                      <a:pt x="572" y="1"/>
                      <a:pt x="0" y="1358"/>
                      <a:pt x="798" y="2156"/>
                    </a:cubicBezTo>
                    <a:cubicBezTo>
                      <a:pt x="1057" y="2414"/>
                      <a:pt x="1375" y="2530"/>
                      <a:pt x="1688" y="2530"/>
                    </a:cubicBezTo>
                    <a:cubicBezTo>
                      <a:pt x="2340" y="2530"/>
                      <a:pt x="2965" y="2027"/>
                      <a:pt x="2965" y="1263"/>
                    </a:cubicBezTo>
                    <a:cubicBezTo>
                      <a:pt x="2953" y="560"/>
                      <a:pt x="2393" y="1"/>
                      <a:pt x="1691" y="1"/>
                    </a:cubicBez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1" name="Google Shape;1241;p42"/>
              <p:cNvSpPr/>
              <p:nvPr/>
            </p:nvSpPr>
            <p:spPr>
              <a:xfrm>
                <a:off x="6605368" y="2636617"/>
                <a:ext cx="73299" cy="63093"/>
              </a:xfrm>
              <a:custGeom>
                <a:avLst/>
                <a:gdLst/>
                <a:ahLst/>
                <a:cxnLst/>
                <a:rect l="l" t="t" r="r" b="b"/>
                <a:pathLst>
                  <a:path w="2334" h="2009" extrusionOk="0">
                    <a:moveTo>
                      <a:pt x="1334" y="0"/>
                    </a:moveTo>
                    <a:cubicBezTo>
                      <a:pt x="441" y="0"/>
                      <a:pt x="0" y="1084"/>
                      <a:pt x="631" y="1715"/>
                    </a:cubicBezTo>
                    <a:cubicBezTo>
                      <a:pt x="835" y="1918"/>
                      <a:pt x="1083" y="2009"/>
                      <a:pt x="1327" y="2009"/>
                    </a:cubicBezTo>
                    <a:cubicBezTo>
                      <a:pt x="1841" y="2009"/>
                      <a:pt x="2334" y="1606"/>
                      <a:pt x="2334" y="1000"/>
                    </a:cubicBezTo>
                    <a:cubicBezTo>
                      <a:pt x="2334" y="453"/>
                      <a:pt x="1893" y="0"/>
                      <a:pt x="1334" y="0"/>
                    </a:cubicBez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2" name="Google Shape;1242;p42"/>
              <p:cNvSpPr/>
              <p:nvPr/>
            </p:nvSpPr>
            <p:spPr>
              <a:xfrm>
                <a:off x="6530216" y="2920833"/>
                <a:ext cx="605771" cy="278876"/>
              </a:xfrm>
              <a:custGeom>
                <a:avLst/>
                <a:gdLst/>
                <a:ahLst/>
                <a:cxnLst/>
                <a:rect l="l" t="t" r="r" b="b"/>
                <a:pathLst>
                  <a:path w="19289" h="8880" extrusionOk="0">
                    <a:moveTo>
                      <a:pt x="10034" y="0"/>
                    </a:moveTo>
                    <a:cubicBezTo>
                      <a:pt x="9845" y="0"/>
                      <a:pt x="9657" y="63"/>
                      <a:pt x="9501" y="190"/>
                    </a:cubicBezTo>
                    <a:lnTo>
                      <a:pt x="631" y="7333"/>
                    </a:lnTo>
                    <a:cubicBezTo>
                      <a:pt x="0" y="7845"/>
                      <a:pt x="357" y="8857"/>
                      <a:pt x="1167" y="8857"/>
                    </a:cubicBezTo>
                    <a:cubicBezTo>
                      <a:pt x="1357" y="8857"/>
                      <a:pt x="1548" y="8798"/>
                      <a:pt x="1703" y="8679"/>
                    </a:cubicBezTo>
                    <a:lnTo>
                      <a:pt x="10025" y="1975"/>
                    </a:lnTo>
                    <a:lnTo>
                      <a:pt x="17740" y="8655"/>
                    </a:lnTo>
                    <a:cubicBezTo>
                      <a:pt x="17907" y="8805"/>
                      <a:pt x="18117" y="8879"/>
                      <a:pt x="18326" y="8879"/>
                    </a:cubicBezTo>
                    <a:cubicBezTo>
                      <a:pt x="18567" y="8879"/>
                      <a:pt x="18807" y="8781"/>
                      <a:pt x="18979" y="8583"/>
                    </a:cubicBezTo>
                    <a:cubicBezTo>
                      <a:pt x="19288" y="8214"/>
                      <a:pt x="19241" y="7655"/>
                      <a:pt x="18860" y="7357"/>
                    </a:cubicBezTo>
                    <a:lnTo>
                      <a:pt x="10597" y="213"/>
                    </a:lnTo>
                    <a:cubicBezTo>
                      <a:pt x="10437" y="72"/>
                      <a:pt x="10236" y="0"/>
                      <a:pt x="10034"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3" name="Google Shape;1243;p42"/>
              <p:cNvSpPr/>
              <p:nvPr/>
            </p:nvSpPr>
            <p:spPr>
              <a:xfrm>
                <a:off x="8553828" y="3724330"/>
                <a:ext cx="94655" cy="164939"/>
              </a:xfrm>
              <a:custGeom>
                <a:avLst/>
                <a:gdLst/>
                <a:ahLst/>
                <a:cxnLst/>
                <a:rect l="l" t="t" r="r" b="b"/>
                <a:pathLst>
                  <a:path w="3014" h="5252" extrusionOk="0">
                    <a:moveTo>
                      <a:pt x="1" y="1"/>
                    </a:moveTo>
                    <a:lnTo>
                      <a:pt x="1" y="5251"/>
                    </a:lnTo>
                    <a:lnTo>
                      <a:pt x="3013" y="5251"/>
                    </a:lnTo>
                    <a:lnTo>
                      <a:pt x="3013"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4" name="Google Shape;1244;p42"/>
              <p:cNvSpPr/>
              <p:nvPr/>
            </p:nvSpPr>
            <p:spPr>
              <a:xfrm>
                <a:off x="8535142" y="3705644"/>
                <a:ext cx="132027" cy="202311"/>
              </a:xfrm>
              <a:custGeom>
                <a:avLst/>
                <a:gdLst/>
                <a:ahLst/>
                <a:cxnLst/>
                <a:rect l="l" t="t" r="r" b="b"/>
                <a:pathLst>
                  <a:path w="4204" h="6442" extrusionOk="0">
                    <a:moveTo>
                      <a:pt x="3608" y="596"/>
                    </a:moveTo>
                    <a:lnTo>
                      <a:pt x="3608" y="5834"/>
                    </a:lnTo>
                    <a:lnTo>
                      <a:pt x="596" y="5834"/>
                    </a:lnTo>
                    <a:lnTo>
                      <a:pt x="596" y="596"/>
                    </a:lnTo>
                    <a:close/>
                    <a:moveTo>
                      <a:pt x="0" y="0"/>
                    </a:moveTo>
                    <a:lnTo>
                      <a:pt x="0" y="6441"/>
                    </a:lnTo>
                    <a:lnTo>
                      <a:pt x="4203" y="6441"/>
                    </a:lnTo>
                    <a:lnTo>
                      <a:pt x="4203"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5" name="Google Shape;1245;p42"/>
              <p:cNvSpPr/>
              <p:nvPr/>
            </p:nvSpPr>
            <p:spPr>
              <a:xfrm>
                <a:off x="8598329" y="3724330"/>
                <a:ext cx="5653" cy="164939"/>
              </a:xfrm>
              <a:custGeom>
                <a:avLst/>
                <a:gdLst/>
                <a:ahLst/>
                <a:cxnLst/>
                <a:rect l="l" t="t" r="r" b="b"/>
                <a:pathLst>
                  <a:path w="180" h="5252" extrusionOk="0">
                    <a:moveTo>
                      <a:pt x="1" y="1"/>
                    </a:moveTo>
                    <a:lnTo>
                      <a:pt x="1" y="5251"/>
                    </a:lnTo>
                    <a:lnTo>
                      <a:pt x="179" y="5251"/>
                    </a:lnTo>
                    <a:lnTo>
                      <a:pt x="179"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6" name="Google Shape;1246;p42"/>
              <p:cNvSpPr/>
              <p:nvPr/>
            </p:nvSpPr>
            <p:spPr>
              <a:xfrm>
                <a:off x="8553828" y="3777812"/>
                <a:ext cx="94655" cy="5621"/>
              </a:xfrm>
              <a:custGeom>
                <a:avLst/>
                <a:gdLst/>
                <a:ahLst/>
                <a:cxnLst/>
                <a:rect l="l" t="t" r="r" b="b"/>
                <a:pathLst>
                  <a:path w="3014" h="179" extrusionOk="0">
                    <a:moveTo>
                      <a:pt x="1" y="0"/>
                    </a:moveTo>
                    <a:lnTo>
                      <a:pt x="1" y="179"/>
                    </a:lnTo>
                    <a:lnTo>
                      <a:pt x="3013" y="179"/>
                    </a:lnTo>
                    <a:lnTo>
                      <a:pt x="3013"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7" name="Google Shape;1247;p42"/>
              <p:cNvSpPr/>
              <p:nvPr/>
            </p:nvSpPr>
            <p:spPr>
              <a:xfrm>
                <a:off x="8771088" y="4107219"/>
                <a:ext cx="197443" cy="213177"/>
              </a:xfrm>
              <a:custGeom>
                <a:avLst/>
                <a:gdLst/>
                <a:ahLst/>
                <a:cxnLst/>
                <a:rect l="l" t="t" r="r" b="b"/>
                <a:pathLst>
                  <a:path w="6287" h="6788" extrusionOk="0">
                    <a:moveTo>
                      <a:pt x="0" y="1"/>
                    </a:moveTo>
                    <a:lnTo>
                      <a:pt x="0" y="6787"/>
                    </a:lnTo>
                    <a:lnTo>
                      <a:pt x="6287" y="6787"/>
                    </a:lnTo>
                    <a:lnTo>
                      <a:pt x="6287"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8" name="Google Shape;1248;p42"/>
              <p:cNvSpPr/>
              <p:nvPr/>
            </p:nvSpPr>
            <p:spPr>
              <a:xfrm>
                <a:off x="8752402" y="4088533"/>
                <a:ext cx="234847" cy="250926"/>
              </a:xfrm>
              <a:custGeom>
                <a:avLst/>
                <a:gdLst/>
                <a:ahLst/>
                <a:cxnLst/>
                <a:rect l="l" t="t" r="r" b="b"/>
                <a:pathLst>
                  <a:path w="7478" h="7990" extrusionOk="0">
                    <a:moveTo>
                      <a:pt x="6882" y="596"/>
                    </a:moveTo>
                    <a:lnTo>
                      <a:pt x="6882" y="7382"/>
                    </a:lnTo>
                    <a:lnTo>
                      <a:pt x="595" y="7382"/>
                    </a:lnTo>
                    <a:lnTo>
                      <a:pt x="595" y="596"/>
                    </a:lnTo>
                    <a:close/>
                    <a:moveTo>
                      <a:pt x="0" y="0"/>
                    </a:moveTo>
                    <a:lnTo>
                      <a:pt x="0" y="7989"/>
                    </a:lnTo>
                    <a:lnTo>
                      <a:pt x="7477" y="7989"/>
                    </a:lnTo>
                    <a:lnTo>
                      <a:pt x="747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49" name="Google Shape;1249;p42"/>
              <p:cNvSpPr/>
              <p:nvPr/>
            </p:nvSpPr>
            <p:spPr>
              <a:xfrm>
                <a:off x="8898969" y="4107219"/>
                <a:ext cx="5998" cy="216161"/>
              </a:xfrm>
              <a:custGeom>
                <a:avLst/>
                <a:gdLst/>
                <a:ahLst/>
                <a:cxnLst/>
                <a:rect l="l" t="t" r="r" b="b"/>
                <a:pathLst>
                  <a:path w="191" h="6883" extrusionOk="0">
                    <a:moveTo>
                      <a:pt x="0" y="1"/>
                    </a:moveTo>
                    <a:lnTo>
                      <a:pt x="0" y="6882"/>
                    </a:lnTo>
                    <a:lnTo>
                      <a:pt x="191" y="6882"/>
                    </a:lnTo>
                    <a:lnTo>
                      <a:pt x="191"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0" name="Google Shape;1250;p42"/>
              <p:cNvSpPr/>
              <p:nvPr/>
            </p:nvSpPr>
            <p:spPr>
              <a:xfrm>
                <a:off x="8834652" y="4107219"/>
                <a:ext cx="5998" cy="213177"/>
              </a:xfrm>
              <a:custGeom>
                <a:avLst/>
                <a:gdLst/>
                <a:ahLst/>
                <a:cxnLst/>
                <a:rect l="l" t="t" r="r" b="b"/>
                <a:pathLst>
                  <a:path w="191" h="6788" extrusionOk="0">
                    <a:moveTo>
                      <a:pt x="0" y="1"/>
                    </a:moveTo>
                    <a:lnTo>
                      <a:pt x="0" y="6787"/>
                    </a:lnTo>
                    <a:lnTo>
                      <a:pt x="191" y="6787"/>
                    </a:lnTo>
                    <a:lnTo>
                      <a:pt x="191"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1" name="Google Shape;1251;p42"/>
              <p:cNvSpPr/>
              <p:nvPr/>
            </p:nvSpPr>
            <p:spPr>
              <a:xfrm>
                <a:off x="8771088" y="4180519"/>
                <a:ext cx="197820" cy="5998"/>
              </a:xfrm>
              <a:custGeom>
                <a:avLst/>
                <a:gdLst/>
                <a:ahLst/>
                <a:cxnLst/>
                <a:rect l="l" t="t" r="r" b="b"/>
                <a:pathLst>
                  <a:path w="6299" h="191" extrusionOk="0">
                    <a:moveTo>
                      <a:pt x="0" y="0"/>
                    </a:moveTo>
                    <a:lnTo>
                      <a:pt x="0" y="191"/>
                    </a:lnTo>
                    <a:lnTo>
                      <a:pt x="6299" y="191"/>
                    </a:lnTo>
                    <a:lnTo>
                      <a:pt x="6299"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2" name="Google Shape;1252;p42"/>
              <p:cNvSpPr/>
              <p:nvPr/>
            </p:nvSpPr>
            <p:spPr>
              <a:xfrm>
                <a:off x="8222160" y="4107219"/>
                <a:ext cx="197098" cy="213177"/>
              </a:xfrm>
              <a:custGeom>
                <a:avLst/>
                <a:gdLst/>
                <a:ahLst/>
                <a:cxnLst/>
                <a:rect l="l" t="t" r="r" b="b"/>
                <a:pathLst>
                  <a:path w="6276" h="6788" extrusionOk="0">
                    <a:moveTo>
                      <a:pt x="1" y="1"/>
                    </a:moveTo>
                    <a:lnTo>
                      <a:pt x="1" y="6787"/>
                    </a:lnTo>
                    <a:lnTo>
                      <a:pt x="6276" y="6787"/>
                    </a:lnTo>
                    <a:lnTo>
                      <a:pt x="6276"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3" name="Google Shape;1253;p42"/>
              <p:cNvSpPr/>
              <p:nvPr/>
            </p:nvSpPr>
            <p:spPr>
              <a:xfrm>
                <a:off x="8203097" y="4088533"/>
                <a:ext cx="234847" cy="250926"/>
              </a:xfrm>
              <a:custGeom>
                <a:avLst/>
                <a:gdLst/>
                <a:ahLst/>
                <a:cxnLst/>
                <a:rect l="l" t="t" r="r" b="b"/>
                <a:pathLst>
                  <a:path w="7478" h="7990" extrusionOk="0">
                    <a:moveTo>
                      <a:pt x="6883" y="596"/>
                    </a:moveTo>
                    <a:lnTo>
                      <a:pt x="6883" y="7382"/>
                    </a:lnTo>
                    <a:lnTo>
                      <a:pt x="608" y="7382"/>
                    </a:lnTo>
                    <a:lnTo>
                      <a:pt x="608" y="596"/>
                    </a:lnTo>
                    <a:close/>
                    <a:moveTo>
                      <a:pt x="1" y="0"/>
                    </a:moveTo>
                    <a:lnTo>
                      <a:pt x="1" y="7989"/>
                    </a:lnTo>
                    <a:lnTo>
                      <a:pt x="7478" y="7989"/>
                    </a:lnTo>
                    <a:lnTo>
                      <a:pt x="7478"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4" name="Google Shape;1254;p42"/>
              <p:cNvSpPr/>
              <p:nvPr/>
            </p:nvSpPr>
            <p:spPr>
              <a:xfrm>
                <a:off x="8349664" y="4107219"/>
                <a:ext cx="6030" cy="216161"/>
              </a:xfrm>
              <a:custGeom>
                <a:avLst/>
                <a:gdLst/>
                <a:ahLst/>
                <a:cxnLst/>
                <a:rect l="l" t="t" r="r" b="b"/>
                <a:pathLst>
                  <a:path w="192" h="6883" extrusionOk="0">
                    <a:moveTo>
                      <a:pt x="1" y="1"/>
                    </a:moveTo>
                    <a:lnTo>
                      <a:pt x="1" y="6882"/>
                    </a:lnTo>
                    <a:lnTo>
                      <a:pt x="191" y="6882"/>
                    </a:lnTo>
                    <a:lnTo>
                      <a:pt x="191"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5" name="Google Shape;1255;p42"/>
              <p:cNvSpPr/>
              <p:nvPr/>
            </p:nvSpPr>
            <p:spPr>
              <a:xfrm>
                <a:off x="8285378" y="4107219"/>
                <a:ext cx="5998" cy="213177"/>
              </a:xfrm>
              <a:custGeom>
                <a:avLst/>
                <a:gdLst/>
                <a:ahLst/>
                <a:cxnLst/>
                <a:rect l="l" t="t" r="r" b="b"/>
                <a:pathLst>
                  <a:path w="191" h="6788" extrusionOk="0">
                    <a:moveTo>
                      <a:pt x="0" y="1"/>
                    </a:moveTo>
                    <a:lnTo>
                      <a:pt x="0" y="6787"/>
                    </a:lnTo>
                    <a:lnTo>
                      <a:pt x="191" y="6787"/>
                    </a:lnTo>
                    <a:lnTo>
                      <a:pt x="191"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6" name="Google Shape;1256;p42"/>
              <p:cNvSpPr/>
              <p:nvPr/>
            </p:nvSpPr>
            <p:spPr>
              <a:xfrm>
                <a:off x="8222160" y="4180519"/>
                <a:ext cx="197475" cy="5998"/>
              </a:xfrm>
              <a:custGeom>
                <a:avLst/>
                <a:gdLst/>
                <a:ahLst/>
                <a:cxnLst/>
                <a:rect l="l" t="t" r="r" b="b"/>
                <a:pathLst>
                  <a:path w="6288" h="191" extrusionOk="0">
                    <a:moveTo>
                      <a:pt x="1" y="0"/>
                    </a:moveTo>
                    <a:lnTo>
                      <a:pt x="1" y="191"/>
                    </a:lnTo>
                    <a:lnTo>
                      <a:pt x="6287" y="191"/>
                    </a:lnTo>
                    <a:lnTo>
                      <a:pt x="6287"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7" name="Google Shape;1257;p42"/>
              <p:cNvSpPr/>
              <p:nvPr/>
            </p:nvSpPr>
            <p:spPr>
              <a:xfrm>
                <a:off x="8492903" y="4088156"/>
                <a:ext cx="207179" cy="386658"/>
              </a:xfrm>
              <a:custGeom>
                <a:avLst/>
                <a:gdLst/>
                <a:ahLst/>
                <a:cxnLst/>
                <a:rect l="l" t="t" r="r" b="b"/>
                <a:pathLst>
                  <a:path w="6597" h="12312" extrusionOk="0">
                    <a:moveTo>
                      <a:pt x="0" y="0"/>
                    </a:moveTo>
                    <a:lnTo>
                      <a:pt x="0" y="12311"/>
                    </a:lnTo>
                    <a:lnTo>
                      <a:pt x="6596" y="12311"/>
                    </a:lnTo>
                    <a:lnTo>
                      <a:pt x="6596"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8" name="Google Shape;1258;p42"/>
              <p:cNvSpPr/>
              <p:nvPr/>
            </p:nvSpPr>
            <p:spPr>
              <a:xfrm>
                <a:off x="8448402" y="4440364"/>
                <a:ext cx="295804" cy="34451"/>
              </a:xfrm>
              <a:custGeom>
                <a:avLst/>
                <a:gdLst/>
                <a:ahLst/>
                <a:cxnLst/>
                <a:rect l="l" t="t" r="r" b="b"/>
                <a:pathLst>
                  <a:path w="9419" h="1097" extrusionOk="0">
                    <a:moveTo>
                      <a:pt x="0" y="1"/>
                    </a:moveTo>
                    <a:lnTo>
                      <a:pt x="0" y="1096"/>
                    </a:lnTo>
                    <a:lnTo>
                      <a:pt x="9418" y="1096"/>
                    </a:lnTo>
                    <a:lnTo>
                      <a:pt x="941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59" name="Google Shape;1259;p42"/>
              <p:cNvSpPr/>
              <p:nvPr/>
            </p:nvSpPr>
            <p:spPr>
              <a:xfrm>
                <a:off x="8499623" y="4274734"/>
                <a:ext cx="19094" cy="16331"/>
              </a:xfrm>
              <a:custGeom>
                <a:avLst/>
                <a:gdLst/>
                <a:ahLst/>
                <a:cxnLst/>
                <a:rect l="l" t="t" r="r" b="b"/>
                <a:pathLst>
                  <a:path w="608" h="520" extrusionOk="0">
                    <a:moveTo>
                      <a:pt x="346" y="0"/>
                    </a:moveTo>
                    <a:cubicBezTo>
                      <a:pt x="119" y="0"/>
                      <a:pt x="0" y="286"/>
                      <a:pt x="167" y="441"/>
                    </a:cubicBezTo>
                    <a:cubicBezTo>
                      <a:pt x="217" y="495"/>
                      <a:pt x="281" y="519"/>
                      <a:pt x="345" y="519"/>
                    </a:cubicBezTo>
                    <a:cubicBezTo>
                      <a:pt x="477" y="519"/>
                      <a:pt x="608" y="415"/>
                      <a:pt x="608" y="262"/>
                    </a:cubicBezTo>
                    <a:cubicBezTo>
                      <a:pt x="596" y="120"/>
                      <a:pt x="489" y="0"/>
                      <a:pt x="346" y="0"/>
                    </a:cubicBez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0" name="Google Shape;1260;p42"/>
              <p:cNvSpPr/>
              <p:nvPr/>
            </p:nvSpPr>
            <p:spPr>
              <a:xfrm>
                <a:off x="8407638" y="3372673"/>
                <a:ext cx="59104" cy="296903"/>
              </a:xfrm>
              <a:custGeom>
                <a:avLst/>
                <a:gdLst/>
                <a:ahLst/>
                <a:cxnLst/>
                <a:rect l="l" t="t" r="r" b="b"/>
                <a:pathLst>
                  <a:path w="1882" h="9454" extrusionOk="0">
                    <a:moveTo>
                      <a:pt x="0" y="0"/>
                    </a:moveTo>
                    <a:lnTo>
                      <a:pt x="0" y="9454"/>
                    </a:lnTo>
                    <a:lnTo>
                      <a:pt x="1882" y="9454"/>
                    </a:lnTo>
                    <a:lnTo>
                      <a:pt x="1882"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1" name="Google Shape;1261;p42"/>
              <p:cNvSpPr/>
              <p:nvPr/>
            </p:nvSpPr>
            <p:spPr>
              <a:xfrm>
                <a:off x="8373595" y="3241226"/>
                <a:ext cx="112964" cy="112964"/>
              </a:xfrm>
              <a:custGeom>
                <a:avLst/>
                <a:gdLst/>
                <a:ahLst/>
                <a:cxnLst/>
                <a:rect l="l" t="t" r="r" b="b"/>
                <a:pathLst>
                  <a:path w="3597" h="3597" extrusionOk="0">
                    <a:moveTo>
                      <a:pt x="1799" y="1"/>
                    </a:moveTo>
                    <a:cubicBezTo>
                      <a:pt x="811" y="1"/>
                      <a:pt x="1" y="810"/>
                      <a:pt x="1" y="1799"/>
                    </a:cubicBezTo>
                    <a:cubicBezTo>
                      <a:pt x="1" y="2787"/>
                      <a:pt x="811" y="3596"/>
                      <a:pt x="1799" y="3596"/>
                    </a:cubicBezTo>
                    <a:cubicBezTo>
                      <a:pt x="2787" y="3596"/>
                      <a:pt x="3597" y="2787"/>
                      <a:pt x="3597" y="1799"/>
                    </a:cubicBezTo>
                    <a:cubicBezTo>
                      <a:pt x="3597" y="810"/>
                      <a:pt x="2787" y="1"/>
                      <a:pt x="1799" y="1"/>
                    </a:cubicBezTo>
                    <a:close/>
                  </a:path>
                </a:pathLst>
              </a:custGeom>
              <a:solidFill>
                <a:srgbClr val="FFFFFF"/>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2" name="Google Shape;1262;p42"/>
              <p:cNvSpPr/>
              <p:nvPr/>
            </p:nvSpPr>
            <p:spPr>
              <a:xfrm>
                <a:off x="8376987" y="3189251"/>
                <a:ext cx="92739" cy="79486"/>
              </a:xfrm>
              <a:custGeom>
                <a:avLst/>
                <a:gdLst/>
                <a:ahLst/>
                <a:cxnLst/>
                <a:rect l="l" t="t" r="r" b="b"/>
                <a:pathLst>
                  <a:path w="2953" h="2531" extrusionOk="0">
                    <a:moveTo>
                      <a:pt x="1691" y="1"/>
                    </a:moveTo>
                    <a:cubicBezTo>
                      <a:pt x="560" y="1"/>
                      <a:pt x="0" y="1358"/>
                      <a:pt x="798" y="2156"/>
                    </a:cubicBezTo>
                    <a:cubicBezTo>
                      <a:pt x="1057" y="2414"/>
                      <a:pt x="1374" y="2530"/>
                      <a:pt x="1685" y="2530"/>
                    </a:cubicBezTo>
                    <a:cubicBezTo>
                      <a:pt x="2333" y="2530"/>
                      <a:pt x="2953" y="2027"/>
                      <a:pt x="2953" y="1263"/>
                    </a:cubicBezTo>
                    <a:cubicBezTo>
                      <a:pt x="2953" y="560"/>
                      <a:pt x="2393" y="1"/>
                      <a:pt x="1691" y="1"/>
                    </a:cubicBezTo>
                    <a:close/>
                  </a:path>
                </a:pathLst>
              </a:custGeom>
              <a:solidFill>
                <a:srgbClr val="FFFFFF"/>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3" name="Google Shape;1263;p42"/>
              <p:cNvSpPr/>
              <p:nvPr/>
            </p:nvSpPr>
            <p:spPr>
              <a:xfrm>
                <a:off x="8387821" y="3118213"/>
                <a:ext cx="73676" cy="63124"/>
              </a:xfrm>
              <a:custGeom>
                <a:avLst/>
                <a:gdLst/>
                <a:ahLst/>
                <a:cxnLst/>
                <a:rect l="l" t="t" r="r" b="b"/>
                <a:pathLst>
                  <a:path w="2346" h="2010" extrusionOk="0">
                    <a:moveTo>
                      <a:pt x="1346" y="1"/>
                    </a:moveTo>
                    <a:cubicBezTo>
                      <a:pt x="453" y="1"/>
                      <a:pt x="0" y="1084"/>
                      <a:pt x="631" y="1715"/>
                    </a:cubicBezTo>
                    <a:cubicBezTo>
                      <a:pt x="835" y="1918"/>
                      <a:pt x="1085" y="2009"/>
                      <a:pt x="1330" y="2009"/>
                    </a:cubicBezTo>
                    <a:cubicBezTo>
                      <a:pt x="1848" y="2009"/>
                      <a:pt x="2346" y="1606"/>
                      <a:pt x="2346" y="1001"/>
                    </a:cubicBezTo>
                    <a:cubicBezTo>
                      <a:pt x="2346" y="453"/>
                      <a:pt x="1894" y="1"/>
                      <a:pt x="1346" y="1"/>
                    </a:cubicBezTo>
                    <a:close/>
                  </a:path>
                </a:pathLst>
              </a:custGeom>
              <a:solidFill>
                <a:srgbClr val="FFFFFF"/>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4" name="Google Shape;1264;p42"/>
              <p:cNvSpPr/>
              <p:nvPr/>
            </p:nvSpPr>
            <p:spPr>
              <a:xfrm>
                <a:off x="8115980" y="3422967"/>
                <a:ext cx="1030712" cy="720211"/>
              </a:xfrm>
              <a:custGeom>
                <a:avLst/>
                <a:gdLst/>
                <a:ahLst/>
                <a:cxnLst/>
                <a:rect l="l" t="t" r="r" b="b"/>
                <a:pathLst>
                  <a:path w="32820" h="22933" extrusionOk="0">
                    <a:moveTo>
                      <a:pt x="15455" y="0"/>
                    </a:moveTo>
                    <a:cubicBezTo>
                      <a:pt x="15241" y="0"/>
                      <a:pt x="15038" y="95"/>
                      <a:pt x="14919" y="262"/>
                    </a:cubicBezTo>
                    <a:lnTo>
                      <a:pt x="1" y="19788"/>
                    </a:lnTo>
                    <a:lnTo>
                      <a:pt x="1703" y="19788"/>
                    </a:lnTo>
                    <a:lnTo>
                      <a:pt x="15455" y="1774"/>
                    </a:lnTo>
                    <a:lnTo>
                      <a:pt x="31350" y="22658"/>
                    </a:lnTo>
                    <a:cubicBezTo>
                      <a:pt x="31499" y="22852"/>
                      <a:pt x="31687" y="22933"/>
                      <a:pt x="31870" y="22933"/>
                    </a:cubicBezTo>
                    <a:cubicBezTo>
                      <a:pt x="32361" y="22933"/>
                      <a:pt x="32820" y="22356"/>
                      <a:pt x="32421" y="21836"/>
                    </a:cubicBezTo>
                    <a:lnTo>
                      <a:pt x="15979" y="262"/>
                    </a:lnTo>
                    <a:cubicBezTo>
                      <a:pt x="15860" y="95"/>
                      <a:pt x="15657" y="0"/>
                      <a:pt x="15455"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5" name="Google Shape;1265;p42"/>
              <p:cNvSpPr/>
              <p:nvPr/>
            </p:nvSpPr>
            <p:spPr>
              <a:xfrm>
                <a:off x="5558765" y="3193742"/>
                <a:ext cx="72200" cy="230356"/>
              </a:xfrm>
              <a:custGeom>
                <a:avLst/>
                <a:gdLst/>
                <a:ahLst/>
                <a:cxnLst/>
                <a:rect l="l" t="t" r="r" b="b"/>
                <a:pathLst>
                  <a:path w="2299" h="7335" extrusionOk="0">
                    <a:moveTo>
                      <a:pt x="1" y="1"/>
                    </a:moveTo>
                    <a:lnTo>
                      <a:pt x="1" y="7335"/>
                    </a:lnTo>
                    <a:lnTo>
                      <a:pt x="2299" y="7335"/>
                    </a:lnTo>
                    <a:lnTo>
                      <a:pt x="2299"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6" name="Google Shape;1266;p42"/>
              <p:cNvSpPr/>
              <p:nvPr/>
            </p:nvSpPr>
            <p:spPr>
              <a:xfrm>
                <a:off x="5522869" y="2996707"/>
                <a:ext cx="145876" cy="145845"/>
              </a:xfrm>
              <a:custGeom>
                <a:avLst/>
                <a:gdLst/>
                <a:ahLst/>
                <a:cxnLst/>
                <a:rect l="l" t="t" r="r" b="b"/>
                <a:pathLst>
                  <a:path w="4645" h="4644" extrusionOk="0">
                    <a:moveTo>
                      <a:pt x="2322" y="0"/>
                    </a:moveTo>
                    <a:cubicBezTo>
                      <a:pt x="1037" y="0"/>
                      <a:pt x="1" y="1036"/>
                      <a:pt x="1" y="2322"/>
                    </a:cubicBezTo>
                    <a:cubicBezTo>
                      <a:pt x="1" y="3596"/>
                      <a:pt x="1037" y="4643"/>
                      <a:pt x="2322" y="4643"/>
                    </a:cubicBezTo>
                    <a:cubicBezTo>
                      <a:pt x="3608" y="4643"/>
                      <a:pt x="4644" y="3596"/>
                      <a:pt x="4644" y="2322"/>
                    </a:cubicBezTo>
                    <a:cubicBezTo>
                      <a:pt x="4644" y="1036"/>
                      <a:pt x="3608" y="0"/>
                      <a:pt x="2322" y="0"/>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7" name="Google Shape;1267;p42"/>
              <p:cNvSpPr/>
              <p:nvPr/>
            </p:nvSpPr>
            <p:spPr>
              <a:xfrm>
                <a:off x="5526983" y="2928998"/>
                <a:ext cx="120061" cy="102946"/>
              </a:xfrm>
              <a:custGeom>
                <a:avLst/>
                <a:gdLst/>
                <a:ahLst/>
                <a:cxnLst/>
                <a:rect l="l" t="t" r="r" b="b"/>
                <a:pathLst>
                  <a:path w="3823" h="3278" extrusionOk="0">
                    <a:moveTo>
                      <a:pt x="2191" y="1"/>
                    </a:moveTo>
                    <a:cubicBezTo>
                      <a:pt x="727" y="1"/>
                      <a:pt x="1" y="1763"/>
                      <a:pt x="1025" y="2799"/>
                    </a:cubicBezTo>
                    <a:cubicBezTo>
                      <a:pt x="1359" y="3130"/>
                      <a:pt x="1770" y="3278"/>
                      <a:pt x="2172" y="3278"/>
                    </a:cubicBezTo>
                    <a:cubicBezTo>
                      <a:pt x="3015" y="3278"/>
                      <a:pt x="3823" y="2627"/>
                      <a:pt x="3823" y="1644"/>
                    </a:cubicBezTo>
                    <a:cubicBezTo>
                      <a:pt x="3823" y="739"/>
                      <a:pt x="3096" y="1"/>
                      <a:pt x="2191"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8" name="Google Shape;1268;p42"/>
              <p:cNvSpPr/>
              <p:nvPr/>
            </p:nvSpPr>
            <p:spPr>
              <a:xfrm>
                <a:off x="5555028" y="2837390"/>
                <a:ext cx="81182" cy="81182"/>
              </a:xfrm>
              <a:custGeom>
                <a:avLst/>
                <a:gdLst/>
                <a:ahLst/>
                <a:cxnLst/>
                <a:rect l="l" t="t" r="r" b="b"/>
                <a:pathLst>
                  <a:path w="2585" h="2585" extrusionOk="0">
                    <a:moveTo>
                      <a:pt x="1298" y="1"/>
                    </a:moveTo>
                    <a:cubicBezTo>
                      <a:pt x="584" y="1"/>
                      <a:pt x="1" y="584"/>
                      <a:pt x="1" y="1299"/>
                    </a:cubicBezTo>
                    <a:cubicBezTo>
                      <a:pt x="1" y="2013"/>
                      <a:pt x="584" y="2585"/>
                      <a:pt x="1298" y="2585"/>
                    </a:cubicBezTo>
                    <a:cubicBezTo>
                      <a:pt x="2013" y="2585"/>
                      <a:pt x="2584" y="2013"/>
                      <a:pt x="2584" y="1299"/>
                    </a:cubicBezTo>
                    <a:cubicBezTo>
                      <a:pt x="2584" y="584"/>
                      <a:pt x="2013" y="1"/>
                      <a:pt x="1298"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69" name="Google Shape;1269;p42"/>
              <p:cNvSpPr/>
              <p:nvPr/>
            </p:nvSpPr>
            <p:spPr>
              <a:xfrm>
                <a:off x="6008233" y="3274516"/>
                <a:ext cx="102475" cy="178380"/>
              </a:xfrm>
              <a:custGeom>
                <a:avLst/>
                <a:gdLst/>
                <a:ahLst/>
                <a:cxnLst/>
                <a:rect l="l" t="t" r="r" b="b"/>
                <a:pathLst>
                  <a:path w="3263" h="5680" extrusionOk="0">
                    <a:moveTo>
                      <a:pt x="0" y="0"/>
                    </a:moveTo>
                    <a:lnTo>
                      <a:pt x="0" y="5680"/>
                    </a:lnTo>
                    <a:lnTo>
                      <a:pt x="3262" y="5680"/>
                    </a:lnTo>
                    <a:lnTo>
                      <a:pt x="3262" y="0"/>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0" name="Google Shape;1270;p42"/>
              <p:cNvSpPr/>
              <p:nvPr/>
            </p:nvSpPr>
            <p:spPr>
              <a:xfrm>
                <a:off x="6055718" y="3274516"/>
                <a:ext cx="7506" cy="178380"/>
              </a:xfrm>
              <a:custGeom>
                <a:avLst/>
                <a:gdLst/>
                <a:ahLst/>
                <a:cxnLst/>
                <a:rect l="l" t="t" r="r" b="b"/>
                <a:pathLst>
                  <a:path w="239" h="5680" extrusionOk="0">
                    <a:moveTo>
                      <a:pt x="0" y="0"/>
                    </a:moveTo>
                    <a:lnTo>
                      <a:pt x="0" y="5680"/>
                    </a:lnTo>
                    <a:lnTo>
                      <a:pt x="238" y="5680"/>
                    </a:lnTo>
                    <a:lnTo>
                      <a:pt x="238"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1" name="Google Shape;1271;p42"/>
              <p:cNvSpPr/>
              <p:nvPr/>
            </p:nvSpPr>
            <p:spPr>
              <a:xfrm>
                <a:off x="6008233" y="3359749"/>
                <a:ext cx="102475" cy="7883"/>
              </a:xfrm>
              <a:custGeom>
                <a:avLst/>
                <a:gdLst/>
                <a:ahLst/>
                <a:cxnLst/>
                <a:rect l="l" t="t" r="r" b="b"/>
                <a:pathLst>
                  <a:path w="3263" h="251" extrusionOk="0">
                    <a:moveTo>
                      <a:pt x="0" y="1"/>
                    </a:moveTo>
                    <a:lnTo>
                      <a:pt x="0" y="251"/>
                    </a:lnTo>
                    <a:lnTo>
                      <a:pt x="3262" y="251"/>
                    </a:lnTo>
                    <a:lnTo>
                      <a:pt x="3262"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2" name="Google Shape;1272;p42"/>
              <p:cNvSpPr/>
              <p:nvPr/>
            </p:nvSpPr>
            <p:spPr>
              <a:xfrm>
                <a:off x="5550914" y="3506347"/>
                <a:ext cx="297688" cy="29552"/>
              </a:xfrm>
              <a:custGeom>
                <a:avLst/>
                <a:gdLst/>
                <a:ahLst/>
                <a:cxnLst/>
                <a:rect l="l" t="t" r="r" b="b"/>
                <a:pathLst>
                  <a:path w="9479" h="941" extrusionOk="0">
                    <a:moveTo>
                      <a:pt x="1" y="0"/>
                    </a:moveTo>
                    <a:lnTo>
                      <a:pt x="1" y="941"/>
                    </a:lnTo>
                    <a:lnTo>
                      <a:pt x="9478" y="941"/>
                    </a:lnTo>
                    <a:lnTo>
                      <a:pt x="9478"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3" name="Google Shape;1273;p42"/>
              <p:cNvSpPr/>
              <p:nvPr/>
            </p:nvSpPr>
            <p:spPr>
              <a:xfrm>
                <a:off x="5915871" y="3506347"/>
                <a:ext cx="297657" cy="29552"/>
              </a:xfrm>
              <a:custGeom>
                <a:avLst/>
                <a:gdLst/>
                <a:ahLst/>
                <a:cxnLst/>
                <a:rect l="l" t="t" r="r" b="b"/>
                <a:pathLst>
                  <a:path w="9478" h="941" extrusionOk="0">
                    <a:moveTo>
                      <a:pt x="0" y="0"/>
                    </a:moveTo>
                    <a:lnTo>
                      <a:pt x="0" y="941"/>
                    </a:lnTo>
                    <a:lnTo>
                      <a:pt x="9478" y="941"/>
                    </a:lnTo>
                    <a:lnTo>
                      <a:pt x="9478"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4" name="Google Shape;1274;p42"/>
              <p:cNvSpPr/>
              <p:nvPr/>
            </p:nvSpPr>
            <p:spPr>
              <a:xfrm>
                <a:off x="6286419" y="3506347"/>
                <a:ext cx="297657" cy="29552"/>
              </a:xfrm>
              <a:custGeom>
                <a:avLst/>
                <a:gdLst/>
                <a:ahLst/>
                <a:cxnLst/>
                <a:rect l="l" t="t" r="r" b="b"/>
                <a:pathLst>
                  <a:path w="9478" h="941" extrusionOk="0">
                    <a:moveTo>
                      <a:pt x="0" y="0"/>
                    </a:moveTo>
                    <a:lnTo>
                      <a:pt x="0" y="941"/>
                    </a:lnTo>
                    <a:lnTo>
                      <a:pt x="9478" y="941"/>
                    </a:lnTo>
                    <a:lnTo>
                      <a:pt x="9478"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5" name="Google Shape;1275;p42"/>
              <p:cNvSpPr/>
              <p:nvPr/>
            </p:nvSpPr>
            <p:spPr>
              <a:xfrm>
                <a:off x="6255736" y="4031313"/>
                <a:ext cx="297688" cy="29584"/>
              </a:xfrm>
              <a:custGeom>
                <a:avLst/>
                <a:gdLst/>
                <a:ahLst/>
                <a:cxnLst/>
                <a:rect l="l" t="t" r="r" b="b"/>
                <a:pathLst>
                  <a:path w="9479" h="942" extrusionOk="0">
                    <a:moveTo>
                      <a:pt x="1" y="1"/>
                    </a:moveTo>
                    <a:lnTo>
                      <a:pt x="1" y="941"/>
                    </a:lnTo>
                    <a:lnTo>
                      <a:pt x="9478" y="941"/>
                    </a:lnTo>
                    <a:lnTo>
                      <a:pt x="947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6" name="Google Shape;1276;p42"/>
              <p:cNvSpPr/>
              <p:nvPr/>
            </p:nvSpPr>
            <p:spPr>
              <a:xfrm>
                <a:off x="5576728" y="3534392"/>
                <a:ext cx="250926" cy="271496"/>
              </a:xfrm>
              <a:custGeom>
                <a:avLst/>
                <a:gdLst/>
                <a:ahLst/>
                <a:cxnLst/>
                <a:rect l="l" t="t" r="r" b="b"/>
                <a:pathLst>
                  <a:path w="7990" h="8645" extrusionOk="0">
                    <a:moveTo>
                      <a:pt x="0" y="0"/>
                    </a:moveTo>
                    <a:lnTo>
                      <a:pt x="0" y="8644"/>
                    </a:lnTo>
                    <a:lnTo>
                      <a:pt x="7989" y="8644"/>
                    </a:lnTo>
                    <a:lnTo>
                      <a:pt x="7989" y="0"/>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7" name="Google Shape;1277;p42"/>
              <p:cNvSpPr/>
              <p:nvPr/>
            </p:nvSpPr>
            <p:spPr>
              <a:xfrm>
                <a:off x="5941655" y="3534392"/>
                <a:ext cx="250926" cy="271496"/>
              </a:xfrm>
              <a:custGeom>
                <a:avLst/>
                <a:gdLst/>
                <a:ahLst/>
                <a:cxnLst/>
                <a:rect l="l" t="t" r="r" b="b"/>
                <a:pathLst>
                  <a:path w="7990" h="8645" extrusionOk="0">
                    <a:moveTo>
                      <a:pt x="1" y="0"/>
                    </a:moveTo>
                    <a:lnTo>
                      <a:pt x="1" y="8644"/>
                    </a:lnTo>
                    <a:lnTo>
                      <a:pt x="7990" y="8644"/>
                    </a:lnTo>
                    <a:lnTo>
                      <a:pt x="7990" y="0"/>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8" name="Google Shape;1278;p42"/>
              <p:cNvSpPr/>
              <p:nvPr/>
            </p:nvSpPr>
            <p:spPr>
              <a:xfrm>
                <a:off x="6312202" y="3534392"/>
                <a:ext cx="250926" cy="271496"/>
              </a:xfrm>
              <a:custGeom>
                <a:avLst/>
                <a:gdLst/>
                <a:ahLst/>
                <a:cxnLst/>
                <a:rect l="l" t="t" r="r" b="b"/>
                <a:pathLst>
                  <a:path w="7990" h="8645" extrusionOk="0">
                    <a:moveTo>
                      <a:pt x="1" y="0"/>
                    </a:moveTo>
                    <a:lnTo>
                      <a:pt x="1" y="8644"/>
                    </a:lnTo>
                    <a:lnTo>
                      <a:pt x="7990" y="8644"/>
                    </a:lnTo>
                    <a:lnTo>
                      <a:pt x="7990" y="0"/>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79" name="Google Shape;1279;p42"/>
              <p:cNvSpPr/>
              <p:nvPr/>
            </p:nvSpPr>
            <p:spPr>
              <a:xfrm>
                <a:off x="6281551" y="4059358"/>
                <a:ext cx="250926" cy="271119"/>
              </a:xfrm>
              <a:custGeom>
                <a:avLst/>
                <a:gdLst/>
                <a:ahLst/>
                <a:cxnLst/>
                <a:rect l="l" t="t" r="r" b="b"/>
                <a:pathLst>
                  <a:path w="7990" h="8633" extrusionOk="0">
                    <a:moveTo>
                      <a:pt x="1" y="1"/>
                    </a:moveTo>
                    <a:lnTo>
                      <a:pt x="1" y="8633"/>
                    </a:lnTo>
                    <a:lnTo>
                      <a:pt x="7990" y="8633"/>
                    </a:lnTo>
                    <a:lnTo>
                      <a:pt x="7990" y="1"/>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0" name="Google Shape;1280;p42"/>
              <p:cNvSpPr/>
              <p:nvPr/>
            </p:nvSpPr>
            <p:spPr>
              <a:xfrm>
                <a:off x="5595038" y="4059358"/>
                <a:ext cx="250926" cy="271119"/>
              </a:xfrm>
              <a:custGeom>
                <a:avLst/>
                <a:gdLst/>
                <a:ahLst/>
                <a:cxnLst/>
                <a:rect l="l" t="t" r="r" b="b"/>
                <a:pathLst>
                  <a:path w="7990" h="8633" extrusionOk="0">
                    <a:moveTo>
                      <a:pt x="1" y="1"/>
                    </a:moveTo>
                    <a:lnTo>
                      <a:pt x="1" y="8633"/>
                    </a:lnTo>
                    <a:lnTo>
                      <a:pt x="7990" y="8633"/>
                    </a:lnTo>
                    <a:lnTo>
                      <a:pt x="7990" y="1"/>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1" name="Google Shape;1281;p42"/>
              <p:cNvSpPr/>
              <p:nvPr/>
            </p:nvSpPr>
            <p:spPr>
              <a:xfrm>
                <a:off x="5739375" y="3534392"/>
                <a:ext cx="7506" cy="274857"/>
              </a:xfrm>
              <a:custGeom>
                <a:avLst/>
                <a:gdLst/>
                <a:ahLst/>
                <a:cxnLst/>
                <a:rect l="l" t="t" r="r" b="b"/>
                <a:pathLst>
                  <a:path w="239" h="8752" extrusionOk="0">
                    <a:moveTo>
                      <a:pt x="0" y="0"/>
                    </a:moveTo>
                    <a:lnTo>
                      <a:pt x="0" y="8751"/>
                    </a:lnTo>
                    <a:lnTo>
                      <a:pt x="239" y="8751"/>
                    </a:lnTo>
                    <a:lnTo>
                      <a:pt x="23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2" name="Google Shape;1282;p42"/>
              <p:cNvSpPr/>
              <p:nvPr/>
            </p:nvSpPr>
            <p:spPr>
              <a:xfrm>
                <a:off x="5657471" y="3534392"/>
                <a:ext cx="7537" cy="271496"/>
              </a:xfrm>
              <a:custGeom>
                <a:avLst/>
                <a:gdLst/>
                <a:ahLst/>
                <a:cxnLst/>
                <a:rect l="l" t="t" r="r" b="b"/>
                <a:pathLst>
                  <a:path w="240" h="8645" extrusionOk="0">
                    <a:moveTo>
                      <a:pt x="1" y="0"/>
                    </a:moveTo>
                    <a:lnTo>
                      <a:pt x="1" y="8644"/>
                    </a:lnTo>
                    <a:lnTo>
                      <a:pt x="239" y="8644"/>
                    </a:lnTo>
                    <a:lnTo>
                      <a:pt x="23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3" name="Google Shape;1283;p42"/>
              <p:cNvSpPr/>
              <p:nvPr/>
            </p:nvSpPr>
            <p:spPr>
              <a:xfrm>
                <a:off x="5576728" y="3666010"/>
                <a:ext cx="251303" cy="7883"/>
              </a:xfrm>
              <a:custGeom>
                <a:avLst/>
                <a:gdLst/>
                <a:ahLst/>
                <a:cxnLst/>
                <a:rect l="l" t="t" r="r" b="b"/>
                <a:pathLst>
                  <a:path w="8002" h="251" extrusionOk="0">
                    <a:moveTo>
                      <a:pt x="0" y="0"/>
                    </a:moveTo>
                    <a:lnTo>
                      <a:pt x="0" y="250"/>
                    </a:lnTo>
                    <a:lnTo>
                      <a:pt x="8001" y="250"/>
                    </a:lnTo>
                    <a:lnTo>
                      <a:pt x="8001"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4" name="Google Shape;1284;p42"/>
              <p:cNvSpPr/>
              <p:nvPr/>
            </p:nvSpPr>
            <p:spPr>
              <a:xfrm>
                <a:off x="6104301" y="3534392"/>
                <a:ext cx="7537" cy="274857"/>
              </a:xfrm>
              <a:custGeom>
                <a:avLst/>
                <a:gdLst/>
                <a:ahLst/>
                <a:cxnLst/>
                <a:rect l="l" t="t" r="r" b="b"/>
                <a:pathLst>
                  <a:path w="240" h="8752" extrusionOk="0">
                    <a:moveTo>
                      <a:pt x="1" y="0"/>
                    </a:moveTo>
                    <a:lnTo>
                      <a:pt x="1" y="8751"/>
                    </a:lnTo>
                    <a:lnTo>
                      <a:pt x="239" y="8751"/>
                    </a:lnTo>
                    <a:lnTo>
                      <a:pt x="23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5" name="Google Shape;1285;p42"/>
              <p:cNvSpPr/>
              <p:nvPr/>
            </p:nvSpPr>
            <p:spPr>
              <a:xfrm>
                <a:off x="6022428" y="3534392"/>
                <a:ext cx="7506" cy="271496"/>
              </a:xfrm>
              <a:custGeom>
                <a:avLst/>
                <a:gdLst/>
                <a:ahLst/>
                <a:cxnLst/>
                <a:rect l="l" t="t" r="r" b="b"/>
                <a:pathLst>
                  <a:path w="239" h="8645" extrusionOk="0">
                    <a:moveTo>
                      <a:pt x="0" y="0"/>
                    </a:moveTo>
                    <a:lnTo>
                      <a:pt x="0" y="8644"/>
                    </a:lnTo>
                    <a:lnTo>
                      <a:pt x="239" y="8644"/>
                    </a:lnTo>
                    <a:lnTo>
                      <a:pt x="23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6" name="Google Shape;1286;p42"/>
              <p:cNvSpPr/>
              <p:nvPr/>
            </p:nvSpPr>
            <p:spPr>
              <a:xfrm>
                <a:off x="5941655" y="3666010"/>
                <a:ext cx="251303" cy="7883"/>
              </a:xfrm>
              <a:custGeom>
                <a:avLst/>
                <a:gdLst/>
                <a:ahLst/>
                <a:cxnLst/>
                <a:rect l="l" t="t" r="r" b="b"/>
                <a:pathLst>
                  <a:path w="8002" h="251" extrusionOk="0">
                    <a:moveTo>
                      <a:pt x="1" y="0"/>
                    </a:moveTo>
                    <a:lnTo>
                      <a:pt x="1" y="250"/>
                    </a:lnTo>
                    <a:lnTo>
                      <a:pt x="8002" y="250"/>
                    </a:lnTo>
                    <a:lnTo>
                      <a:pt x="8002"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7" name="Google Shape;1287;p42"/>
              <p:cNvSpPr/>
              <p:nvPr/>
            </p:nvSpPr>
            <p:spPr>
              <a:xfrm>
                <a:off x="6474880" y="3534392"/>
                <a:ext cx="7506" cy="274857"/>
              </a:xfrm>
              <a:custGeom>
                <a:avLst/>
                <a:gdLst/>
                <a:ahLst/>
                <a:cxnLst/>
                <a:rect l="l" t="t" r="r" b="b"/>
                <a:pathLst>
                  <a:path w="239" h="8752" extrusionOk="0">
                    <a:moveTo>
                      <a:pt x="0" y="0"/>
                    </a:moveTo>
                    <a:lnTo>
                      <a:pt x="0" y="8751"/>
                    </a:lnTo>
                    <a:lnTo>
                      <a:pt x="238" y="8751"/>
                    </a:lnTo>
                    <a:lnTo>
                      <a:pt x="238"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8" name="Google Shape;1288;p42"/>
              <p:cNvSpPr/>
              <p:nvPr/>
            </p:nvSpPr>
            <p:spPr>
              <a:xfrm>
                <a:off x="6392976" y="3534392"/>
                <a:ext cx="7506" cy="271496"/>
              </a:xfrm>
              <a:custGeom>
                <a:avLst/>
                <a:gdLst/>
                <a:ahLst/>
                <a:cxnLst/>
                <a:rect l="l" t="t" r="r" b="b"/>
                <a:pathLst>
                  <a:path w="239" h="8645" extrusionOk="0">
                    <a:moveTo>
                      <a:pt x="1" y="0"/>
                    </a:moveTo>
                    <a:lnTo>
                      <a:pt x="1" y="8644"/>
                    </a:lnTo>
                    <a:lnTo>
                      <a:pt x="239" y="8644"/>
                    </a:lnTo>
                    <a:lnTo>
                      <a:pt x="23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89" name="Google Shape;1289;p42"/>
              <p:cNvSpPr/>
              <p:nvPr/>
            </p:nvSpPr>
            <p:spPr>
              <a:xfrm>
                <a:off x="6312202" y="3666010"/>
                <a:ext cx="251303" cy="7883"/>
              </a:xfrm>
              <a:custGeom>
                <a:avLst/>
                <a:gdLst/>
                <a:ahLst/>
                <a:cxnLst/>
                <a:rect l="l" t="t" r="r" b="b"/>
                <a:pathLst>
                  <a:path w="8002" h="251" extrusionOk="0">
                    <a:moveTo>
                      <a:pt x="1" y="0"/>
                    </a:moveTo>
                    <a:lnTo>
                      <a:pt x="1" y="250"/>
                    </a:lnTo>
                    <a:lnTo>
                      <a:pt x="8002" y="250"/>
                    </a:lnTo>
                    <a:lnTo>
                      <a:pt x="8002"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0" name="Google Shape;1290;p42"/>
              <p:cNvSpPr/>
              <p:nvPr/>
            </p:nvSpPr>
            <p:spPr>
              <a:xfrm>
                <a:off x="6444197" y="4059358"/>
                <a:ext cx="7506" cy="274857"/>
              </a:xfrm>
              <a:custGeom>
                <a:avLst/>
                <a:gdLst/>
                <a:ahLst/>
                <a:cxnLst/>
                <a:rect l="l" t="t" r="r" b="b"/>
                <a:pathLst>
                  <a:path w="239" h="8752" extrusionOk="0">
                    <a:moveTo>
                      <a:pt x="1" y="1"/>
                    </a:moveTo>
                    <a:lnTo>
                      <a:pt x="1" y="8752"/>
                    </a:lnTo>
                    <a:lnTo>
                      <a:pt x="239" y="8752"/>
                    </a:lnTo>
                    <a:lnTo>
                      <a:pt x="239"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1" name="Google Shape;1291;p42"/>
              <p:cNvSpPr/>
              <p:nvPr/>
            </p:nvSpPr>
            <p:spPr>
              <a:xfrm>
                <a:off x="6362325" y="4059358"/>
                <a:ext cx="7506" cy="271119"/>
              </a:xfrm>
              <a:custGeom>
                <a:avLst/>
                <a:gdLst/>
                <a:ahLst/>
                <a:cxnLst/>
                <a:rect l="l" t="t" r="r" b="b"/>
                <a:pathLst>
                  <a:path w="239" h="8633" extrusionOk="0">
                    <a:moveTo>
                      <a:pt x="0" y="1"/>
                    </a:moveTo>
                    <a:lnTo>
                      <a:pt x="0" y="8633"/>
                    </a:lnTo>
                    <a:lnTo>
                      <a:pt x="238" y="8633"/>
                    </a:lnTo>
                    <a:lnTo>
                      <a:pt x="238"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2" name="Google Shape;1292;p42"/>
              <p:cNvSpPr/>
              <p:nvPr/>
            </p:nvSpPr>
            <p:spPr>
              <a:xfrm>
                <a:off x="6281551" y="4190976"/>
                <a:ext cx="251303" cy="7883"/>
              </a:xfrm>
              <a:custGeom>
                <a:avLst/>
                <a:gdLst/>
                <a:ahLst/>
                <a:cxnLst/>
                <a:rect l="l" t="t" r="r" b="b"/>
                <a:pathLst>
                  <a:path w="8002" h="251" extrusionOk="0">
                    <a:moveTo>
                      <a:pt x="1" y="0"/>
                    </a:moveTo>
                    <a:lnTo>
                      <a:pt x="1" y="251"/>
                    </a:lnTo>
                    <a:lnTo>
                      <a:pt x="8002" y="251"/>
                    </a:lnTo>
                    <a:lnTo>
                      <a:pt x="8002"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3" name="Google Shape;1293;p42"/>
              <p:cNvSpPr/>
              <p:nvPr/>
            </p:nvSpPr>
            <p:spPr>
              <a:xfrm>
                <a:off x="5757307" y="4059358"/>
                <a:ext cx="7883" cy="274857"/>
              </a:xfrm>
              <a:custGeom>
                <a:avLst/>
                <a:gdLst/>
                <a:ahLst/>
                <a:cxnLst/>
                <a:rect l="l" t="t" r="r" b="b"/>
                <a:pathLst>
                  <a:path w="251" h="8752" extrusionOk="0">
                    <a:moveTo>
                      <a:pt x="1" y="1"/>
                    </a:moveTo>
                    <a:lnTo>
                      <a:pt x="1" y="8752"/>
                    </a:lnTo>
                    <a:lnTo>
                      <a:pt x="251" y="8752"/>
                    </a:lnTo>
                    <a:lnTo>
                      <a:pt x="251"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4" name="Google Shape;1294;p42"/>
              <p:cNvSpPr/>
              <p:nvPr/>
            </p:nvSpPr>
            <p:spPr>
              <a:xfrm>
                <a:off x="5675811" y="4059358"/>
                <a:ext cx="7506" cy="271119"/>
              </a:xfrm>
              <a:custGeom>
                <a:avLst/>
                <a:gdLst/>
                <a:ahLst/>
                <a:cxnLst/>
                <a:rect l="l" t="t" r="r" b="b"/>
                <a:pathLst>
                  <a:path w="239" h="8633" extrusionOk="0">
                    <a:moveTo>
                      <a:pt x="0" y="1"/>
                    </a:moveTo>
                    <a:lnTo>
                      <a:pt x="0" y="8633"/>
                    </a:lnTo>
                    <a:lnTo>
                      <a:pt x="239" y="8633"/>
                    </a:lnTo>
                    <a:lnTo>
                      <a:pt x="239"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5" name="Google Shape;1295;p42"/>
              <p:cNvSpPr/>
              <p:nvPr/>
            </p:nvSpPr>
            <p:spPr>
              <a:xfrm>
                <a:off x="5595038" y="4190976"/>
                <a:ext cx="251303" cy="7883"/>
              </a:xfrm>
              <a:custGeom>
                <a:avLst/>
                <a:gdLst/>
                <a:ahLst/>
                <a:cxnLst/>
                <a:rect l="l" t="t" r="r" b="b"/>
                <a:pathLst>
                  <a:path w="8002" h="251" extrusionOk="0">
                    <a:moveTo>
                      <a:pt x="1" y="0"/>
                    </a:moveTo>
                    <a:lnTo>
                      <a:pt x="1" y="251"/>
                    </a:lnTo>
                    <a:lnTo>
                      <a:pt x="8002" y="251"/>
                    </a:lnTo>
                    <a:lnTo>
                      <a:pt x="8002"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6" name="Google Shape;1296;p42"/>
              <p:cNvSpPr/>
              <p:nvPr/>
            </p:nvSpPr>
            <p:spPr>
              <a:xfrm>
                <a:off x="5568877" y="4031313"/>
                <a:ext cx="297657" cy="29584"/>
              </a:xfrm>
              <a:custGeom>
                <a:avLst/>
                <a:gdLst/>
                <a:ahLst/>
                <a:cxnLst/>
                <a:rect l="l" t="t" r="r" b="b"/>
                <a:pathLst>
                  <a:path w="9478" h="942" extrusionOk="0">
                    <a:moveTo>
                      <a:pt x="0" y="1"/>
                    </a:moveTo>
                    <a:lnTo>
                      <a:pt x="0" y="941"/>
                    </a:lnTo>
                    <a:lnTo>
                      <a:pt x="9478" y="941"/>
                    </a:lnTo>
                    <a:lnTo>
                      <a:pt x="947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7" name="Google Shape;1297;p42"/>
              <p:cNvSpPr/>
              <p:nvPr/>
            </p:nvSpPr>
            <p:spPr>
              <a:xfrm>
                <a:off x="5964486" y="4102728"/>
                <a:ext cx="200050" cy="373217"/>
              </a:xfrm>
              <a:custGeom>
                <a:avLst/>
                <a:gdLst/>
                <a:ahLst/>
                <a:cxnLst/>
                <a:rect l="l" t="t" r="r" b="b"/>
                <a:pathLst>
                  <a:path w="6370" h="11884" extrusionOk="0">
                    <a:moveTo>
                      <a:pt x="0" y="1"/>
                    </a:moveTo>
                    <a:lnTo>
                      <a:pt x="0" y="11883"/>
                    </a:lnTo>
                    <a:lnTo>
                      <a:pt x="6370" y="11883"/>
                    </a:lnTo>
                    <a:lnTo>
                      <a:pt x="6370"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8" name="Google Shape;1298;p42"/>
              <p:cNvSpPr/>
              <p:nvPr/>
            </p:nvSpPr>
            <p:spPr>
              <a:xfrm>
                <a:off x="5971207" y="4282962"/>
                <a:ext cx="18341" cy="15765"/>
              </a:xfrm>
              <a:custGeom>
                <a:avLst/>
                <a:gdLst/>
                <a:ahLst/>
                <a:cxnLst/>
                <a:rect l="l" t="t" r="r" b="b"/>
                <a:pathLst>
                  <a:path w="584" h="502" extrusionOk="0">
                    <a:moveTo>
                      <a:pt x="334" y="0"/>
                    </a:moveTo>
                    <a:cubicBezTo>
                      <a:pt x="107" y="0"/>
                      <a:pt x="0" y="274"/>
                      <a:pt x="155" y="429"/>
                    </a:cubicBezTo>
                    <a:cubicBezTo>
                      <a:pt x="205" y="479"/>
                      <a:pt x="268" y="502"/>
                      <a:pt x="330" y="502"/>
                    </a:cubicBezTo>
                    <a:cubicBezTo>
                      <a:pt x="459" y="502"/>
                      <a:pt x="584" y="403"/>
                      <a:pt x="584" y="250"/>
                    </a:cubicBezTo>
                    <a:cubicBezTo>
                      <a:pt x="584" y="119"/>
                      <a:pt x="465" y="0"/>
                      <a:pt x="334" y="0"/>
                    </a:cubicBezTo>
                    <a:close/>
                  </a:path>
                </a:pathLst>
              </a:custGeom>
              <a:solidFill>
                <a:srgbClr val="EDE4D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299" name="Google Shape;1299;p42"/>
              <p:cNvSpPr/>
              <p:nvPr/>
            </p:nvSpPr>
            <p:spPr>
              <a:xfrm>
                <a:off x="5372188" y="3112874"/>
                <a:ext cx="1252274" cy="452734"/>
              </a:xfrm>
              <a:custGeom>
                <a:avLst/>
                <a:gdLst/>
                <a:ahLst/>
                <a:cxnLst/>
                <a:rect l="l" t="t" r="r" b="b"/>
                <a:pathLst>
                  <a:path w="39875" h="14416" extrusionOk="0">
                    <a:moveTo>
                      <a:pt x="22033" y="1"/>
                    </a:moveTo>
                    <a:cubicBezTo>
                      <a:pt x="21866" y="1"/>
                      <a:pt x="21700" y="46"/>
                      <a:pt x="21551" y="135"/>
                    </a:cubicBezTo>
                    <a:lnTo>
                      <a:pt x="596" y="12660"/>
                    </a:lnTo>
                    <a:cubicBezTo>
                      <a:pt x="143" y="12934"/>
                      <a:pt x="1" y="13506"/>
                      <a:pt x="262" y="13958"/>
                    </a:cubicBezTo>
                    <a:cubicBezTo>
                      <a:pt x="444" y="14249"/>
                      <a:pt x="755" y="14416"/>
                      <a:pt x="1076" y="14416"/>
                    </a:cubicBezTo>
                    <a:cubicBezTo>
                      <a:pt x="1240" y="14416"/>
                      <a:pt x="1407" y="14372"/>
                      <a:pt x="1560" y="14279"/>
                    </a:cubicBezTo>
                    <a:lnTo>
                      <a:pt x="22027" y="2040"/>
                    </a:lnTo>
                    <a:lnTo>
                      <a:pt x="39875" y="12744"/>
                    </a:lnTo>
                    <a:lnTo>
                      <a:pt x="39875" y="12744"/>
                    </a:lnTo>
                    <a:lnTo>
                      <a:pt x="39863" y="10529"/>
                    </a:lnTo>
                    <a:lnTo>
                      <a:pt x="22515" y="135"/>
                    </a:lnTo>
                    <a:cubicBezTo>
                      <a:pt x="22366" y="46"/>
                      <a:pt x="22200" y="1"/>
                      <a:pt x="22033"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0" name="Google Shape;1300;p42"/>
              <p:cNvSpPr/>
              <p:nvPr/>
            </p:nvSpPr>
            <p:spPr>
              <a:xfrm>
                <a:off x="10107842" y="3597579"/>
                <a:ext cx="874598" cy="877990"/>
              </a:xfrm>
              <a:custGeom>
                <a:avLst/>
                <a:gdLst/>
                <a:ahLst/>
                <a:cxnLst/>
                <a:rect l="l" t="t" r="r" b="b"/>
                <a:pathLst>
                  <a:path w="27849" h="27957" extrusionOk="0">
                    <a:moveTo>
                      <a:pt x="0" y="0"/>
                    </a:moveTo>
                    <a:lnTo>
                      <a:pt x="0" y="27956"/>
                    </a:lnTo>
                    <a:lnTo>
                      <a:pt x="27849" y="27956"/>
                    </a:lnTo>
                    <a:lnTo>
                      <a:pt x="2784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1" name="Google Shape;1301;p42"/>
              <p:cNvSpPr/>
              <p:nvPr/>
            </p:nvSpPr>
            <p:spPr>
              <a:xfrm>
                <a:off x="10107842" y="3455471"/>
                <a:ext cx="370202" cy="1020097"/>
              </a:xfrm>
              <a:custGeom>
                <a:avLst/>
                <a:gdLst/>
                <a:ahLst/>
                <a:cxnLst/>
                <a:rect l="l" t="t" r="r" b="b"/>
                <a:pathLst>
                  <a:path w="11788" h="32482" extrusionOk="0">
                    <a:moveTo>
                      <a:pt x="5799" y="1"/>
                    </a:moveTo>
                    <a:lnTo>
                      <a:pt x="0" y="4680"/>
                    </a:lnTo>
                    <a:lnTo>
                      <a:pt x="0" y="32481"/>
                    </a:lnTo>
                    <a:lnTo>
                      <a:pt x="11787" y="32481"/>
                    </a:lnTo>
                    <a:lnTo>
                      <a:pt x="11787" y="4680"/>
                    </a:lnTo>
                    <a:lnTo>
                      <a:pt x="5799"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2" name="Google Shape;1302;p42"/>
              <p:cNvSpPr/>
              <p:nvPr/>
            </p:nvSpPr>
            <p:spPr>
              <a:xfrm>
                <a:off x="10074929" y="3409620"/>
                <a:ext cx="953895" cy="195465"/>
              </a:xfrm>
              <a:custGeom>
                <a:avLst/>
                <a:gdLst/>
                <a:ahLst/>
                <a:cxnLst/>
                <a:rect l="l" t="t" r="r" b="b"/>
                <a:pathLst>
                  <a:path w="30374" h="6224" extrusionOk="0">
                    <a:moveTo>
                      <a:pt x="6843" y="1"/>
                    </a:moveTo>
                    <a:cubicBezTo>
                      <a:pt x="6687" y="1"/>
                      <a:pt x="6533" y="54"/>
                      <a:pt x="6406" y="163"/>
                    </a:cubicBezTo>
                    <a:lnTo>
                      <a:pt x="798" y="4854"/>
                    </a:lnTo>
                    <a:lnTo>
                      <a:pt x="0" y="4854"/>
                    </a:lnTo>
                    <a:lnTo>
                      <a:pt x="1048" y="6223"/>
                    </a:lnTo>
                    <a:cubicBezTo>
                      <a:pt x="1203" y="6223"/>
                      <a:pt x="1358" y="6164"/>
                      <a:pt x="1489" y="6057"/>
                    </a:cubicBezTo>
                    <a:lnTo>
                      <a:pt x="6847" y="1568"/>
                    </a:lnTo>
                    <a:lnTo>
                      <a:pt x="12407" y="6069"/>
                    </a:lnTo>
                    <a:cubicBezTo>
                      <a:pt x="12526" y="6164"/>
                      <a:pt x="12681" y="6223"/>
                      <a:pt x="12835" y="6223"/>
                    </a:cubicBezTo>
                    <a:lnTo>
                      <a:pt x="29671" y="6223"/>
                    </a:lnTo>
                    <a:cubicBezTo>
                      <a:pt x="29678" y="6224"/>
                      <a:pt x="29685" y="6224"/>
                      <a:pt x="29692" y="6224"/>
                    </a:cubicBezTo>
                    <a:cubicBezTo>
                      <a:pt x="30064" y="6224"/>
                      <a:pt x="30373" y="5918"/>
                      <a:pt x="30373" y="5533"/>
                    </a:cubicBezTo>
                    <a:cubicBezTo>
                      <a:pt x="30373" y="5159"/>
                      <a:pt x="30064" y="4854"/>
                      <a:pt x="29692" y="4854"/>
                    </a:cubicBezTo>
                    <a:cubicBezTo>
                      <a:pt x="29685" y="4854"/>
                      <a:pt x="29678" y="4854"/>
                      <a:pt x="29671" y="4854"/>
                    </a:cubicBezTo>
                    <a:lnTo>
                      <a:pt x="13073" y="4854"/>
                    </a:lnTo>
                    <a:lnTo>
                      <a:pt x="7275" y="151"/>
                    </a:lnTo>
                    <a:cubicBezTo>
                      <a:pt x="7146" y="52"/>
                      <a:pt x="6994" y="1"/>
                      <a:pt x="6843"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3" name="Google Shape;1303;p42"/>
              <p:cNvSpPr/>
              <p:nvPr/>
            </p:nvSpPr>
            <p:spPr>
              <a:xfrm>
                <a:off x="10176273" y="3585614"/>
                <a:ext cx="227341" cy="404214"/>
              </a:xfrm>
              <a:custGeom>
                <a:avLst/>
                <a:gdLst/>
                <a:ahLst/>
                <a:cxnLst/>
                <a:rect l="l" t="t" r="r" b="b"/>
                <a:pathLst>
                  <a:path w="7239" h="12871" extrusionOk="0">
                    <a:moveTo>
                      <a:pt x="3620" y="0"/>
                    </a:moveTo>
                    <a:cubicBezTo>
                      <a:pt x="1643" y="0"/>
                      <a:pt x="24" y="1429"/>
                      <a:pt x="0" y="3179"/>
                    </a:cubicBezTo>
                    <a:lnTo>
                      <a:pt x="0" y="12871"/>
                    </a:lnTo>
                    <a:lnTo>
                      <a:pt x="7239" y="12871"/>
                    </a:lnTo>
                    <a:lnTo>
                      <a:pt x="7239" y="3179"/>
                    </a:lnTo>
                    <a:cubicBezTo>
                      <a:pt x="7215" y="1429"/>
                      <a:pt x="5596" y="0"/>
                      <a:pt x="3620"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4" name="Google Shape;1304;p42"/>
              <p:cNvSpPr/>
              <p:nvPr/>
            </p:nvSpPr>
            <p:spPr>
              <a:xfrm>
                <a:off x="10200926" y="3609921"/>
                <a:ext cx="178035" cy="355630"/>
              </a:xfrm>
              <a:custGeom>
                <a:avLst/>
                <a:gdLst/>
                <a:ahLst/>
                <a:cxnLst/>
                <a:rect l="l" t="t" r="r" b="b"/>
                <a:pathLst>
                  <a:path w="5669" h="11324" extrusionOk="0">
                    <a:moveTo>
                      <a:pt x="2835" y="0"/>
                    </a:moveTo>
                    <a:cubicBezTo>
                      <a:pt x="1287" y="0"/>
                      <a:pt x="13" y="1072"/>
                      <a:pt x="1" y="2405"/>
                    </a:cubicBezTo>
                    <a:lnTo>
                      <a:pt x="1" y="2548"/>
                    </a:lnTo>
                    <a:lnTo>
                      <a:pt x="1" y="11311"/>
                    </a:lnTo>
                    <a:lnTo>
                      <a:pt x="5668" y="11323"/>
                    </a:lnTo>
                    <a:lnTo>
                      <a:pt x="5668" y="2524"/>
                    </a:lnTo>
                    <a:lnTo>
                      <a:pt x="5668" y="2405"/>
                    </a:lnTo>
                    <a:cubicBezTo>
                      <a:pt x="5656" y="1084"/>
                      <a:pt x="4382" y="0"/>
                      <a:pt x="2835" y="0"/>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5" name="Google Shape;1305;p42"/>
              <p:cNvSpPr/>
              <p:nvPr/>
            </p:nvSpPr>
            <p:spPr>
              <a:xfrm>
                <a:off x="10287321" y="3609921"/>
                <a:ext cx="5245" cy="354123"/>
              </a:xfrm>
              <a:custGeom>
                <a:avLst/>
                <a:gdLst/>
                <a:ahLst/>
                <a:cxnLst/>
                <a:rect l="l" t="t" r="r" b="b"/>
                <a:pathLst>
                  <a:path w="167" h="11276" extrusionOk="0">
                    <a:moveTo>
                      <a:pt x="0" y="0"/>
                    </a:moveTo>
                    <a:lnTo>
                      <a:pt x="0" y="11275"/>
                    </a:lnTo>
                    <a:lnTo>
                      <a:pt x="167" y="11275"/>
                    </a:lnTo>
                    <a:lnTo>
                      <a:pt x="167"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6" name="Google Shape;1306;p42"/>
              <p:cNvSpPr/>
              <p:nvPr/>
            </p:nvSpPr>
            <p:spPr>
              <a:xfrm>
                <a:off x="10200549" y="3697792"/>
                <a:ext cx="178412" cy="5621"/>
              </a:xfrm>
              <a:custGeom>
                <a:avLst/>
                <a:gdLst/>
                <a:ahLst/>
                <a:cxnLst/>
                <a:rect l="l" t="t" r="r" b="b"/>
                <a:pathLst>
                  <a:path w="5681" h="179" extrusionOk="0">
                    <a:moveTo>
                      <a:pt x="1" y="0"/>
                    </a:moveTo>
                    <a:lnTo>
                      <a:pt x="1" y="179"/>
                    </a:lnTo>
                    <a:lnTo>
                      <a:pt x="5680" y="179"/>
                    </a:lnTo>
                    <a:lnTo>
                      <a:pt x="5680"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7" name="Google Shape;1307;p42"/>
              <p:cNvSpPr/>
              <p:nvPr/>
            </p:nvSpPr>
            <p:spPr>
              <a:xfrm>
                <a:off x="10200549" y="3792761"/>
                <a:ext cx="178412" cy="5276"/>
              </a:xfrm>
              <a:custGeom>
                <a:avLst/>
                <a:gdLst/>
                <a:ahLst/>
                <a:cxnLst/>
                <a:rect l="l" t="t" r="r" b="b"/>
                <a:pathLst>
                  <a:path w="5681" h="168" extrusionOk="0">
                    <a:moveTo>
                      <a:pt x="1" y="0"/>
                    </a:moveTo>
                    <a:lnTo>
                      <a:pt x="1" y="167"/>
                    </a:lnTo>
                    <a:lnTo>
                      <a:pt x="5680" y="167"/>
                    </a:lnTo>
                    <a:lnTo>
                      <a:pt x="5680"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8" name="Google Shape;1308;p42"/>
              <p:cNvSpPr/>
              <p:nvPr/>
            </p:nvSpPr>
            <p:spPr>
              <a:xfrm>
                <a:off x="10200549" y="3883993"/>
                <a:ext cx="178412" cy="5653"/>
              </a:xfrm>
              <a:custGeom>
                <a:avLst/>
                <a:gdLst/>
                <a:ahLst/>
                <a:cxnLst/>
                <a:rect l="l" t="t" r="r" b="b"/>
                <a:pathLst>
                  <a:path w="5681" h="180" extrusionOk="0">
                    <a:moveTo>
                      <a:pt x="1" y="0"/>
                    </a:moveTo>
                    <a:lnTo>
                      <a:pt x="1" y="179"/>
                    </a:lnTo>
                    <a:lnTo>
                      <a:pt x="5680" y="179"/>
                    </a:lnTo>
                    <a:lnTo>
                      <a:pt x="5680"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09" name="Google Shape;1309;p42"/>
              <p:cNvSpPr/>
              <p:nvPr/>
            </p:nvSpPr>
            <p:spPr>
              <a:xfrm>
                <a:off x="10160539" y="3964766"/>
                <a:ext cx="258432" cy="121160"/>
              </a:xfrm>
              <a:custGeom>
                <a:avLst/>
                <a:gdLst/>
                <a:ahLst/>
                <a:cxnLst/>
                <a:rect l="l" t="t" r="r" b="b"/>
                <a:pathLst>
                  <a:path w="8229" h="3858" extrusionOk="0">
                    <a:moveTo>
                      <a:pt x="572" y="131"/>
                    </a:moveTo>
                    <a:lnTo>
                      <a:pt x="572" y="3679"/>
                    </a:lnTo>
                    <a:lnTo>
                      <a:pt x="132" y="3679"/>
                    </a:lnTo>
                    <a:lnTo>
                      <a:pt x="132" y="131"/>
                    </a:lnTo>
                    <a:close/>
                    <a:moveTo>
                      <a:pt x="1156" y="131"/>
                    </a:moveTo>
                    <a:lnTo>
                      <a:pt x="1156" y="3679"/>
                    </a:lnTo>
                    <a:lnTo>
                      <a:pt x="715" y="3679"/>
                    </a:lnTo>
                    <a:lnTo>
                      <a:pt x="715" y="131"/>
                    </a:lnTo>
                    <a:close/>
                    <a:moveTo>
                      <a:pt x="1739" y="131"/>
                    </a:moveTo>
                    <a:lnTo>
                      <a:pt x="1739" y="3679"/>
                    </a:lnTo>
                    <a:lnTo>
                      <a:pt x="1287" y="3679"/>
                    </a:lnTo>
                    <a:lnTo>
                      <a:pt x="1287" y="131"/>
                    </a:lnTo>
                    <a:close/>
                    <a:moveTo>
                      <a:pt x="2311" y="131"/>
                    </a:moveTo>
                    <a:lnTo>
                      <a:pt x="2311" y="3679"/>
                    </a:lnTo>
                    <a:lnTo>
                      <a:pt x="1870" y="3679"/>
                    </a:lnTo>
                    <a:lnTo>
                      <a:pt x="1870" y="131"/>
                    </a:lnTo>
                    <a:close/>
                    <a:moveTo>
                      <a:pt x="2894" y="131"/>
                    </a:moveTo>
                    <a:lnTo>
                      <a:pt x="2894" y="3679"/>
                    </a:lnTo>
                    <a:lnTo>
                      <a:pt x="2442" y="3679"/>
                    </a:lnTo>
                    <a:lnTo>
                      <a:pt x="2442" y="131"/>
                    </a:lnTo>
                    <a:close/>
                    <a:moveTo>
                      <a:pt x="3466" y="131"/>
                    </a:moveTo>
                    <a:lnTo>
                      <a:pt x="3466" y="3679"/>
                    </a:lnTo>
                    <a:lnTo>
                      <a:pt x="3025" y="3679"/>
                    </a:lnTo>
                    <a:lnTo>
                      <a:pt x="3025" y="131"/>
                    </a:lnTo>
                    <a:close/>
                    <a:moveTo>
                      <a:pt x="4049" y="131"/>
                    </a:moveTo>
                    <a:lnTo>
                      <a:pt x="4049" y="3679"/>
                    </a:lnTo>
                    <a:lnTo>
                      <a:pt x="3597" y="3679"/>
                    </a:lnTo>
                    <a:lnTo>
                      <a:pt x="3597" y="131"/>
                    </a:lnTo>
                    <a:close/>
                    <a:moveTo>
                      <a:pt x="4621" y="131"/>
                    </a:moveTo>
                    <a:lnTo>
                      <a:pt x="4621" y="3679"/>
                    </a:lnTo>
                    <a:lnTo>
                      <a:pt x="4180" y="3679"/>
                    </a:lnTo>
                    <a:lnTo>
                      <a:pt x="4180" y="131"/>
                    </a:lnTo>
                    <a:close/>
                    <a:moveTo>
                      <a:pt x="5204" y="131"/>
                    </a:moveTo>
                    <a:lnTo>
                      <a:pt x="5204" y="3679"/>
                    </a:lnTo>
                    <a:lnTo>
                      <a:pt x="4752" y="3679"/>
                    </a:lnTo>
                    <a:lnTo>
                      <a:pt x="4752" y="131"/>
                    </a:lnTo>
                    <a:close/>
                    <a:moveTo>
                      <a:pt x="5775" y="131"/>
                    </a:moveTo>
                    <a:lnTo>
                      <a:pt x="5775" y="3679"/>
                    </a:lnTo>
                    <a:lnTo>
                      <a:pt x="5335" y="3679"/>
                    </a:lnTo>
                    <a:lnTo>
                      <a:pt x="5335" y="131"/>
                    </a:lnTo>
                    <a:close/>
                    <a:moveTo>
                      <a:pt x="6359" y="131"/>
                    </a:moveTo>
                    <a:lnTo>
                      <a:pt x="6359" y="3679"/>
                    </a:lnTo>
                    <a:lnTo>
                      <a:pt x="5906" y="3679"/>
                    </a:lnTo>
                    <a:lnTo>
                      <a:pt x="5906" y="131"/>
                    </a:lnTo>
                    <a:close/>
                    <a:moveTo>
                      <a:pt x="6930" y="131"/>
                    </a:moveTo>
                    <a:lnTo>
                      <a:pt x="6930" y="3679"/>
                    </a:lnTo>
                    <a:lnTo>
                      <a:pt x="6490" y="3679"/>
                    </a:lnTo>
                    <a:lnTo>
                      <a:pt x="6490" y="131"/>
                    </a:lnTo>
                    <a:close/>
                    <a:moveTo>
                      <a:pt x="7514" y="131"/>
                    </a:moveTo>
                    <a:lnTo>
                      <a:pt x="7514" y="3679"/>
                    </a:lnTo>
                    <a:lnTo>
                      <a:pt x="7073" y="3679"/>
                    </a:lnTo>
                    <a:lnTo>
                      <a:pt x="7073" y="131"/>
                    </a:lnTo>
                    <a:close/>
                    <a:moveTo>
                      <a:pt x="8085" y="131"/>
                    </a:moveTo>
                    <a:lnTo>
                      <a:pt x="8085" y="3679"/>
                    </a:lnTo>
                    <a:lnTo>
                      <a:pt x="7645" y="3679"/>
                    </a:lnTo>
                    <a:lnTo>
                      <a:pt x="7645" y="131"/>
                    </a:lnTo>
                    <a:close/>
                    <a:moveTo>
                      <a:pt x="1" y="0"/>
                    </a:moveTo>
                    <a:lnTo>
                      <a:pt x="1" y="60"/>
                    </a:lnTo>
                    <a:lnTo>
                      <a:pt x="1" y="3727"/>
                    </a:lnTo>
                    <a:lnTo>
                      <a:pt x="1" y="3858"/>
                    </a:lnTo>
                    <a:lnTo>
                      <a:pt x="8228" y="3858"/>
                    </a:lnTo>
                    <a:lnTo>
                      <a:pt x="8228" y="3679"/>
                    </a:lnTo>
                    <a:lnTo>
                      <a:pt x="8228" y="131"/>
                    </a:lnTo>
                    <a:lnTo>
                      <a:pt x="8228"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0" name="Google Shape;1310;p42"/>
              <p:cNvSpPr/>
              <p:nvPr/>
            </p:nvSpPr>
            <p:spPr>
              <a:xfrm>
                <a:off x="10746494" y="3677599"/>
                <a:ext cx="201180" cy="287952"/>
              </a:xfrm>
              <a:custGeom>
                <a:avLst/>
                <a:gdLst/>
                <a:ahLst/>
                <a:cxnLst/>
                <a:rect l="l" t="t" r="r" b="b"/>
                <a:pathLst>
                  <a:path w="6406" h="9169" extrusionOk="0">
                    <a:moveTo>
                      <a:pt x="0" y="0"/>
                    </a:moveTo>
                    <a:lnTo>
                      <a:pt x="0" y="9168"/>
                    </a:lnTo>
                    <a:lnTo>
                      <a:pt x="6406" y="9168"/>
                    </a:lnTo>
                    <a:lnTo>
                      <a:pt x="6406"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1" name="Google Shape;1311;p42"/>
              <p:cNvSpPr/>
              <p:nvPr/>
            </p:nvSpPr>
            <p:spPr>
              <a:xfrm>
                <a:off x="10770770" y="3702283"/>
                <a:ext cx="152597" cy="238961"/>
              </a:xfrm>
              <a:custGeom>
                <a:avLst/>
                <a:gdLst/>
                <a:ahLst/>
                <a:cxnLst/>
                <a:rect l="l" t="t" r="r" b="b"/>
                <a:pathLst>
                  <a:path w="4859" h="7609" extrusionOk="0">
                    <a:moveTo>
                      <a:pt x="1" y="0"/>
                    </a:moveTo>
                    <a:lnTo>
                      <a:pt x="1" y="7608"/>
                    </a:lnTo>
                    <a:lnTo>
                      <a:pt x="4859" y="7608"/>
                    </a:lnTo>
                    <a:lnTo>
                      <a:pt x="4859"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2" name="Google Shape;1312;p42"/>
              <p:cNvSpPr/>
              <p:nvPr/>
            </p:nvSpPr>
            <p:spPr>
              <a:xfrm>
                <a:off x="10844446" y="3702283"/>
                <a:ext cx="5276" cy="240060"/>
              </a:xfrm>
              <a:custGeom>
                <a:avLst/>
                <a:gdLst/>
                <a:ahLst/>
                <a:cxnLst/>
                <a:rect l="l" t="t" r="r" b="b"/>
                <a:pathLst>
                  <a:path w="168" h="7644" extrusionOk="0">
                    <a:moveTo>
                      <a:pt x="0" y="0"/>
                    </a:moveTo>
                    <a:lnTo>
                      <a:pt x="0" y="7644"/>
                    </a:lnTo>
                    <a:lnTo>
                      <a:pt x="167" y="7644"/>
                    </a:lnTo>
                    <a:lnTo>
                      <a:pt x="167"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3" name="Google Shape;1313;p42"/>
              <p:cNvSpPr/>
              <p:nvPr/>
            </p:nvSpPr>
            <p:spPr>
              <a:xfrm>
                <a:off x="10746117" y="4078044"/>
                <a:ext cx="201557" cy="287576"/>
              </a:xfrm>
              <a:custGeom>
                <a:avLst/>
                <a:gdLst/>
                <a:ahLst/>
                <a:cxnLst/>
                <a:rect l="l" t="t" r="r" b="b"/>
                <a:pathLst>
                  <a:path w="6418" h="9157" extrusionOk="0">
                    <a:moveTo>
                      <a:pt x="0" y="1"/>
                    </a:moveTo>
                    <a:lnTo>
                      <a:pt x="0" y="9157"/>
                    </a:lnTo>
                    <a:lnTo>
                      <a:pt x="6418" y="9157"/>
                    </a:lnTo>
                    <a:lnTo>
                      <a:pt x="641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4" name="Google Shape;1314;p42"/>
              <p:cNvSpPr/>
              <p:nvPr/>
            </p:nvSpPr>
            <p:spPr>
              <a:xfrm>
                <a:off x="10770770" y="4102352"/>
                <a:ext cx="152597" cy="238961"/>
              </a:xfrm>
              <a:custGeom>
                <a:avLst/>
                <a:gdLst/>
                <a:ahLst/>
                <a:cxnLst/>
                <a:rect l="l" t="t" r="r" b="b"/>
                <a:pathLst>
                  <a:path w="4859" h="7609" extrusionOk="0">
                    <a:moveTo>
                      <a:pt x="1" y="1"/>
                    </a:moveTo>
                    <a:lnTo>
                      <a:pt x="1" y="7609"/>
                    </a:lnTo>
                    <a:lnTo>
                      <a:pt x="4859" y="7609"/>
                    </a:lnTo>
                    <a:lnTo>
                      <a:pt x="4859"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5" name="Google Shape;1315;p42"/>
              <p:cNvSpPr/>
              <p:nvPr/>
            </p:nvSpPr>
            <p:spPr>
              <a:xfrm>
                <a:off x="10844446" y="4101975"/>
                <a:ext cx="5276" cy="240091"/>
              </a:xfrm>
              <a:custGeom>
                <a:avLst/>
                <a:gdLst/>
                <a:ahLst/>
                <a:cxnLst/>
                <a:rect l="l" t="t" r="r" b="b"/>
                <a:pathLst>
                  <a:path w="168" h="7645" extrusionOk="0">
                    <a:moveTo>
                      <a:pt x="0" y="1"/>
                    </a:moveTo>
                    <a:lnTo>
                      <a:pt x="0" y="7645"/>
                    </a:lnTo>
                    <a:lnTo>
                      <a:pt x="167" y="7645"/>
                    </a:lnTo>
                    <a:lnTo>
                      <a:pt x="167"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6" name="Google Shape;1316;p42"/>
              <p:cNvSpPr/>
              <p:nvPr/>
            </p:nvSpPr>
            <p:spPr>
              <a:xfrm>
                <a:off x="10478013" y="4083289"/>
                <a:ext cx="209409" cy="390396"/>
              </a:xfrm>
              <a:custGeom>
                <a:avLst/>
                <a:gdLst/>
                <a:ahLst/>
                <a:cxnLst/>
                <a:rect l="l" t="t" r="r" b="b"/>
                <a:pathLst>
                  <a:path w="6668" h="12431" extrusionOk="0">
                    <a:moveTo>
                      <a:pt x="0" y="1"/>
                    </a:moveTo>
                    <a:lnTo>
                      <a:pt x="0" y="12431"/>
                    </a:lnTo>
                    <a:lnTo>
                      <a:pt x="6668" y="12431"/>
                    </a:lnTo>
                    <a:lnTo>
                      <a:pt x="666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7" name="Google Shape;1317;p42"/>
              <p:cNvSpPr/>
              <p:nvPr/>
            </p:nvSpPr>
            <p:spPr>
              <a:xfrm>
                <a:off x="10656362" y="4083289"/>
                <a:ext cx="3015" cy="358614"/>
              </a:xfrm>
              <a:custGeom>
                <a:avLst/>
                <a:gdLst/>
                <a:ahLst/>
                <a:cxnLst/>
                <a:rect l="l" t="t" r="r" b="b"/>
                <a:pathLst>
                  <a:path w="96" h="11419" extrusionOk="0">
                    <a:moveTo>
                      <a:pt x="1" y="1"/>
                    </a:moveTo>
                    <a:lnTo>
                      <a:pt x="1" y="11419"/>
                    </a:lnTo>
                    <a:lnTo>
                      <a:pt x="96" y="11419"/>
                    </a:lnTo>
                    <a:lnTo>
                      <a:pt x="96"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8" name="Google Shape;1318;p42"/>
              <p:cNvSpPr/>
              <p:nvPr/>
            </p:nvSpPr>
            <p:spPr>
              <a:xfrm>
                <a:off x="10625710" y="4083289"/>
                <a:ext cx="3015" cy="358614"/>
              </a:xfrm>
              <a:custGeom>
                <a:avLst/>
                <a:gdLst/>
                <a:ahLst/>
                <a:cxnLst/>
                <a:rect l="l" t="t" r="r" b="b"/>
                <a:pathLst>
                  <a:path w="96" h="11419" extrusionOk="0">
                    <a:moveTo>
                      <a:pt x="0" y="1"/>
                    </a:moveTo>
                    <a:lnTo>
                      <a:pt x="0" y="11419"/>
                    </a:lnTo>
                    <a:lnTo>
                      <a:pt x="96" y="11419"/>
                    </a:lnTo>
                    <a:lnTo>
                      <a:pt x="96"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19" name="Google Shape;1319;p42"/>
              <p:cNvSpPr/>
              <p:nvPr/>
            </p:nvSpPr>
            <p:spPr>
              <a:xfrm>
                <a:off x="10595405" y="4083289"/>
                <a:ext cx="3046" cy="358614"/>
              </a:xfrm>
              <a:custGeom>
                <a:avLst/>
                <a:gdLst/>
                <a:ahLst/>
                <a:cxnLst/>
                <a:rect l="l" t="t" r="r" b="b"/>
                <a:pathLst>
                  <a:path w="97" h="11419" extrusionOk="0">
                    <a:moveTo>
                      <a:pt x="1" y="1"/>
                    </a:moveTo>
                    <a:lnTo>
                      <a:pt x="1" y="11419"/>
                    </a:lnTo>
                    <a:lnTo>
                      <a:pt x="96" y="11419"/>
                    </a:lnTo>
                    <a:lnTo>
                      <a:pt x="96"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0" name="Google Shape;1320;p42"/>
              <p:cNvSpPr/>
              <p:nvPr/>
            </p:nvSpPr>
            <p:spPr>
              <a:xfrm>
                <a:off x="10564753" y="4083289"/>
                <a:ext cx="3015" cy="358614"/>
              </a:xfrm>
              <a:custGeom>
                <a:avLst/>
                <a:gdLst/>
                <a:ahLst/>
                <a:cxnLst/>
                <a:rect l="l" t="t" r="r" b="b"/>
                <a:pathLst>
                  <a:path w="96" h="11419" extrusionOk="0">
                    <a:moveTo>
                      <a:pt x="1" y="1"/>
                    </a:moveTo>
                    <a:lnTo>
                      <a:pt x="1" y="11419"/>
                    </a:lnTo>
                    <a:lnTo>
                      <a:pt x="96" y="11419"/>
                    </a:lnTo>
                    <a:lnTo>
                      <a:pt x="96"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1" name="Google Shape;1321;p42"/>
              <p:cNvSpPr/>
              <p:nvPr/>
            </p:nvSpPr>
            <p:spPr>
              <a:xfrm>
                <a:off x="10534479" y="4083289"/>
                <a:ext cx="3015" cy="358614"/>
              </a:xfrm>
              <a:custGeom>
                <a:avLst/>
                <a:gdLst/>
                <a:ahLst/>
                <a:cxnLst/>
                <a:rect l="l" t="t" r="r" b="b"/>
                <a:pathLst>
                  <a:path w="96" h="11419" extrusionOk="0">
                    <a:moveTo>
                      <a:pt x="0" y="1"/>
                    </a:moveTo>
                    <a:lnTo>
                      <a:pt x="0" y="11419"/>
                    </a:lnTo>
                    <a:lnTo>
                      <a:pt x="95" y="11419"/>
                    </a:lnTo>
                    <a:lnTo>
                      <a:pt x="95"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2" name="Google Shape;1322;p42"/>
              <p:cNvSpPr/>
              <p:nvPr/>
            </p:nvSpPr>
            <p:spPr>
              <a:xfrm>
                <a:off x="10503796" y="4083289"/>
                <a:ext cx="3046" cy="358614"/>
              </a:xfrm>
              <a:custGeom>
                <a:avLst/>
                <a:gdLst/>
                <a:ahLst/>
                <a:cxnLst/>
                <a:rect l="l" t="t" r="r" b="b"/>
                <a:pathLst>
                  <a:path w="97" h="11419" extrusionOk="0">
                    <a:moveTo>
                      <a:pt x="1" y="1"/>
                    </a:moveTo>
                    <a:lnTo>
                      <a:pt x="1" y="11419"/>
                    </a:lnTo>
                    <a:lnTo>
                      <a:pt x="96" y="11419"/>
                    </a:lnTo>
                    <a:lnTo>
                      <a:pt x="96"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3" name="Google Shape;1323;p42"/>
              <p:cNvSpPr/>
              <p:nvPr/>
            </p:nvSpPr>
            <p:spPr>
              <a:xfrm>
                <a:off x="10662737" y="4265752"/>
                <a:ext cx="17210" cy="17241"/>
              </a:xfrm>
              <a:custGeom>
                <a:avLst/>
                <a:gdLst/>
                <a:ahLst/>
                <a:cxnLst/>
                <a:rect l="l" t="t" r="r" b="b"/>
                <a:pathLst>
                  <a:path w="548" h="549" extrusionOk="0">
                    <a:moveTo>
                      <a:pt x="274" y="1"/>
                    </a:moveTo>
                    <a:cubicBezTo>
                      <a:pt x="119" y="1"/>
                      <a:pt x="0" y="120"/>
                      <a:pt x="0" y="275"/>
                    </a:cubicBezTo>
                    <a:cubicBezTo>
                      <a:pt x="0" y="417"/>
                      <a:pt x="119" y="548"/>
                      <a:pt x="274" y="548"/>
                    </a:cubicBezTo>
                    <a:cubicBezTo>
                      <a:pt x="417" y="548"/>
                      <a:pt x="548" y="417"/>
                      <a:pt x="548" y="275"/>
                    </a:cubicBezTo>
                    <a:cubicBezTo>
                      <a:pt x="548" y="120"/>
                      <a:pt x="417" y="1"/>
                      <a:pt x="274" y="1"/>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4" name="Google Shape;1324;p42"/>
              <p:cNvSpPr/>
              <p:nvPr/>
            </p:nvSpPr>
            <p:spPr>
              <a:xfrm>
                <a:off x="10478013" y="3965520"/>
                <a:ext cx="250172" cy="117800"/>
              </a:xfrm>
              <a:custGeom>
                <a:avLst/>
                <a:gdLst/>
                <a:ahLst/>
                <a:cxnLst/>
                <a:rect l="l" t="t" r="r" b="b"/>
                <a:pathLst>
                  <a:path w="7966" h="3751" extrusionOk="0">
                    <a:moveTo>
                      <a:pt x="0" y="0"/>
                    </a:moveTo>
                    <a:lnTo>
                      <a:pt x="0" y="3751"/>
                    </a:lnTo>
                    <a:lnTo>
                      <a:pt x="7966" y="3751"/>
                    </a:lnTo>
                    <a:lnTo>
                      <a:pt x="6668"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5" name="Google Shape;1325;p42"/>
              <p:cNvSpPr/>
              <p:nvPr/>
            </p:nvSpPr>
            <p:spPr>
              <a:xfrm>
                <a:off x="10478013" y="4441871"/>
                <a:ext cx="250172" cy="33698"/>
              </a:xfrm>
              <a:custGeom>
                <a:avLst/>
                <a:gdLst/>
                <a:ahLst/>
                <a:cxnLst/>
                <a:rect l="l" t="t" r="r" b="b"/>
                <a:pathLst>
                  <a:path w="7966" h="1073" extrusionOk="0">
                    <a:moveTo>
                      <a:pt x="0" y="1"/>
                    </a:moveTo>
                    <a:lnTo>
                      <a:pt x="0" y="1072"/>
                    </a:lnTo>
                    <a:lnTo>
                      <a:pt x="7966" y="1072"/>
                    </a:lnTo>
                    <a:lnTo>
                      <a:pt x="7966" y="1"/>
                    </a:lnTo>
                    <a:close/>
                  </a:path>
                </a:pathLst>
              </a:custGeom>
              <a:solidFill>
                <a:srgbClr val="857879"/>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6" name="Google Shape;1326;p42"/>
              <p:cNvSpPr/>
              <p:nvPr/>
            </p:nvSpPr>
            <p:spPr>
              <a:xfrm>
                <a:off x="10024085" y="2957419"/>
                <a:ext cx="113686" cy="113718"/>
              </a:xfrm>
              <a:custGeom>
                <a:avLst/>
                <a:gdLst/>
                <a:ahLst/>
                <a:cxnLst/>
                <a:rect l="l" t="t" r="r" b="b"/>
                <a:pathLst>
                  <a:path w="3620" h="3621" extrusionOk="0">
                    <a:moveTo>
                      <a:pt x="1810" y="1"/>
                    </a:moveTo>
                    <a:cubicBezTo>
                      <a:pt x="810" y="1"/>
                      <a:pt x="0" y="810"/>
                      <a:pt x="0" y="1811"/>
                    </a:cubicBezTo>
                    <a:cubicBezTo>
                      <a:pt x="0" y="2811"/>
                      <a:pt x="810" y="3620"/>
                      <a:pt x="1810" y="3620"/>
                    </a:cubicBezTo>
                    <a:cubicBezTo>
                      <a:pt x="2810" y="3620"/>
                      <a:pt x="3620" y="2811"/>
                      <a:pt x="3620" y="1811"/>
                    </a:cubicBezTo>
                    <a:cubicBezTo>
                      <a:pt x="3620" y="810"/>
                      <a:pt x="2810" y="1"/>
                      <a:pt x="1810"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7" name="Google Shape;1327;p42"/>
              <p:cNvSpPr/>
              <p:nvPr/>
            </p:nvSpPr>
            <p:spPr>
              <a:xfrm>
                <a:off x="10027445" y="2905067"/>
                <a:ext cx="93493" cy="80146"/>
              </a:xfrm>
              <a:custGeom>
                <a:avLst/>
                <a:gdLst/>
                <a:ahLst/>
                <a:cxnLst/>
                <a:rect l="l" t="t" r="r" b="b"/>
                <a:pathLst>
                  <a:path w="2977" h="2552" extrusionOk="0">
                    <a:moveTo>
                      <a:pt x="1724" y="1"/>
                    </a:moveTo>
                    <a:cubicBezTo>
                      <a:pt x="1717" y="1"/>
                      <a:pt x="1710" y="1"/>
                      <a:pt x="1703" y="1"/>
                    </a:cubicBezTo>
                    <a:cubicBezTo>
                      <a:pt x="560" y="1"/>
                      <a:pt x="0" y="1370"/>
                      <a:pt x="798" y="2180"/>
                    </a:cubicBezTo>
                    <a:cubicBezTo>
                      <a:pt x="1059" y="2437"/>
                      <a:pt x="1377" y="2552"/>
                      <a:pt x="1690" y="2552"/>
                    </a:cubicBezTo>
                    <a:cubicBezTo>
                      <a:pt x="2347" y="2552"/>
                      <a:pt x="2977" y="2042"/>
                      <a:pt x="2977" y="1275"/>
                    </a:cubicBezTo>
                    <a:cubicBezTo>
                      <a:pt x="2977" y="568"/>
                      <a:pt x="2417" y="1"/>
                      <a:pt x="1724"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8" name="Google Shape;1328;p42"/>
              <p:cNvSpPr/>
              <p:nvPr/>
            </p:nvSpPr>
            <p:spPr>
              <a:xfrm>
                <a:off x="10038657" y="2833275"/>
                <a:ext cx="74053" cy="63752"/>
              </a:xfrm>
              <a:custGeom>
                <a:avLst/>
                <a:gdLst/>
                <a:ahLst/>
                <a:cxnLst/>
                <a:rect l="l" t="t" r="r" b="b"/>
                <a:pathLst>
                  <a:path w="2358" h="2030" extrusionOk="0">
                    <a:moveTo>
                      <a:pt x="1346" y="1"/>
                    </a:moveTo>
                    <a:cubicBezTo>
                      <a:pt x="441" y="1"/>
                      <a:pt x="1" y="1096"/>
                      <a:pt x="632" y="1727"/>
                    </a:cubicBezTo>
                    <a:cubicBezTo>
                      <a:pt x="840" y="1936"/>
                      <a:pt x="1095" y="2029"/>
                      <a:pt x="1344" y="2029"/>
                    </a:cubicBezTo>
                    <a:cubicBezTo>
                      <a:pt x="1863" y="2029"/>
                      <a:pt x="2358" y="1624"/>
                      <a:pt x="2358" y="1013"/>
                    </a:cubicBezTo>
                    <a:cubicBezTo>
                      <a:pt x="2358" y="453"/>
                      <a:pt x="1906" y="1"/>
                      <a:pt x="1346" y="1"/>
                    </a:cubicBez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29" name="Google Shape;1329;p42"/>
              <p:cNvSpPr/>
              <p:nvPr/>
            </p:nvSpPr>
            <p:spPr>
              <a:xfrm>
                <a:off x="9041045" y="3551194"/>
                <a:ext cx="391526" cy="923998"/>
              </a:xfrm>
              <a:custGeom>
                <a:avLst/>
                <a:gdLst/>
                <a:ahLst/>
                <a:cxnLst/>
                <a:rect l="l" t="t" r="r" b="b"/>
                <a:pathLst>
                  <a:path w="12467" h="29422" extrusionOk="0">
                    <a:moveTo>
                      <a:pt x="1" y="1"/>
                    </a:moveTo>
                    <a:lnTo>
                      <a:pt x="1" y="29421"/>
                    </a:lnTo>
                    <a:lnTo>
                      <a:pt x="12466" y="29421"/>
                    </a:lnTo>
                    <a:lnTo>
                      <a:pt x="12466"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0" name="Google Shape;1330;p42"/>
              <p:cNvSpPr/>
              <p:nvPr/>
            </p:nvSpPr>
            <p:spPr>
              <a:xfrm>
                <a:off x="9291940" y="3551947"/>
                <a:ext cx="14258" cy="399377"/>
              </a:xfrm>
              <a:custGeom>
                <a:avLst/>
                <a:gdLst/>
                <a:ahLst/>
                <a:cxnLst/>
                <a:rect l="l" t="t" r="r" b="b"/>
                <a:pathLst>
                  <a:path w="454" h="12717" extrusionOk="0">
                    <a:moveTo>
                      <a:pt x="1" y="1"/>
                    </a:moveTo>
                    <a:lnTo>
                      <a:pt x="1" y="12717"/>
                    </a:lnTo>
                    <a:lnTo>
                      <a:pt x="453" y="12717"/>
                    </a:lnTo>
                    <a:lnTo>
                      <a:pt x="453"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1" name="Google Shape;1331;p42"/>
              <p:cNvSpPr/>
              <p:nvPr/>
            </p:nvSpPr>
            <p:spPr>
              <a:xfrm>
                <a:off x="9167419" y="3551947"/>
                <a:ext cx="14258" cy="399377"/>
              </a:xfrm>
              <a:custGeom>
                <a:avLst/>
                <a:gdLst/>
                <a:ahLst/>
                <a:cxnLst/>
                <a:rect l="l" t="t" r="r" b="b"/>
                <a:pathLst>
                  <a:path w="454" h="12717" extrusionOk="0">
                    <a:moveTo>
                      <a:pt x="1" y="1"/>
                    </a:moveTo>
                    <a:lnTo>
                      <a:pt x="1" y="12717"/>
                    </a:lnTo>
                    <a:lnTo>
                      <a:pt x="453" y="12717"/>
                    </a:lnTo>
                    <a:lnTo>
                      <a:pt x="453"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2" name="Google Shape;1332;p42"/>
              <p:cNvSpPr/>
              <p:nvPr/>
            </p:nvSpPr>
            <p:spPr>
              <a:xfrm>
                <a:off x="9041045" y="3803596"/>
                <a:ext cx="391903" cy="14603"/>
              </a:xfrm>
              <a:custGeom>
                <a:avLst/>
                <a:gdLst/>
                <a:ahLst/>
                <a:cxnLst/>
                <a:rect l="l" t="t" r="r" b="b"/>
                <a:pathLst>
                  <a:path w="12479" h="465" extrusionOk="0">
                    <a:moveTo>
                      <a:pt x="1" y="1"/>
                    </a:moveTo>
                    <a:lnTo>
                      <a:pt x="1" y="465"/>
                    </a:lnTo>
                    <a:lnTo>
                      <a:pt x="12478" y="465"/>
                    </a:lnTo>
                    <a:lnTo>
                      <a:pt x="12478"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3" name="Google Shape;1333;p42"/>
              <p:cNvSpPr/>
              <p:nvPr/>
            </p:nvSpPr>
            <p:spPr>
              <a:xfrm>
                <a:off x="9181646" y="3564667"/>
                <a:ext cx="110326" cy="238961"/>
              </a:xfrm>
              <a:custGeom>
                <a:avLst/>
                <a:gdLst/>
                <a:ahLst/>
                <a:cxnLst/>
                <a:rect l="l" t="t" r="r" b="b"/>
                <a:pathLst>
                  <a:path w="3513" h="7609" extrusionOk="0">
                    <a:moveTo>
                      <a:pt x="0" y="1"/>
                    </a:moveTo>
                    <a:lnTo>
                      <a:pt x="0" y="7609"/>
                    </a:lnTo>
                    <a:lnTo>
                      <a:pt x="3513" y="7609"/>
                    </a:lnTo>
                    <a:lnTo>
                      <a:pt x="3513" y="1"/>
                    </a:lnTo>
                    <a:close/>
                  </a:path>
                </a:pathLst>
              </a:custGeom>
              <a:solidFill>
                <a:srgbClr val="EDE4D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4" name="Google Shape;1334;p42"/>
              <p:cNvSpPr/>
              <p:nvPr/>
            </p:nvSpPr>
            <p:spPr>
              <a:xfrm>
                <a:off x="9181646" y="3638343"/>
                <a:ext cx="110326" cy="6375"/>
              </a:xfrm>
              <a:custGeom>
                <a:avLst/>
                <a:gdLst/>
                <a:ahLst/>
                <a:cxnLst/>
                <a:rect l="l" t="t" r="r" b="b"/>
                <a:pathLst>
                  <a:path w="3513" h="203" extrusionOk="0">
                    <a:moveTo>
                      <a:pt x="0" y="0"/>
                    </a:moveTo>
                    <a:lnTo>
                      <a:pt x="0" y="203"/>
                    </a:lnTo>
                    <a:lnTo>
                      <a:pt x="3513" y="203"/>
                    </a:lnTo>
                    <a:lnTo>
                      <a:pt x="3513"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5" name="Google Shape;1335;p42"/>
              <p:cNvSpPr/>
              <p:nvPr/>
            </p:nvSpPr>
            <p:spPr>
              <a:xfrm>
                <a:off x="9181646" y="3601693"/>
                <a:ext cx="110326" cy="3015"/>
              </a:xfrm>
              <a:custGeom>
                <a:avLst/>
                <a:gdLst/>
                <a:ahLst/>
                <a:cxnLst/>
                <a:rect l="l" t="t" r="r" b="b"/>
                <a:pathLst>
                  <a:path w="3513" h="96" extrusionOk="0">
                    <a:moveTo>
                      <a:pt x="0" y="0"/>
                    </a:moveTo>
                    <a:lnTo>
                      <a:pt x="0" y="96"/>
                    </a:lnTo>
                    <a:lnTo>
                      <a:pt x="3513" y="96"/>
                    </a:lnTo>
                    <a:lnTo>
                      <a:pt x="3513"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6" name="Google Shape;1336;p42"/>
              <p:cNvSpPr/>
              <p:nvPr/>
            </p:nvSpPr>
            <p:spPr>
              <a:xfrm>
                <a:off x="9217165" y="3564667"/>
                <a:ext cx="3392" cy="77068"/>
              </a:xfrm>
              <a:custGeom>
                <a:avLst/>
                <a:gdLst/>
                <a:ahLst/>
                <a:cxnLst/>
                <a:rect l="l" t="t" r="r" b="b"/>
                <a:pathLst>
                  <a:path w="108" h="2454" extrusionOk="0">
                    <a:moveTo>
                      <a:pt x="0" y="1"/>
                    </a:moveTo>
                    <a:lnTo>
                      <a:pt x="0"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7" name="Google Shape;1337;p42"/>
              <p:cNvSpPr/>
              <p:nvPr/>
            </p:nvSpPr>
            <p:spPr>
              <a:xfrm>
                <a:off x="9253061" y="3564667"/>
                <a:ext cx="3392" cy="76691"/>
              </a:xfrm>
              <a:custGeom>
                <a:avLst/>
                <a:gdLst/>
                <a:ahLst/>
                <a:cxnLst/>
                <a:rect l="l" t="t" r="r" b="b"/>
                <a:pathLst>
                  <a:path w="108" h="2442" extrusionOk="0">
                    <a:moveTo>
                      <a:pt x="0" y="1"/>
                    </a:moveTo>
                    <a:lnTo>
                      <a:pt x="0" y="2441"/>
                    </a:lnTo>
                    <a:lnTo>
                      <a:pt x="108" y="2441"/>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8" name="Google Shape;1338;p42"/>
              <p:cNvSpPr/>
              <p:nvPr/>
            </p:nvSpPr>
            <p:spPr>
              <a:xfrm>
                <a:off x="9133031" y="4068340"/>
                <a:ext cx="217291" cy="405344"/>
              </a:xfrm>
              <a:custGeom>
                <a:avLst/>
                <a:gdLst/>
                <a:ahLst/>
                <a:cxnLst/>
                <a:rect l="l" t="t" r="r" b="b"/>
                <a:pathLst>
                  <a:path w="6919" h="12907" extrusionOk="0">
                    <a:moveTo>
                      <a:pt x="1" y="0"/>
                    </a:moveTo>
                    <a:lnTo>
                      <a:pt x="1" y="12907"/>
                    </a:lnTo>
                    <a:lnTo>
                      <a:pt x="6918" y="12907"/>
                    </a:lnTo>
                    <a:lnTo>
                      <a:pt x="6918"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39" name="Google Shape;1339;p42"/>
              <p:cNvSpPr/>
              <p:nvPr/>
            </p:nvSpPr>
            <p:spPr>
              <a:xfrm>
                <a:off x="9152094" y="4097138"/>
                <a:ext cx="179888" cy="112179"/>
              </a:xfrm>
              <a:custGeom>
                <a:avLst/>
                <a:gdLst/>
                <a:ahLst/>
                <a:cxnLst/>
                <a:rect l="l" t="t" r="r" b="b"/>
                <a:pathLst>
                  <a:path w="5728" h="3572" extrusionOk="0">
                    <a:moveTo>
                      <a:pt x="2870" y="0"/>
                    </a:moveTo>
                    <a:cubicBezTo>
                      <a:pt x="287" y="0"/>
                      <a:pt x="1" y="1357"/>
                      <a:pt x="1" y="1357"/>
                    </a:cubicBezTo>
                    <a:lnTo>
                      <a:pt x="1" y="3572"/>
                    </a:lnTo>
                    <a:lnTo>
                      <a:pt x="5728" y="3572"/>
                    </a:lnTo>
                    <a:lnTo>
                      <a:pt x="5728" y="1310"/>
                    </a:lnTo>
                    <a:cubicBezTo>
                      <a:pt x="5728" y="1310"/>
                      <a:pt x="5442" y="0"/>
                      <a:pt x="2870" y="0"/>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0" name="Google Shape;1340;p42"/>
              <p:cNvSpPr/>
              <p:nvPr/>
            </p:nvSpPr>
            <p:spPr>
              <a:xfrm>
                <a:off x="9152094" y="4223512"/>
                <a:ext cx="82313" cy="107719"/>
              </a:xfrm>
              <a:custGeom>
                <a:avLst/>
                <a:gdLst/>
                <a:ahLst/>
                <a:cxnLst/>
                <a:rect l="l" t="t" r="r" b="b"/>
                <a:pathLst>
                  <a:path w="2621" h="3430" extrusionOk="0">
                    <a:moveTo>
                      <a:pt x="1" y="0"/>
                    </a:moveTo>
                    <a:lnTo>
                      <a:pt x="1" y="3429"/>
                    </a:lnTo>
                    <a:lnTo>
                      <a:pt x="2620" y="3429"/>
                    </a:lnTo>
                    <a:lnTo>
                      <a:pt x="2620"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1" name="Google Shape;1341;p42"/>
              <p:cNvSpPr/>
              <p:nvPr/>
            </p:nvSpPr>
            <p:spPr>
              <a:xfrm>
                <a:off x="9250831" y="4223512"/>
                <a:ext cx="82281" cy="107719"/>
              </a:xfrm>
              <a:custGeom>
                <a:avLst/>
                <a:gdLst/>
                <a:ahLst/>
                <a:cxnLst/>
                <a:rect l="l" t="t" r="r" b="b"/>
                <a:pathLst>
                  <a:path w="2620" h="3430" extrusionOk="0">
                    <a:moveTo>
                      <a:pt x="0" y="0"/>
                    </a:moveTo>
                    <a:lnTo>
                      <a:pt x="0" y="3429"/>
                    </a:lnTo>
                    <a:lnTo>
                      <a:pt x="2619" y="3429"/>
                    </a:lnTo>
                    <a:lnTo>
                      <a:pt x="261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2" name="Google Shape;1342;p42"/>
              <p:cNvSpPr/>
              <p:nvPr/>
            </p:nvSpPr>
            <p:spPr>
              <a:xfrm>
                <a:off x="9152094" y="4349132"/>
                <a:ext cx="82313" cy="107719"/>
              </a:xfrm>
              <a:custGeom>
                <a:avLst/>
                <a:gdLst/>
                <a:ahLst/>
                <a:cxnLst/>
                <a:rect l="l" t="t" r="r" b="b"/>
                <a:pathLst>
                  <a:path w="2621" h="3430" extrusionOk="0">
                    <a:moveTo>
                      <a:pt x="1" y="1"/>
                    </a:moveTo>
                    <a:lnTo>
                      <a:pt x="1" y="3430"/>
                    </a:lnTo>
                    <a:lnTo>
                      <a:pt x="2620" y="3430"/>
                    </a:lnTo>
                    <a:lnTo>
                      <a:pt x="2620"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3" name="Google Shape;1343;p42"/>
              <p:cNvSpPr/>
              <p:nvPr/>
            </p:nvSpPr>
            <p:spPr>
              <a:xfrm>
                <a:off x="9250831" y="4349132"/>
                <a:ext cx="82281" cy="107719"/>
              </a:xfrm>
              <a:custGeom>
                <a:avLst/>
                <a:gdLst/>
                <a:ahLst/>
                <a:cxnLst/>
                <a:rect l="l" t="t" r="r" b="b"/>
                <a:pathLst>
                  <a:path w="2620" h="3430" extrusionOk="0">
                    <a:moveTo>
                      <a:pt x="0" y="1"/>
                    </a:moveTo>
                    <a:lnTo>
                      <a:pt x="0" y="3430"/>
                    </a:lnTo>
                    <a:lnTo>
                      <a:pt x="2619" y="3430"/>
                    </a:lnTo>
                    <a:lnTo>
                      <a:pt x="2619"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4" name="Google Shape;1344;p42"/>
              <p:cNvSpPr/>
              <p:nvPr/>
            </p:nvSpPr>
            <p:spPr>
              <a:xfrm>
                <a:off x="9140128" y="4281454"/>
                <a:ext cx="20979" cy="18058"/>
              </a:xfrm>
              <a:custGeom>
                <a:avLst/>
                <a:gdLst/>
                <a:ahLst/>
                <a:cxnLst/>
                <a:rect l="l" t="t" r="r" b="b"/>
                <a:pathLst>
                  <a:path w="668" h="575" extrusionOk="0">
                    <a:moveTo>
                      <a:pt x="382" y="1"/>
                    </a:moveTo>
                    <a:cubicBezTo>
                      <a:pt x="132" y="1"/>
                      <a:pt x="1" y="310"/>
                      <a:pt x="179" y="489"/>
                    </a:cubicBezTo>
                    <a:cubicBezTo>
                      <a:pt x="238" y="548"/>
                      <a:pt x="311" y="574"/>
                      <a:pt x="382" y="574"/>
                    </a:cubicBezTo>
                    <a:cubicBezTo>
                      <a:pt x="528" y="574"/>
                      <a:pt x="668" y="463"/>
                      <a:pt x="668" y="287"/>
                    </a:cubicBezTo>
                    <a:cubicBezTo>
                      <a:pt x="668" y="132"/>
                      <a:pt x="537" y="1"/>
                      <a:pt x="382"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5" name="Google Shape;1345;p42"/>
              <p:cNvSpPr/>
              <p:nvPr/>
            </p:nvSpPr>
            <p:spPr>
              <a:xfrm>
                <a:off x="9041045" y="3952047"/>
                <a:ext cx="391526" cy="123045"/>
              </a:xfrm>
              <a:custGeom>
                <a:avLst/>
                <a:gdLst/>
                <a:ahLst/>
                <a:cxnLst/>
                <a:rect l="l" t="t" r="r" b="b"/>
                <a:pathLst>
                  <a:path w="12467" h="3918" extrusionOk="0">
                    <a:moveTo>
                      <a:pt x="1" y="0"/>
                    </a:moveTo>
                    <a:lnTo>
                      <a:pt x="1" y="3918"/>
                    </a:lnTo>
                    <a:lnTo>
                      <a:pt x="12466" y="3918"/>
                    </a:lnTo>
                    <a:lnTo>
                      <a:pt x="12466"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6" name="Google Shape;1346;p42"/>
              <p:cNvSpPr/>
              <p:nvPr/>
            </p:nvSpPr>
            <p:spPr>
              <a:xfrm>
                <a:off x="8993938" y="3349291"/>
                <a:ext cx="599050" cy="202311"/>
              </a:xfrm>
              <a:custGeom>
                <a:avLst/>
                <a:gdLst/>
                <a:ahLst/>
                <a:cxnLst/>
                <a:rect l="l" t="t" r="r" b="b"/>
                <a:pathLst>
                  <a:path w="19075" h="6442" extrusionOk="0">
                    <a:moveTo>
                      <a:pt x="5775" y="1"/>
                    </a:moveTo>
                    <a:lnTo>
                      <a:pt x="0" y="6442"/>
                    </a:lnTo>
                    <a:lnTo>
                      <a:pt x="13764" y="6442"/>
                    </a:lnTo>
                    <a:lnTo>
                      <a:pt x="19074"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7" name="Google Shape;1347;p42"/>
              <p:cNvSpPr/>
              <p:nvPr/>
            </p:nvSpPr>
            <p:spPr>
              <a:xfrm>
                <a:off x="10046131" y="3109608"/>
                <a:ext cx="62841" cy="422554"/>
              </a:xfrm>
              <a:custGeom>
                <a:avLst/>
                <a:gdLst/>
                <a:ahLst/>
                <a:cxnLst/>
                <a:rect l="l" t="t" r="r" b="b"/>
                <a:pathLst>
                  <a:path w="2001" h="13455" extrusionOk="0">
                    <a:moveTo>
                      <a:pt x="1" y="1"/>
                    </a:moveTo>
                    <a:lnTo>
                      <a:pt x="1" y="13455"/>
                    </a:lnTo>
                    <a:lnTo>
                      <a:pt x="2001" y="13455"/>
                    </a:lnTo>
                    <a:lnTo>
                      <a:pt x="2001"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8" name="Google Shape;1348;p42"/>
              <p:cNvSpPr/>
              <p:nvPr/>
            </p:nvSpPr>
            <p:spPr>
              <a:xfrm>
                <a:off x="10040164" y="3109608"/>
                <a:ext cx="74430" cy="12750"/>
              </a:xfrm>
              <a:custGeom>
                <a:avLst/>
                <a:gdLst/>
                <a:ahLst/>
                <a:cxnLst/>
                <a:rect l="l" t="t" r="r" b="b"/>
                <a:pathLst>
                  <a:path w="2370" h="406" extrusionOk="0">
                    <a:moveTo>
                      <a:pt x="0" y="1"/>
                    </a:moveTo>
                    <a:lnTo>
                      <a:pt x="0" y="406"/>
                    </a:lnTo>
                    <a:lnTo>
                      <a:pt x="2369" y="406"/>
                    </a:lnTo>
                    <a:lnTo>
                      <a:pt x="2369" y="1"/>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49" name="Google Shape;1349;p42"/>
              <p:cNvSpPr/>
              <p:nvPr/>
            </p:nvSpPr>
            <p:spPr>
              <a:xfrm>
                <a:off x="9432540" y="3146635"/>
                <a:ext cx="676055" cy="1328557"/>
              </a:xfrm>
              <a:custGeom>
                <a:avLst/>
                <a:gdLst/>
                <a:ahLst/>
                <a:cxnLst/>
                <a:rect l="l" t="t" r="r" b="b"/>
                <a:pathLst>
                  <a:path w="21527" h="42304" extrusionOk="0">
                    <a:moveTo>
                      <a:pt x="10764" y="0"/>
                    </a:moveTo>
                    <a:lnTo>
                      <a:pt x="0" y="13300"/>
                    </a:lnTo>
                    <a:lnTo>
                      <a:pt x="0" y="42303"/>
                    </a:lnTo>
                    <a:lnTo>
                      <a:pt x="21527" y="42303"/>
                    </a:lnTo>
                    <a:lnTo>
                      <a:pt x="21527" y="13300"/>
                    </a:lnTo>
                    <a:lnTo>
                      <a:pt x="10764"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0" name="Google Shape;1350;p42"/>
              <p:cNvSpPr/>
              <p:nvPr/>
            </p:nvSpPr>
            <p:spPr>
              <a:xfrm>
                <a:off x="9601185" y="4075061"/>
                <a:ext cx="326078" cy="239338"/>
              </a:xfrm>
              <a:custGeom>
                <a:avLst/>
                <a:gdLst/>
                <a:ahLst/>
                <a:cxnLst/>
                <a:rect l="l" t="t" r="r" b="b"/>
                <a:pathLst>
                  <a:path w="10383" h="7621" extrusionOk="0">
                    <a:moveTo>
                      <a:pt x="0" y="1"/>
                    </a:moveTo>
                    <a:lnTo>
                      <a:pt x="0" y="7621"/>
                    </a:lnTo>
                    <a:lnTo>
                      <a:pt x="10382" y="7621"/>
                    </a:lnTo>
                    <a:lnTo>
                      <a:pt x="10382"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1" name="Google Shape;1351;p42"/>
              <p:cNvSpPr/>
              <p:nvPr/>
            </p:nvSpPr>
            <p:spPr>
              <a:xfrm>
                <a:off x="9708119" y="4075061"/>
                <a:ext cx="6375" cy="239338"/>
              </a:xfrm>
              <a:custGeom>
                <a:avLst/>
                <a:gdLst/>
                <a:ahLst/>
                <a:cxnLst/>
                <a:rect l="l" t="t" r="r" b="b"/>
                <a:pathLst>
                  <a:path w="203" h="7621" extrusionOk="0">
                    <a:moveTo>
                      <a:pt x="0" y="1"/>
                    </a:moveTo>
                    <a:lnTo>
                      <a:pt x="0" y="7621"/>
                    </a:lnTo>
                    <a:lnTo>
                      <a:pt x="203" y="7621"/>
                    </a:lnTo>
                    <a:lnTo>
                      <a:pt x="2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2" name="Google Shape;1352;p42"/>
              <p:cNvSpPr/>
              <p:nvPr/>
            </p:nvSpPr>
            <p:spPr>
              <a:xfrm>
                <a:off x="9601185" y="4148737"/>
                <a:ext cx="326078" cy="6375"/>
              </a:xfrm>
              <a:custGeom>
                <a:avLst/>
                <a:gdLst/>
                <a:ahLst/>
                <a:cxnLst/>
                <a:rect l="l" t="t" r="r" b="b"/>
                <a:pathLst>
                  <a:path w="10383" h="203" extrusionOk="0">
                    <a:moveTo>
                      <a:pt x="0" y="0"/>
                    </a:moveTo>
                    <a:lnTo>
                      <a:pt x="0" y="202"/>
                    </a:lnTo>
                    <a:lnTo>
                      <a:pt x="10382" y="202"/>
                    </a:lnTo>
                    <a:lnTo>
                      <a:pt x="10382"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3" name="Google Shape;1353;p42"/>
              <p:cNvSpPr/>
              <p:nvPr/>
            </p:nvSpPr>
            <p:spPr>
              <a:xfrm>
                <a:off x="9601185" y="4112087"/>
                <a:ext cx="326078" cy="3015"/>
              </a:xfrm>
              <a:custGeom>
                <a:avLst/>
                <a:gdLst/>
                <a:ahLst/>
                <a:cxnLst/>
                <a:rect l="l" t="t" r="r" b="b"/>
                <a:pathLst>
                  <a:path w="10383" h="96" extrusionOk="0">
                    <a:moveTo>
                      <a:pt x="0" y="0"/>
                    </a:moveTo>
                    <a:lnTo>
                      <a:pt x="0" y="96"/>
                    </a:lnTo>
                    <a:lnTo>
                      <a:pt x="10382" y="96"/>
                    </a:lnTo>
                    <a:lnTo>
                      <a:pt x="10382"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4" name="Google Shape;1354;p42"/>
              <p:cNvSpPr/>
              <p:nvPr/>
            </p:nvSpPr>
            <p:spPr>
              <a:xfrm>
                <a:off x="9818037" y="4075061"/>
                <a:ext cx="6407" cy="239338"/>
              </a:xfrm>
              <a:custGeom>
                <a:avLst/>
                <a:gdLst/>
                <a:ahLst/>
                <a:cxnLst/>
                <a:rect l="l" t="t" r="r" b="b"/>
                <a:pathLst>
                  <a:path w="204" h="7621" extrusionOk="0">
                    <a:moveTo>
                      <a:pt x="1" y="1"/>
                    </a:moveTo>
                    <a:lnTo>
                      <a:pt x="1" y="7621"/>
                    </a:lnTo>
                    <a:lnTo>
                      <a:pt x="203" y="7621"/>
                    </a:lnTo>
                    <a:lnTo>
                      <a:pt x="2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5" name="Google Shape;1355;p42"/>
              <p:cNvSpPr/>
              <p:nvPr/>
            </p:nvSpPr>
            <p:spPr>
              <a:xfrm>
                <a:off x="9636704" y="4075061"/>
                <a:ext cx="3392" cy="77068"/>
              </a:xfrm>
              <a:custGeom>
                <a:avLst/>
                <a:gdLst/>
                <a:ahLst/>
                <a:cxnLst/>
                <a:rect l="l" t="t" r="r" b="b"/>
                <a:pathLst>
                  <a:path w="108" h="2454" extrusionOk="0">
                    <a:moveTo>
                      <a:pt x="0" y="1"/>
                    </a:moveTo>
                    <a:lnTo>
                      <a:pt x="0" y="2453"/>
                    </a:lnTo>
                    <a:lnTo>
                      <a:pt x="107" y="2453"/>
                    </a:lnTo>
                    <a:lnTo>
                      <a:pt x="10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6" name="Google Shape;1356;p42"/>
              <p:cNvSpPr/>
              <p:nvPr/>
            </p:nvSpPr>
            <p:spPr>
              <a:xfrm>
                <a:off x="9672600" y="4075061"/>
                <a:ext cx="3392" cy="76691"/>
              </a:xfrm>
              <a:custGeom>
                <a:avLst/>
                <a:gdLst/>
                <a:ahLst/>
                <a:cxnLst/>
                <a:rect l="l" t="t" r="r" b="b"/>
                <a:pathLst>
                  <a:path w="108" h="2442" extrusionOk="0">
                    <a:moveTo>
                      <a:pt x="0" y="1"/>
                    </a:moveTo>
                    <a:lnTo>
                      <a:pt x="0" y="2441"/>
                    </a:lnTo>
                    <a:lnTo>
                      <a:pt x="107" y="2441"/>
                    </a:lnTo>
                    <a:lnTo>
                      <a:pt x="10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7" name="Google Shape;1357;p42"/>
              <p:cNvSpPr/>
              <p:nvPr/>
            </p:nvSpPr>
            <p:spPr>
              <a:xfrm>
                <a:off x="9746245" y="4075061"/>
                <a:ext cx="3392" cy="77068"/>
              </a:xfrm>
              <a:custGeom>
                <a:avLst/>
                <a:gdLst/>
                <a:ahLst/>
                <a:cxnLst/>
                <a:rect l="l" t="t" r="r" b="b"/>
                <a:pathLst>
                  <a:path w="108" h="2454" extrusionOk="0">
                    <a:moveTo>
                      <a:pt x="1" y="1"/>
                    </a:moveTo>
                    <a:lnTo>
                      <a:pt x="1"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8" name="Google Shape;1358;p42"/>
              <p:cNvSpPr/>
              <p:nvPr/>
            </p:nvSpPr>
            <p:spPr>
              <a:xfrm>
                <a:off x="9782141" y="4075061"/>
                <a:ext cx="3392" cy="76691"/>
              </a:xfrm>
              <a:custGeom>
                <a:avLst/>
                <a:gdLst/>
                <a:ahLst/>
                <a:cxnLst/>
                <a:rect l="l" t="t" r="r" b="b"/>
                <a:pathLst>
                  <a:path w="108" h="2442" extrusionOk="0">
                    <a:moveTo>
                      <a:pt x="1" y="1"/>
                    </a:moveTo>
                    <a:lnTo>
                      <a:pt x="1" y="2441"/>
                    </a:lnTo>
                    <a:lnTo>
                      <a:pt x="108" y="2441"/>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59" name="Google Shape;1359;p42"/>
              <p:cNvSpPr/>
              <p:nvPr/>
            </p:nvSpPr>
            <p:spPr>
              <a:xfrm>
                <a:off x="9855440" y="4075061"/>
                <a:ext cx="3392" cy="77068"/>
              </a:xfrm>
              <a:custGeom>
                <a:avLst/>
                <a:gdLst/>
                <a:ahLst/>
                <a:cxnLst/>
                <a:rect l="l" t="t" r="r" b="b"/>
                <a:pathLst>
                  <a:path w="108" h="2454" extrusionOk="0">
                    <a:moveTo>
                      <a:pt x="0" y="1"/>
                    </a:moveTo>
                    <a:lnTo>
                      <a:pt x="0"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0" name="Google Shape;1360;p42"/>
              <p:cNvSpPr/>
              <p:nvPr/>
            </p:nvSpPr>
            <p:spPr>
              <a:xfrm>
                <a:off x="9891336" y="4075061"/>
                <a:ext cx="3392" cy="76691"/>
              </a:xfrm>
              <a:custGeom>
                <a:avLst/>
                <a:gdLst/>
                <a:ahLst/>
                <a:cxnLst/>
                <a:rect l="l" t="t" r="r" b="b"/>
                <a:pathLst>
                  <a:path w="108" h="2442" extrusionOk="0">
                    <a:moveTo>
                      <a:pt x="0" y="1"/>
                    </a:moveTo>
                    <a:lnTo>
                      <a:pt x="0" y="2441"/>
                    </a:lnTo>
                    <a:lnTo>
                      <a:pt x="108" y="2441"/>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1" name="Google Shape;1361;p42"/>
              <p:cNvSpPr/>
              <p:nvPr/>
            </p:nvSpPr>
            <p:spPr>
              <a:xfrm>
                <a:off x="9432163" y="4363735"/>
                <a:ext cx="676087" cy="111456"/>
              </a:xfrm>
              <a:custGeom>
                <a:avLst/>
                <a:gdLst/>
                <a:ahLst/>
                <a:cxnLst/>
                <a:rect l="l" t="t" r="r" b="b"/>
                <a:pathLst>
                  <a:path w="21528" h="3549" extrusionOk="0">
                    <a:moveTo>
                      <a:pt x="1" y="0"/>
                    </a:moveTo>
                    <a:lnTo>
                      <a:pt x="1" y="3548"/>
                    </a:lnTo>
                    <a:lnTo>
                      <a:pt x="21527" y="3548"/>
                    </a:lnTo>
                    <a:lnTo>
                      <a:pt x="21527" y="0"/>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2" name="Google Shape;1362;p42"/>
              <p:cNvSpPr/>
              <p:nvPr/>
            </p:nvSpPr>
            <p:spPr>
              <a:xfrm>
                <a:off x="9586205" y="4314367"/>
                <a:ext cx="355630" cy="161202"/>
              </a:xfrm>
              <a:custGeom>
                <a:avLst/>
                <a:gdLst/>
                <a:ahLst/>
                <a:cxnLst/>
                <a:rect l="l" t="t" r="r" b="b"/>
                <a:pathLst>
                  <a:path w="11324" h="5133" extrusionOk="0">
                    <a:moveTo>
                      <a:pt x="1" y="1"/>
                    </a:moveTo>
                    <a:lnTo>
                      <a:pt x="1" y="5132"/>
                    </a:lnTo>
                    <a:lnTo>
                      <a:pt x="11324" y="5132"/>
                    </a:lnTo>
                    <a:lnTo>
                      <a:pt x="11324" y="1"/>
                    </a:lnTo>
                    <a:close/>
                  </a:path>
                </a:pathLst>
              </a:custGeom>
              <a:solidFill>
                <a:schemeClr val="accent6"/>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3" name="Google Shape;1363;p42"/>
              <p:cNvSpPr/>
              <p:nvPr/>
            </p:nvSpPr>
            <p:spPr>
              <a:xfrm>
                <a:off x="9432163" y="4059735"/>
                <a:ext cx="676087" cy="14226"/>
              </a:xfrm>
              <a:custGeom>
                <a:avLst/>
                <a:gdLst/>
                <a:ahLst/>
                <a:cxnLst/>
                <a:rect l="l" t="t" r="r" b="b"/>
                <a:pathLst>
                  <a:path w="21528" h="453" extrusionOk="0">
                    <a:moveTo>
                      <a:pt x="1" y="0"/>
                    </a:moveTo>
                    <a:lnTo>
                      <a:pt x="1" y="453"/>
                    </a:lnTo>
                    <a:lnTo>
                      <a:pt x="21527" y="453"/>
                    </a:lnTo>
                    <a:lnTo>
                      <a:pt x="21527"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4" name="Google Shape;1364;p42"/>
              <p:cNvSpPr/>
              <p:nvPr/>
            </p:nvSpPr>
            <p:spPr>
              <a:xfrm>
                <a:off x="9460208" y="3550095"/>
                <a:ext cx="629325" cy="14226"/>
              </a:xfrm>
              <a:custGeom>
                <a:avLst/>
                <a:gdLst/>
                <a:ahLst/>
                <a:cxnLst/>
                <a:rect l="l" t="t" r="r" b="b"/>
                <a:pathLst>
                  <a:path w="20039" h="453" extrusionOk="0">
                    <a:moveTo>
                      <a:pt x="1" y="0"/>
                    </a:moveTo>
                    <a:lnTo>
                      <a:pt x="1" y="453"/>
                    </a:lnTo>
                    <a:lnTo>
                      <a:pt x="20039" y="453"/>
                    </a:lnTo>
                    <a:lnTo>
                      <a:pt x="20039"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5" name="Google Shape;1365;p42"/>
              <p:cNvSpPr/>
              <p:nvPr/>
            </p:nvSpPr>
            <p:spPr>
              <a:xfrm>
                <a:off x="9432163" y="3803596"/>
                <a:ext cx="676087" cy="14603"/>
              </a:xfrm>
              <a:custGeom>
                <a:avLst/>
                <a:gdLst/>
                <a:ahLst/>
                <a:cxnLst/>
                <a:rect l="l" t="t" r="r" b="b"/>
                <a:pathLst>
                  <a:path w="21528" h="465" extrusionOk="0">
                    <a:moveTo>
                      <a:pt x="1" y="1"/>
                    </a:moveTo>
                    <a:lnTo>
                      <a:pt x="1" y="465"/>
                    </a:lnTo>
                    <a:lnTo>
                      <a:pt x="21527" y="465"/>
                    </a:lnTo>
                    <a:lnTo>
                      <a:pt x="21527"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6" name="Google Shape;1366;p42"/>
              <p:cNvSpPr/>
              <p:nvPr/>
            </p:nvSpPr>
            <p:spPr>
              <a:xfrm>
                <a:off x="9586959" y="4314367"/>
                <a:ext cx="354500" cy="14226"/>
              </a:xfrm>
              <a:custGeom>
                <a:avLst/>
                <a:gdLst/>
                <a:ahLst/>
                <a:cxnLst/>
                <a:rect l="l" t="t" r="r" b="b"/>
                <a:pathLst>
                  <a:path w="11288" h="453" extrusionOk="0">
                    <a:moveTo>
                      <a:pt x="1" y="1"/>
                    </a:moveTo>
                    <a:lnTo>
                      <a:pt x="1" y="453"/>
                    </a:lnTo>
                    <a:lnTo>
                      <a:pt x="11288" y="453"/>
                    </a:lnTo>
                    <a:lnTo>
                      <a:pt x="11288"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7" name="Google Shape;1367;p42"/>
              <p:cNvSpPr/>
              <p:nvPr/>
            </p:nvSpPr>
            <p:spPr>
              <a:xfrm>
                <a:off x="9763455" y="3154109"/>
                <a:ext cx="14226" cy="920229"/>
              </a:xfrm>
              <a:custGeom>
                <a:avLst/>
                <a:gdLst/>
                <a:ahLst/>
                <a:cxnLst/>
                <a:rect l="l" t="t" r="r" b="b"/>
                <a:pathLst>
                  <a:path w="453" h="29302" extrusionOk="0">
                    <a:moveTo>
                      <a:pt x="1" y="1"/>
                    </a:moveTo>
                    <a:lnTo>
                      <a:pt x="1" y="29302"/>
                    </a:lnTo>
                    <a:lnTo>
                      <a:pt x="453" y="29302"/>
                    </a:lnTo>
                    <a:lnTo>
                      <a:pt x="453"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8" name="Google Shape;1368;p42"/>
              <p:cNvSpPr/>
              <p:nvPr/>
            </p:nvSpPr>
            <p:spPr>
              <a:xfrm>
                <a:off x="9503201" y="3553078"/>
                <a:ext cx="14635" cy="520883"/>
              </a:xfrm>
              <a:custGeom>
                <a:avLst/>
                <a:gdLst/>
                <a:ahLst/>
                <a:cxnLst/>
                <a:rect l="l" t="t" r="r" b="b"/>
                <a:pathLst>
                  <a:path w="466" h="16586" extrusionOk="0">
                    <a:moveTo>
                      <a:pt x="1" y="0"/>
                    </a:moveTo>
                    <a:lnTo>
                      <a:pt x="1" y="16586"/>
                    </a:lnTo>
                    <a:lnTo>
                      <a:pt x="465" y="16586"/>
                    </a:lnTo>
                    <a:lnTo>
                      <a:pt x="465"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69" name="Google Shape;1369;p42"/>
              <p:cNvSpPr/>
              <p:nvPr/>
            </p:nvSpPr>
            <p:spPr>
              <a:xfrm>
                <a:off x="10015857" y="3556062"/>
                <a:ext cx="14603" cy="517900"/>
              </a:xfrm>
              <a:custGeom>
                <a:avLst/>
                <a:gdLst/>
                <a:ahLst/>
                <a:cxnLst/>
                <a:rect l="l" t="t" r="r" b="b"/>
                <a:pathLst>
                  <a:path w="465" h="16491" extrusionOk="0">
                    <a:moveTo>
                      <a:pt x="0" y="1"/>
                    </a:moveTo>
                    <a:lnTo>
                      <a:pt x="0" y="16491"/>
                    </a:lnTo>
                    <a:lnTo>
                      <a:pt x="465" y="16491"/>
                    </a:lnTo>
                    <a:lnTo>
                      <a:pt x="465"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0" name="Google Shape;1370;p42"/>
              <p:cNvSpPr/>
              <p:nvPr/>
            </p:nvSpPr>
            <p:spPr>
              <a:xfrm>
                <a:off x="9844982" y="3807333"/>
                <a:ext cx="14603" cy="266628"/>
              </a:xfrm>
              <a:custGeom>
                <a:avLst/>
                <a:gdLst/>
                <a:ahLst/>
                <a:cxnLst/>
                <a:rect l="l" t="t" r="r" b="b"/>
                <a:pathLst>
                  <a:path w="465" h="8490" extrusionOk="0">
                    <a:moveTo>
                      <a:pt x="0" y="1"/>
                    </a:moveTo>
                    <a:lnTo>
                      <a:pt x="0" y="8490"/>
                    </a:lnTo>
                    <a:lnTo>
                      <a:pt x="464" y="8490"/>
                    </a:lnTo>
                    <a:lnTo>
                      <a:pt x="464"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1" name="Google Shape;1371;p42"/>
              <p:cNvSpPr/>
              <p:nvPr/>
            </p:nvSpPr>
            <p:spPr>
              <a:xfrm>
                <a:off x="9674076" y="3807333"/>
                <a:ext cx="14635" cy="266628"/>
              </a:xfrm>
              <a:custGeom>
                <a:avLst/>
                <a:gdLst/>
                <a:ahLst/>
                <a:cxnLst/>
                <a:rect l="l" t="t" r="r" b="b"/>
                <a:pathLst>
                  <a:path w="466" h="8490" extrusionOk="0">
                    <a:moveTo>
                      <a:pt x="1" y="1"/>
                    </a:moveTo>
                    <a:lnTo>
                      <a:pt x="1" y="8490"/>
                    </a:lnTo>
                    <a:lnTo>
                      <a:pt x="465" y="8490"/>
                    </a:lnTo>
                    <a:lnTo>
                      <a:pt x="465"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2" name="Google Shape;1372;p42"/>
              <p:cNvSpPr/>
              <p:nvPr/>
            </p:nvSpPr>
            <p:spPr>
              <a:xfrm>
                <a:off x="9927609" y="3341817"/>
                <a:ext cx="14226" cy="987530"/>
              </a:xfrm>
              <a:custGeom>
                <a:avLst/>
                <a:gdLst/>
                <a:ahLst/>
                <a:cxnLst/>
                <a:rect l="l" t="t" r="r" b="b"/>
                <a:pathLst>
                  <a:path w="453" h="31445" extrusionOk="0">
                    <a:moveTo>
                      <a:pt x="0" y="0"/>
                    </a:moveTo>
                    <a:lnTo>
                      <a:pt x="0" y="31445"/>
                    </a:lnTo>
                    <a:lnTo>
                      <a:pt x="453" y="31445"/>
                    </a:lnTo>
                    <a:lnTo>
                      <a:pt x="453"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3" name="Google Shape;1373;p42"/>
              <p:cNvSpPr/>
              <p:nvPr/>
            </p:nvSpPr>
            <p:spPr>
              <a:xfrm>
                <a:off x="9586582" y="3341817"/>
                <a:ext cx="14635" cy="986054"/>
              </a:xfrm>
              <a:custGeom>
                <a:avLst/>
                <a:gdLst/>
                <a:ahLst/>
                <a:cxnLst/>
                <a:rect l="l" t="t" r="r" b="b"/>
                <a:pathLst>
                  <a:path w="466" h="31398" extrusionOk="0">
                    <a:moveTo>
                      <a:pt x="1" y="0"/>
                    </a:moveTo>
                    <a:lnTo>
                      <a:pt x="1" y="31397"/>
                    </a:lnTo>
                    <a:lnTo>
                      <a:pt x="465" y="31397"/>
                    </a:lnTo>
                    <a:lnTo>
                      <a:pt x="465"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4" name="Google Shape;1374;p42"/>
              <p:cNvSpPr/>
              <p:nvPr/>
            </p:nvSpPr>
            <p:spPr>
              <a:xfrm>
                <a:off x="9601185" y="3564290"/>
                <a:ext cx="326078" cy="239338"/>
              </a:xfrm>
              <a:custGeom>
                <a:avLst/>
                <a:gdLst/>
                <a:ahLst/>
                <a:cxnLst/>
                <a:rect l="l" t="t" r="r" b="b"/>
                <a:pathLst>
                  <a:path w="10383" h="7621" extrusionOk="0">
                    <a:moveTo>
                      <a:pt x="0" y="1"/>
                    </a:moveTo>
                    <a:lnTo>
                      <a:pt x="0" y="7621"/>
                    </a:lnTo>
                    <a:lnTo>
                      <a:pt x="10382" y="7621"/>
                    </a:lnTo>
                    <a:lnTo>
                      <a:pt x="10382" y="1"/>
                    </a:lnTo>
                    <a:close/>
                  </a:path>
                </a:pathLst>
              </a:custGeom>
              <a:solidFill>
                <a:srgbClr val="EDE4D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5" name="Google Shape;1375;p42"/>
              <p:cNvSpPr/>
              <p:nvPr/>
            </p:nvSpPr>
            <p:spPr>
              <a:xfrm>
                <a:off x="9708119" y="3564290"/>
                <a:ext cx="6375" cy="239338"/>
              </a:xfrm>
              <a:custGeom>
                <a:avLst/>
                <a:gdLst/>
                <a:ahLst/>
                <a:cxnLst/>
                <a:rect l="l" t="t" r="r" b="b"/>
                <a:pathLst>
                  <a:path w="203" h="7621" extrusionOk="0">
                    <a:moveTo>
                      <a:pt x="0" y="1"/>
                    </a:moveTo>
                    <a:lnTo>
                      <a:pt x="0" y="7621"/>
                    </a:lnTo>
                    <a:lnTo>
                      <a:pt x="203" y="7621"/>
                    </a:lnTo>
                    <a:lnTo>
                      <a:pt x="2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6" name="Google Shape;1376;p42"/>
              <p:cNvSpPr/>
              <p:nvPr/>
            </p:nvSpPr>
            <p:spPr>
              <a:xfrm>
                <a:off x="9601185" y="3637966"/>
                <a:ext cx="326078" cy="6375"/>
              </a:xfrm>
              <a:custGeom>
                <a:avLst/>
                <a:gdLst/>
                <a:ahLst/>
                <a:cxnLst/>
                <a:rect l="l" t="t" r="r" b="b"/>
                <a:pathLst>
                  <a:path w="10383" h="203" extrusionOk="0">
                    <a:moveTo>
                      <a:pt x="0" y="0"/>
                    </a:moveTo>
                    <a:lnTo>
                      <a:pt x="0" y="203"/>
                    </a:lnTo>
                    <a:lnTo>
                      <a:pt x="10382" y="203"/>
                    </a:lnTo>
                    <a:lnTo>
                      <a:pt x="10382"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7" name="Google Shape;1377;p42"/>
              <p:cNvSpPr/>
              <p:nvPr/>
            </p:nvSpPr>
            <p:spPr>
              <a:xfrm>
                <a:off x="9601185" y="3601316"/>
                <a:ext cx="326078" cy="3392"/>
              </a:xfrm>
              <a:custGeom>
                <a:avLst/>
                <a:gdLst/>
                <a:ahLst/>
                <a:cxnLst/>
                <a:rect l="l" t="t" r="r" b="b"/>
                <a:pathLst>
                  <a:path w="10383" h="108" extrusionOk="0">
                    <a:moveTo>
                      <a:pt x="0" y="0"/>
                    </a:moveTo>
                    <a:lnTo>
                      <a:pt x="0" y="108"/>
                    </a:lnTo>
                    <a:lnTo>
                      <a:pt x="10382" y="108"/>
                    </a:lnTo>
                    <a:lnTo>
                      <a:pt x="10382" y="0"/>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8" name="Google Shape;1378;p42"/>
              <p:cNvSpPr/>
              <p:nvPr/>
            </p:nvSpPr>
            <p:spPr>
              <a:xfrm>
                <a:off x="9818037" y="3564290"/>
                <a:ext cx="6407" cy="239338"/>
              </a:xfrm>
              <a:custGeom>
                <a:avLst/>
                <a:gdLst/>
                <a:ahLst/>
                <a:cxnLst/>
                <a:rect l="l" t="t" r="r" b="b"/>
                <a:pathLst>
                  <a:path w="204" h="7621" extrusionOk="0">
                    <a:moveTo>
                      <a:pt x="1" y="1"/>
                    </a:moveTo>
                    <a:lnTo>
                      <a:pt x="1" y="7621"/>
                    </a:lnTo>
                    <a:lnTo>
                      <a:pt x="203" y="7621"/>
                    </a:lnTo>
                    <a:lnTo>
                      <a:pt x="203"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79" name="Google Shape;1379;p42"/>
              <p:cNvSpPr/>
              <p:nvPr/>
            </p:nvSpPr>
            <p:spPr>
              <a:xfrm>
                <a:off x="9636704" y="3564667"/>
                <a:ext cx="3392" cy="77068"/>
              </a:xfrm>
              <a:custGeom>
                <a:avLst/>
                <a:gdLst/>
                <a:ahLst/>
                <a:cxnLst/>
                <a:rect l="l" t="t" r="r" b="b"/>
                <a:pathLst>
                  <a:path w="108" h="2454" extrusionOk="0">
                    <a:moveTo>
                      <a:pt x="0" y="1"/>
                    </a:moveTo>
                    <a:lnTo>
                      <a:pt x="0" y="2453"/>
                    </a:lnTo>
                    <a:lnTo>
                      <a:pt x="107" y="2453"/>
                    </a:lnTo>
                    <a:lnTo>
                      <a:pt x="10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80" name="Google Shape;1380;p42"/>
              <p:cNvSpPr/>
              <p:nvPr/>
            </p:nvSpPr>
            <p:spPr>
              <a:xfrm>
                <a:off x="9672600" y="3564290"/>
                <a:ext cx="3392" cy="77068"/>
              </a:xfrm>
              <a:custGeom>
                <a:avLst/>
                <a:gdLst/>
                <a:ahLst/>
                <a:cxnLst/>
                <a:rect l="l" t="t" r="r" b="b"/>
                <a:pathLst>
                  <a:path w="108" h="2454" extrusionOk="0">
                    <a:moveTo>
                      <a:pt x="0" y="1"/>
                    </a:moveTo>
                    <a:lnTo>
                      <a:pt x="0" y="2453"/>
                    </a:lnTo>
                    <a:lnTo>
                      <a:pt x="107" y="2453"/>
                    </a:lnTo>
                    <a:lnTo>
                      <a:pt x="10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81" name="Google Shape;1381;p42"/>
              <p:cNvSpPr/>
              <p:nvPr/>
            </p:nvSpPr>
            <p:spPr>
              <a:xfrm>
                <a:off x="9746245" y="3564667"/>
                <a:ext cx="3392" cy="77068"/>
              </a:xfrm>
              <a:custGeom>
                <a:avLst/>
                <a:gdLst/>
                <a:ahLst/>
                <a:cxnLst/>
                <a:rect l="l" t="t" r="r" b="b"/>
                <a:pathLst>
                  <a:path w="108" h="2454" extrusionOk="0">
                    <a:moveTo>
                      <a:pt x="1" y="1"/>
                    </a:moveTo>
                    <a:lnTo>
                      <a:pt x="1"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82" name="Google Shape;1382;p42"/>
              <p:cNvSpPr/>
              <p:nvPr/>
            </p:nvSpPr>
            <p:spPr>
              <a:xfrm>
                <a:off x="9782141" y="3564290"/>
                <a:ext cx="3392" cy="77068"/>
              </a:xfrm>
              <a:custGeom>
                <a:avLst/>
                <a:gdLst/>
                <a:ahLst/>
                <a:cxnLst/>
                <a:rect l="l" t="t" r="r" b="b"/>
                <a:pathLst>
                  <a:path w="108" h="2454" extrusionOk="0">
                    <a:moveTo>
                      <a:pt x="1" y="1"/>
                    </a:moveTo>
                    <a:lnTo>
                      <a:pt x="1"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83" name="Google Shape;1383;p42"/>
              <p:cNvSpPr/>
              <p:nvPr/>
            </p:nvSpPr>
            <p:spPr>
              <a:xfrm>
                <a:off x="9855440" y="3564667"/>
                <a:ext cx="3392" cy="77068"/>
              </a:xfrm>
              <a:custGeom>
                <a:avLst/>
                <a:gdLst/>
                <a:ahLst/>
                <a:cxnLst/>
                <a:rect l="l" t="t" r="r" b="b"/>
                <a:pathLst>
                  <a:path w="108" h="2454" extrusionOk="0">
                    <a:moveTo>
                      <a:pt x="0" y="1"/>
                    </a:moveTo>
                    <a:lnTo>
                      <a:pt x="0"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84" name="Google Shape;1384;p42"/>
              <p:cNvSpPr/>
              <p:nvPr/>
            </p:nvSpPr>
            <p:spPr>
              <a:xfrm>
                <a:off x="9891336" y="3564290"/>
                <a:ext cx="3392" cy="77068"/>
              </a:xfrm>
              <a:custGeom>
                <a:avLst/>
                <a:gdLst/>
                <a:ahLst/>
                <a:cxnLst/>
                <a:rect l="l" t="t" r="r" b="b"/>
                <a:pathLst>
                  <a:path w="108" h="2454" extrusionOk="0">
                    <a:moveTo>
                      <a:pt x="0" y="1"/>
                    </a:moveTo>
                    <a:lnTo>
                      <a:pt x="0" y="2453"/>
                    </a:lnTo>
                    <a:lnTo>
                      <a:pt x="108" y="2453"/>
                    </a:lnTo>
                    <a:lnTo>
                      <a:pt x="108"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85" name="Google Shape;1385;p42"/>
              <p:cNvSpPr/>
              <p:nvPr/>
            </p:nvSpPr>
            <p:spPr>
              <a:xfrm>
                <a:off x="9397021" y="3124368"/>
                <a:ext cx="747816" cy="474718"/>
              </a:xfrm>
              <a:custGeom>
                <a:avLst/>
                <a:gdLst/>
                <a:ahLst/>
                <a:cxnLst/>
                <a:rect l="l" t="t" r="r" b="b"/>
                <a:pathLst>
                  <a:path w="23812" h="15116" extrusionOk="0">
                    <a:moveTo>
                      <a:pt x="11889" y="1"/>
                    </a:moveTo>
                    <a:cubicBezTo>
                      <a:pt x="11683" y="1"/>
                      <a:pt x="11478" y="90"/>
                      <a:pt x="11335" y="269"/>
                    </a:cubicBezTo>
                    <a:lnTo>
                      <a:pt x="381" y="13973"/>
                    </a:lnTo>
                    <a:cubicBezTo>
                      <a:pt x="0" y="14437"/>
                      <a:pt x="334" y="15116"/>
                      <a:pt x="929" y="15116"/>
                    </a:cubicBezTo>
                    <a:cubicBezTo>
                      <a:pt x="1143" y="15116"/>
                      <a:pt x="1334" y="15021"/>
                      <a:pt x="1465" y="14854"/>
                    </a:cubicBezTo>
                    <a:lnTo>
                      <a:pt x="11883" y="1841"/>
                    </a:lnTo>
                    <a:lnTo>
                      <a:pt x="22301" y="14854"/>
                    </a:lnTo>
                    <a:cubicBezTo>
                      <a:pt x="22457" y="15038"/>
                      <a:pt x="22645" y="15115"/>
                      <a:pt x="22828" y="15115"/>
                    </a:cubicBezTo>
                    <a:cubicBezTo>
                      <a:pt x="23342" y="15115"/>
                      <a:pt x="23812" y="14509"/>
                      <a:pt x="23408" y="13973"/>
                    </a:cubicBezTo>
                    <a:lnTo>
                      <a:pt x="12442" y="269"/>
                    </a:lnTo>
                    <a:cubicBezTo>
                      <a:pt x="12300" y="90"/>
                      <a:pt x="12094" y="1"/>
                      <a:pt x="11889"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86" name="Google Shape;1386;p42"/>
              <p:cNvSpPr/>
              <p:nvPr/>
            </p:nvSpPr>
            <p:spPr>
              <a:xfrm>
                <a:off x="5227475" y="4470675"/>
                <a:ext cx="7265030" cy="81177"/>
              </a:xfrm>
              <a:custGeom>
                <a:avLst/>
                <a:gdLst/>
                <a:ahLst/>
                <a:cxnLst/>
                <a:rect l="l" t="t" r="r" b="b"/>
                <a:pathLst>
                  <a:path w="191097" h="4239" extrusionOk="0">
                    <a:moveTo>
                      <a:pt x="1" y="0"/>
                    </a:moveTo>
                    <a:lnTo>
                      <a:pt x="1" y="4239"/>
                    </a:lnTo>
                    <a:lnTo>
                      <a:pt x="191096" y="4239"/>
                    </a:lnTo>
                    <a:lnTo>
                      <a:pt x="191096"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87" name="Google Shape;1387;p42"/>
              <p:cNvSpPr/>
              <p:nvPr/>
            </p:nvSpPr>
            <p:spPr>
              <a:xfrm>
                <a:off x="5441575" y="3505025"/>
                <a:ext cx="60600" cy="978000"/>
              </a:xfrm>
              <a:prstGeom prst="rect">
                <a:avLst/>
              </a:pr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1388" name="Google Shape;1388;p42"/>
            <p:cNvGrpSpPr/>
            <p:nvPr/>
          </p:nvGrpSpPr>
          <p:grpSpPr>
            <a:xfrm>
              <a:off x="2876188" y="3386391"/>
              <a:ext cx="212314" cy="1120944"/>
              <a:chOff x="6090725" y="734900"/>
              <a:chExt cx="136950" cy="723050"/>
            </a:xfrm>
          </p:grpSpPr>
          <p:sp>
            <p:nvSpPr>
              <p:cNvPr id="1389" name="Google Shape;1389;p42"/>
              <p:cNvSpPr/>
              <p:nvPr/>
            </p:nvSpPr>
            <p:spPr>
              <a:xfrm>
                <a:off x="6130600" y="1337075"/>
                <a:ext cx="57175" cy="120875"/>
              </a:xfrm>
              <a:custGeom>
                <a:avLst/>
                <a:gdLst/>
                <a:ahLst/>
                <a:cxnLst/>
                <a:rect l="l" t="t" r="r" b="b"/>
                <a:pathLst>
                  <a:path w="2287" h="4835" extrusionOk="0">
                    <a:moveTo>
                      <a:pt x="251" y="0"/>
                    </a:moveTo>
                    <a:lnTo>
                      <a:pt x="1" y="4834"/>
                    </a:lnTo>
                    <a:lnTo>
                      <a:pt x="2287" y="4834"/>
                    </a:lnTo>
                    <a:lnTo>
                      <a:pt x="2037"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0" name="Google Shape;1390;p42"/>
              <p:cNvSpPr/>
              <p:nvPr/>
            </p:nvSpPr>
            <p:spPr>
              <a:xfrm>
                <a:off x="6149075" y="902500"/>
                <a:ext cx="20250" cy="440550"/>
              </a:xfrm>
              <a:custGeom>
                <a:avLst/>
                <a:gdLst/>
                <a:ahLst/>
                <a:cxnLst/>
                <a:rect l="l" t="t" r="r" b="b"/>
                <a:pathLst>
                  <a:path w="810" h="17622" extrusionOk="0">
                    <a:moveTo>
                      <a:pt x="0" y="0"/>
                    </a:moveTo>
                    <a:lnTo>
                      <a:pt x="0" y="17621"/>
                    </a:lnTo>
                    <a:lnTo>
                      <a:pt x="810" y="17621"/>
                    </a:lnTo>
                    <a:lnTo>
                      <a:pt x="810"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1" name="Google Shape;1391;p42"/>
              <p:cNvSpPr/>
              <p:nvPr/>
            </p:nvSpPr>
            <p:spPr>
              <a:xfrm>
                <a:off x="6144300" y="1288850"/>
                <a:ext cx="29800" cy="48250"/>
              </a:xfrm>
              <a:custGeom>
                <a:avLst/>
                <a:gdLst/>
                <a:ahLst/>
                <a:cxnLst/>
                <a:rect l="l" t="t" r="r" b="b"/>
                <a:pathLst>
                  <a:path w="1192" h="1930" extrusionOk="0">
                    <a:moveTo>
                      <a:pt x="1" y="0"/>
                    </a:moveTo>
                    <a:lnTo>
                      <a:pt x="1" y="1929"/>
                    </a:lnTo>
                    <a:lnTo>
                      <a:pt x="1191" y="1929"/>
                    </a:lnTo>
                    <a:lnTo>
                      <a:pt x="1191"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2" name="Google Shape;1392;p42"/>
              <p:cNvSpPr/>
              <p:nvPr/>
            </p:nvSpPr>
            <p:spPr>
              <a:xfrm>
                <a:off x="6133575" y="872425"/>
                <a:ext cx="51225" cy="10750"/>
              </a:xfrm>
              <a:custGeom>
                <a:avLst/>
                <a:gdLst/>
                <a:ahLst/>
                <a:cxnLst/>
                <a:rect l="l" t="t" r="r" b="b"/>
                <a:pathLst>
                  <a:path w="2049" h="430" extrusionOk="0">
                    <a:moveTo>
                      <a:pt x="1" y="1"/>
                    </a:moveTo>
                    <a:lnTo>
                      <a:pt x="1" y="429"/>
                    </a:lnTo>
                    <a:lnTo>
                      <a:pt x="2049" y="429"/>
                    </a:lnTo>
                    <a:lnTo>
                      <a:pt x="2049"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3" name="Google Shape;1393;p42"/>
              <p:cNvSpPr/>
              <p:nvPr/>
            </p:nvSpPr>
            <p:spPr>
              <a:xfrm>
                <a:off x="6118400" y="789075"/>
                <a:ext cx="81600" cy="10750"/>
              </a:xfrm>
              <a:custGeom>
                <a:avLst/>
                <a:gdLst/>
                <a:ahLst/>
                <a:cxnLst/>
                <a:rect l="l" t="t" r="r" b="b"/>
                <a:pathLst>
                  <a:path w="3264" h="430" extrusionOk="0">
                    <a:moveTo>
                      <a:pt x="1" y="1"/>
                    </a:moveTo>
                    <a:lnTo>
                      <a:pt x="1" y="430"/>
                    </a:lnTo>
                    <a:lnTo>
                      <a:pt x="3263" y="430"/>
                    </a:lnTo>
                    <a:lnTo>
                      <a:pt x="3263"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4" name="Google Shape;1394;p42"/>
              <p:cNvSpPr/>
              <p:nvPr/>
            </p:nvSpPr>
            <p:spPr>
              <a:xfrm>
                <a:off x="6138650" y="883150"/>
                <a:ext cx="41100" cy="19375"/>
              </a:xfrm>
              <a:custGeom>
                <a:avLst/>
                <a:gdLst/>
                <a:ahLst/>
                <a:cxnLst/>
                <a:rect l="l" t="t" r="r" b="b"/>
                <a:pathLst>
                  <a:path w="1644" h="775" extrusionOk="0">
                    <a:moveTo>
                      <a:pt x="0" y="0"/>
                    </a:moveTo>
                    <a:lnTo>
                      <a:pt x="417" y="774"/>
                    </a:lnTo>
                    <a:lnTo>
                      <a:pt x="1227" y="774"/>
                    </a:lnTo>
                    <a:lnTo>
                      <a:pt x="1643"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5" name="Google Shape;1395;p42"/>
              <p:cNvSpPr/>
              <p:nvPr/>
            </p:nvSpPr>
            <p:spPr>
              <a:xfrm>
                <a:off x="6125550" y="764375"/>
                <a:ext cx="67000" cy="24725"/>
              </a:xfrm>
              <a:custGeom>
                <a:avLst/>
                <a:gdLst/>
                <a:ahLst/>
                <a:cxnLst/>
                <a:rect l="l" t="t" r="r" b="b"/>
                <a:pathLst>
                  <a:path w="2680" h="989" extrusionOk="0">
                    <a:moveTo>
                      <a:pt x="322" y="1"/>
                    </a:moveTo>
                    <a:lnTo>
                      <a:pt x="1" y="989"/>
                    </a:lnTo>
                    <a:lnTo>
                      <a:pt x="2679" y="989"/>
                    </a:lnTo>
                    <a:lnTo>
                      <a:pt x="2370"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6" name="Google Shape;1396;p42"/>
              <p:cNvSpPr/>
              <p:nvPr/>
            </p:nvSpPr>
            <p:spPr>
              <a:xfrm>
                <a:off x="6144000" y="758425"/>
                <a:ext cx="30400" cy="5975"/>
              </a:xfrm>
              <a:custGeom>
                <a:avLst/>
                <a:gdLst/>
                <a:ahLst/>
                <a:cxnLst/>
                <a:rect l="l" t="t" r="r" b="b"/>
                <a:pathLst>
                  <a:path w="1216" h="239" extrusionOk="0">
                    <a:moveTo>
                      <a:pt x="1" y="1"/>
                    </a:moveTo>
                    <a:lnTo>
                      <a:pt x="1" y="239"/>
                    </a:lnTo>
                    <a:lnTo>
                      <a:pt x="1215" y="239"/>
                    </a:lnTo>
                    <a:lnTo>
                      <a:pt x="1215"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7" name="Google Shape;1397;p42"/>
              <p:cNvSpPr/>
              <p:nvPr/>
            </p:nvSpPr>
            <p:spPr>
              <a:xfrm>
                <a:off x="6127625" y="799800"/>
                <a:ext cx="63125" cy="72650"/>
              </a:xfrm>
              <a:custGeom>
                <a:avLst/>
                <a:gdLst/>
                <a:ahLst/>
                <a:cxnLst/>
                <a:rect l="l" t="t" r="r" b="b"/>
                <a:pathLst>
                  <a:path w="2525" h="2906" extrusionOk="0">
                    <a:moveTo>
                      <a:pt x="1" y="1"/>
                    </a:moveTo>
                    <a:lnTo>
                      <a:pt x="239" y="2906"/>
                    </a:lnTo>
                    <a:lnTo>
                      <a:pt x="2287" y="2906"/>
                    </a:lnTo>
                    <a:lnTo>
                      <a:pt x="2525" y="1"/>
                    </a:lnTo>
                    <a:close/>
                  </a:path>
                </a:pathLst>
              </a:custGeom>
              <a:solidFill>
                <a:schemeClr val="accent5"/>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8" name="Google Shape;1398;p42"/>
              <p:cNvSpPr/>
              <p:nvPr/>
            </p:nvSpPr>
            <p:spPr>
              <a:xfrm>
                <a:off x="6152050" y="734900"/>
                <a:ext cx="14900" cy="29800"/>
              </a:xfrm>
              <a:custGeom>
                <a:avLst/>
                <a:gdLst/>
                <a:ahLst/>
                <a:cxnLst/>
                <a:rect l="l" t="t" r="r" b="b"/>
                <a:pathLst>
                  <a:path w="596" h="1192" extrusionOk="0">
                    <a:moveTo>
                      <a:pt x="298" y="1"/>
                    </a:moveTo>
                    <a:cubicBezTo>
                      <a:pt x="131" y="1"/>
                      <a:pt x="0" y="263"/>
                      <a:pt x="0" y="596"/>
                    </a:cubicBezTo>
                    <a:cubicBezTo>
                      <a:pt x="0" y="930"/>
                      <a:pt x="131" y="1192"/>
                      <a:pt x="298" y="1192"/>
                    </a:cubicBezTo>
                    <a:cubicBezTo>
                      <a:pt x="453" y="1192"/>
                      <a:pt x="595" y="930"/>
                      <a:pt x="595" y="596"/>
                    </a:cubicBezTo>
                    <a:cubicBezTo>
                      <a:pt x="595" y="275"/>
                      <a:pt x="453" y="1"/>
                      <a:pt x="298"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399" name="Google Shape;1399;p42"/>
              <p:cNvSpPr/>
              <p:nvPr/>
            </p:nvSpPr>
            <p:spPr>
              <a:xfrm>
                <a:off x="6109475" y="942675"/>
                <a:ext cx="99450" cy="10150"/>
              </a:xfrm>
              <a:custGeom>
                <a:avLst/>
                <a:gdLst/>
                <a:ahLst/>
                <a:cxnLst/>
                <a:rect l="l" t="t" r="r" b="b"/>
                <a:pathLst>
                  <a:path w="3978" h="406" extrusionOk="0">
                    <a:moveTo>
                      <a:pt x="1" y="1"/>
                    </a:moveTo>
                    <a:lnTo>
                      <a:pt x="1" y="405"/>
                    </a:lnTo>
                    <a:lnTo>
                      <a:pt x="3977" y="405"/>
                    </a:lnTo>
                    <a:lnTo>
                      <a:pt x="3977"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00" name="Google Shape;1400;p42"/>
              <p:cNvSpPr/>
              <p:nvPr/>
            </p:nvSpPr>
            <p:spPr>
              <a:xfrm>
                <a:off x="6201450" y="936700"/>
                <a:ext cx="26225" cy="22250"/>
              </a:xfrm>
              <a:custGeom>
                <a:avLst/>
                <a:gdLst/>
                <a:ahLst/>
                <a:cxnLst/>
                <a:rect l="l" t="t" r="r" b="b"/>
                <a:pathLst>
                  <a:path w="1049" h="890" extrusionOk="0">
                    <a:moveTo>
                      <a:pt x="617" y="1"/>
                    </a:moveTo>
                    <a:cubicBezTo>
                      <a:pt x="610" y="1"/>
                      <a:pt x="603" y="1"/>
                      <a:pt x="596" y="1"/>
                    </a:cubicBezTo>
                    <a:cubicBezTo>
                      <a:pt x="203" y="1"/>
                      <a:pt x="1" y="478"/>
                      <a:pt x="286" y="763"/>
                    </a:cubicBezTo>
                    <a:cubicBezTo>
                      <a:pt x="373" y="850"/>
                      <a:pt x="482" y="889"/>
                      <a:pt x="590" y="889"/>
                    </a:cubicBezTo>
                    <a:cubicBezTo>
                      <a:pt x="821" y="889"/>
                      <a:pt x="1048" y="710"/>
                      <a:pt x="1048" y="442"/>
                    </a:cubicBezTo>
                    <a:cubicBezTo>
                      <a:pt x="1048" y="199"/>
                      <a:pt x="857" y="1"/>
                      <a:pt x="617"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01" name="Google Shape;1401;p42"/>
              <p:cNvSpPr/>
              <p:nvPr/>
            </p:nvSpPr>
            <p:spPr>
              <a:xfrm>
                <a:off x="6090725" y="936725"/>
                <a:ext cx="25550" cy="21900"/>
              </a:xfrm>
              <a:custGeom>
                <a:avLst/>
                <a:gdLst/>
                <a:ahLst/>
                <a:cxnLst/>
                <a:rect l="l" t="t" r="r" b="b"/>
                <a:pathLst>
                  <a:path w="1022" h="876" extrusionOk="0">
                    <a:moveTo>
                      <a:pt x="455" y="0"/>
                    </a:moveTo>
                    <a:cubicBezTo>
                      <a:pt x="451" y="0"/>
                      <a:pt x="446" y="0"/>
                      <a:pt x="441" y="0"/>
                    </a:cubicBezTo>
                    <a:cubicBezTo>
                      <a:pt x="191" y="0"/>
                      <a:pt x="0" y="191"/>
                      <a:pt x="0" y="441"/>
                    </a:cubicBezTo>
                    <a:cubicBezTo>
                      <a:pt x="8" y="704"/>
                      <a:pt x="219" y="876"/>
                      <a:pt x="439" y="876"/>
                    </a:cubicBezTo>
                    <a:cubicBezTo>
                      <a:pt x="548" y="876"/>
                      <a:pt x="660" y="833"/>
                      <a:pt x="751" y="739"/>
                    </a:cubicBezTo>
                    <a:cubicBezTo>
                      <a:pt x="1021" y="468"/>
                      <a:pt x="839" y="0"/>
                      <a:pt x="455"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1402" name="Google Shape;1402;p42"/>
            <p:cNvGrpSpPr/>
            <p:nvPr/>
          </p:nvGrpSpPr>
          <p:grpSpPr>
            <a:xfrm>
              <a:off x="2299725" y="4103982"/>
              <a:ext cx="292429" cy="403308"/>
              <a:chOff x="5605250" y="1168900"/>
              <a:chExt cx="208075" cy="286950"/>
            </a:xfrm>
          </p:grpSpPr>
          <p:sp>
            <p:nvSpPr>
              <p:cNvPr id="1403" name="Google Shape;1403;p42"/>
              <p:cNvSpPr/>
              <p:nvPr/>
            </p:nvSpPr>
            <p:spPr>
              <a:xfrm>
                <a:off x="5605250" y="1168900"/>
                <a:ext cx="208075" cy="208375"/>
              </a:xfrm>
              <a:custGeom>
                <a:avLst/>
                <a:gdLst/>
                <a:ahLst/>
                <a:cxnLst/>
                <a:rect l="l" t="t" r="r" b="b"/>
                <a:pathLst>
                  <a:path w="8323" h="8335" extrusionOk="0">
                    <a:moveTo>
                      <a:pt x="4156" y="0"/>
                    </a:moveTo>
                    <a:cubicBezTo>
                      <a:pt x="1858" y="0"/>
                      <a:pt x="0" y="1870"/>
                      <a:pt x="0" y="4167"/>
                    </a:cubicBezTo>
                    <a:cubicBezTo>
                      <a:pt x="0" y="6465"/>
                      <a:pt x="1858" y="8335"/>
                      <a:pt x="4156" y="8335"/>
                    </a:cubicBezTo>
                    <a:cubicBezTo>
                      <a:pt x="6465" y="8335"/>
                      <a:pt x="8323" y="6465"/>
                      <a:pt x="8323" y="4167"/>
                    </a:cubicBezTo>
                    <a:cubicBezTo>
                      <a:pt x="8323" y="1870"/>
                      <a:pt x="6465" y="0"/>
                      <a:pt x="4156" y="0"/>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04" name="Google Shape;1404;p42"/>
              <p:cNvSpPr/>
              <p:nvPr/>
            </p:nvSpPr>
            <p:spPr>
              <a:xfrm>
                <a:off x="5709125" y="1168900"/>
                <a:ext cx="104200" cy="208375"/>
              </a:xfrm>
              <a:custGeom>
                <a:avLst/>
                <a:gdLst/>
                <a:ahLst/>
                <a:cxnLst/>
                <a:rect l="l" t="t" r="r" b="b"/>
                <a:pathLst>
                  <a:path w="4168" h="8335" extrusionOk="0">
                    <a:moveTo>
                      <a:pt x="1" y="0"/>
                    </a:moveTo>
                    <a:lnTo>
                      <a:pt x="1" y="8335"/>
                    </a:lnTo>
                    <a:cubicBezTo>
                      <a:pt x="2310" y="8335"/>
                      <a:pt x="4168" y="6465"/>
                      <a:pt x="4168" y="4167"/>
                    </a:cubicBezTo>
                    <a:cubicBezTo>
                      <a:pt x="4168" y="1870"/>
                      <a:pt x="2310" y="0"/>
                      <a:pt x="1" y="0"/>
                    </a:cubicBez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05" name="Google Shape;1405;p42"/>
              <p:cNvSpPr/>
              <p:nvPr/>
            </p:nvSpPr>
            <p:spPr>
              <a:xfrm>
                <a:off x="5699600" y="1259300"/>
                <a:ext cx="19375" cy="196550"/>
              </a:xfrm>
              <a:custGeom>
                <a:avLst/>
                <a:gdLst/>
                <a:ahLst/>
                <a:cxnLst/>
                <a:rect l="l" t="t" r="r" b="b"/>
                <a:pathLst>
                  <a:path w="775" h="7862" extrusionOk="0">
                    <a:moveTo>
                      <a:pt x="388" y="1"/>
                    </a:moveTo>
                    <a:cubicBezTo>
                      <a:pt x="194" y="1"/>
                      <a:pt x="1" y="129"/>
                      <a:pt x="1" y="385"/>
                    </a:cubicBezTo>
                    <a:lnTo>
                      <a:pt x="1" y="7469"/>
                    </a:lnTo>
                    <a:cubicBezTo>
                      <a:pt x="1" y="7695"/>
                      <a:pt x="167" y="7862"/>
                      <a:pt x="394" y="7862"/>
                    </a:cubicBezTo>
                    <a:cubicBezTo>
                      <a:pt x="608" y="7862"/>
                      <a:pt x="775" y="7695"/>
                      <a:pt x="775" y="7469"/>
                    </a:cubicBezTo>
                    <a:lnTo>
                      <a:pt x="775" y="385"/>
                    </a:lnTo>
                    <a:cubicBezTo>
                      <a:pt x="775" y="129"/>
                      <a:pt x="581" y="1"/>
                      <a:pt x="388"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06" name="Google Shape;1406;p42"/>
              <p:cNvSpPr/>
              <p:nvPr/>
            </p:nvSpPr>
            <p:spPr>
              <a:xfrm>
                <a:off x="5665375" y="1310575"/>
                <a:ext cx="43775" cy="36050"/>
              </a:xfrm>
              <a:custGeom>
                <a:avLst/>
                <a:gdLst/>
                <a:ahLst/>
                <a:cxnLst/>
                <a:rect l="l" t="t" r="r" b="b"/>
                <a:pathLst>
                  <a:path w="1751" h="1442" extrusionOk="0">
                    <a:moveTo>
                      <a:pt x="0" y="1"/>
                    </a:moveTo>
                    <a:lnTo>
                      <a:pt x="1751" y="1441"/>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07" name="Google Shape;1407;p42"/>
              <p:cNvSpPr/>
              <p:nvPr/>
            </p:nvSpPr>
            <p:spPr>
              <a:xfrm>
                <a:off x="5651075" y="1300725"/>
                <a:ext cx="69100" cy="55725"/>
              </a:xfrm>
              <a:custGeom>
                <a:avLst/>
                <a:gdLst/>
                <a:ahLst/>
                <a:cxnLst/>
                <a:rect l="l" t="t" r="r" b="b"/>
                <a:pathLst>
                  <a:path w="2764" h="2229" extrusionOk="0">
                    <a:moveTo>
                      <a:pt x="571" y="0"/>
                    </a:moveTo>
                    <a:cubicBezTo>
                      <a:pt x="251" y="0"/>
                      <a:pt x="0" y="439"/>
                      <a:pt x="322" y="704"/>
                    </a:cubicBezTo>
                    <a:lnTo>
                      <a:pt x="2085" y="2145"/>
                    </a:lnTo>
                    <a:cubicBezTo>
                      <a:pt x="2156" y="2204"/>
                      <a:pt x="2239" y="2228"/>
                      <a:pt x="2335" y="2228"/>
                    </a:cubicBezTo>
                    <a:cubicBezTo>
                      <a:pt x="2442" y="2228"/>
                      <a:pt x="2561" y="2181"/>
                      <a:pt x="2632" y="2085"/>
                    </a:cubicBezTo>
                    <a:cubicBezTo>
                      <a:pt x="2763" y="1919"/>
                      <a:pt x="2739" y="1681"/>
                      <a:pt x="2573" y="1538"/>
                    </a:cubicBezTo>
                    <a:lnTo>
                      <a:pt x="822" y="97"/>
                    </a:lnTo>
                    <a:cubicBezTo>
                      <a:pt x="740" y="29"/>
                      <a:pt x="653" y="0"/>
                      <a:pt x="571"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08" name="Google Shape;1408;p42"/>
              <p:cNvSpPr/>
              <p:nvPr/>
            </p:nvSpPr>
            <p:spPr>
              <a:xfrm>
                <a:off x="5709125" y="1289150"/>
                <a:ext cx="31275" cy="29775"/>
              </a:xfrm>
              <a:custGeom>
                <a:avLst/>
                <a:gdLst/>
                <a:ahLst/>
                <a:cxnLst/>
                <a:rect l="l" t="t" r="r" b="b"/>
                <a:pathLst>
                  <a:path w="1251" h="1191" extrusionOk="0">
                    <a:moveTo>
                      <a:pt x="1" y="1191"/>
                    </a:moveTo>
                    <a:lnTo>
                      <a:pt x="1251" y="0"/>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09" name="Google Shape;1409;p42"/>
              <p:cNvSpPr/>
              <p:nvPr/>
            </p:nvSpPr>
            <p:spPr>
              <a:xfrm>
                <a:off x="5696025" y="1279325"/>
                <a:ext cx="58350" cy="49425"/>
              </a:xfrm>
              <a:custGeom>
                <a:avLst/>
                <a:gdLst/>
                <a:ahLst/>
                <a:cxnLst/>
                <a:rect l="l" t="t" r="r" b="b"/>
                <a:pathLst>
                  <a:path w="2334" h="1977" extrusionOk="0">
                    <a:moveTo>
                      <a:pt x="1773" y="0"/>
                    </a:moveTo>
                    <a:cubicBezTo>
                      <a:pt x="1683" y="0"/>
                      <a:pt x="1588" y="35"/>
                      <a:pt x="1501" y="120"/>
                    </a:cubicBezTo>
                    <a:lnTo>
                      <a:pt x="263" y="1310"/>
                    </a:lnTo>
                    <a:cubicBezTo>
                      <a:pt x="1" y="1548"/>
                      <a:pt x="179" y="1977"/>
                      <a:pt x="537" y="1977"/>
                    </a:cubicBezTo>
                    <a:cubicBezTo>
                      <a:pt x="632" y="1977"/>
                      <a:pt x="727" y="1941"/>
                      <a:pt x="799" y="1870"/>
                    </a:cubicBezTo>
                    <a:lnTo>
                      <a:pt x="2049" y="679"/>
                    </a:lnTo>
                    <a:cubicBezTo>
                      <a:pt x="2334" y="403"/>
                      <a:pt x="2079" y="0"/>
                      <a:pt x="1773"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nvGrpSpPr>
            <p:cNvPr id="1410" name="Google Shape;1410;p42"/>
            <p:cNvGrpSpPr/>
            <p:nvPr/>
          </p:nvGrpSpPr>
          <p:grpSpPr>
            <a:xfrm>
              <a:off x="2561263" y="3924404"/>
              <a:ext cx="314943" cy="582910"/>
              <a:chOff x="6691700" y="1068275"/>
              <a:chExt cx="221775" cy="410500"/>
            </a:xfrm>
          </p:grpSpPr>
          <p:sp>
            <p:nvSpPr>
              <p:cNvPr id="1411" name="Google Shape;1411;p42"/>
              <p:cNvSpPr/>
              <p:nvPr/>
            </p:nvSpPr>
            <p:spPr>
              <a:xfrm>
                <a:off x="6691700" y="1068275"/>
                <a:ext cx="221775" cy="317325"/>
              </a:xfrm>
              <a:custGeom>
                <a:avLst/>
                <a:gdLst/>
                <a:ahLst/>
                <a:cxnLst/>
                <a:rect l="l" t="t" r="r" b="b"/>
                <a:pathLst>
                  <a:path w="8871" h="12693" extrusionOk="0">
                    <a:moveTo>
                      <a:pt x="4429" y="1"/>
                    </a:moveTo>
                    <a:cubicBezTo>
                      <a:pt x="3810" y="1"/>
                      <a:pt x="0" y="3430"/>
                      <a:pt x="0" y="7657"/>
                    </a:cubicBezTo>
                    <a:cubicBezTo>
                      <a:pt x="0" y="11883"/>
                      <a:pt x="3715" y="12693"/>
                      <a:pt x="4429" y="12693"/>
                    </a:cubicBezTo>
                    <a:cubicBezTo>
                      <a:pt x="5144" y="12693"/>
                      <a:pt x="8870" y="11883"/>
                      <a:pt x="8870" y="7657"/>
                    </a:cubicBezTo>
                    <a:cubicBezTo>
                      <a:pt x="8870" y="3430"/>
                      <a:pt x="5060" y="1"/>
                      <a:pt x="4429" y="1"/>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12" name="Google Shape;1412;p42"/>
              <p:cNvSpPr/>
              <p:nvPr/>
            </p:nvSpPr>
            <p:spPr>
              <a:xfrm>
                <a:off x="6802425" y="1068275"/>
                <a:ext cx="111050" cy="317325"/>
              </a:xfrm>
              <a:custGeom>
                <a:avLst/>
                <a:gdLst/>
                <a:ahLst/>
                <a:cxnLst/>
                <a:rect l="l" t="t" r="r" b="b"/>
                <a:pathLst>
                  <a:path w="4442" h="12693" extrusionOk="0">
                    <a:moveTo>
                      <a:pt x="0" y="1"/>
                    </a:moveTo>
                    <a:lnTo>
                      <a:pt x="0" y="12693"/>
                    </a:lnTo>
                    <a:cubicBezTo>
                      <a:pt x="727" y="12693"/>
                      <a:pt x="4441" y="11883"/>
                      <a:pt x="4441" y="7657"/>
                    </a:cubicBezTo>
                    <a:cubicBezTo>
                      <a:pt x="4441" y="3430"/>
                      <a:pt x="631" y="1"/>
                      <a:pt x="0" y="1"/>
                    </a:cubicBez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13" name="Google Shape;1413;p42"/>
              <p:cNvSpPr/>
              <p:nvPr/>
            </p:nvSpPr>
            <p:spPr>
              <a:xfrm>
                <a:off x="6792600" y="1285875"/>
                <a:ext cx="19675" cy="192900"/>
              </a:xfrm>
              <a:custGeom>
                <a:avLst/>
                <a:gdLst/>
                <a:ahLst/>
                <a:cxnLst/>
                <a:rect l="l" t="t" r="r" b="b"/>
                <a:pathLst>
                  <a:path w="787" h="7716" extrusionOk="0">
                    <a:moveTo>
                      <a:pt x="393" y="0"/>
                    </a:moveTo>
                    <a:cubicBezTo>
                      <a:pt x="197" y="0"/>
                      <a:pt x="0" y="131"/>
                      <a:pt x="0" y="393"/>
                    </a:cubicBezTo>
                    <a:lnTo>
                      <a:pt x="0" y="7323"/>
                    </a:lnTo>
                    <a:cubicBezTo>
                      <a:pt x="0" y="7537"/>
                      <a:pt x="179" y="7716"/>
                      <a:pt x="393" y="7716"/>
                    </a:cubicBezTo>
                    <a:cubicBezTo>
                      <a:pt x="608" y="7716"/>
                      <a:pt x="786" y="7537"/>
                      <a:pt x="786" y="7323"/>
                    </a:cubicBezTo>
                    <a:lnTo>
                      <a:pt x="786" y="393"/>
                    </a:lnTo>
                    <a:cubicBezTo>
                      <a:pt x="786" y="131"/>
                      <a:pt x="590" y="0"/>
                      <a:pt x="393"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14" name="Google Shape;1414;p42"/>
              <p:cNvSpPr/>
              <p:nvPr/>
            </p:nvSpPr>
            <p:spPr>
              <a:xfrm>
                <a:off x="6759550" y="1295700"/>
                <a:ext cx="42900" cy="48825"/>
              </a:xfrm>
              <a:custGeom>
                <a:avLst/>
                <a:gdLst/>
                <a:ahLst/>
                <a:cxnLst/>
                <a:rect l="l" t="t" r="r" b="b"/>
                <a:pathLst>
                  <a:path w="1716" h="1953" extrusionOk="0">
                    <a:moveTo>
                      <a:pt x="1" y="0"/>
                    </a:moveTo>
                    <a:lnTo>
                      <a:pt x="1715" y="1953"/>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15" name="Google Shape;1415;p42"/>
              <p:cNvSpPr/>
              <p:nvPr/>
            </p:nvSpPr>
            <p:spPr>
              <a:xfrm>
                <a:off x="6744850" y="1285400"/>
                <a:ext cx="70600" cy="69000"/>
              </a:xfrm>
              <a:custGeom>
                <a:avLst/>
                <a:gdLst/>
                <a:ahLst/>
                <a:cxnLst/>
                <a:rect l="l" t="t" r="r" b="b"/>
                <a:pathLst>
                  <a:path w="2824" h="2760" extrusionOk="0">
                    <a:moveTo>
                      <a:pt x="571" y="1"/>
                    </a:moveTo>
                    <a:cubicBezTo>
                      <a:pt x="271" y="1"/>
                      <a:pt x="0" y="383"/>
                      <a:pt x="291" y="674"/>
                    </a:cubicBezTo>
                    <a:lnTo>
                      <a:pt x="2006" y="2627"/>
                    </a:lnTo>
                    <a:cubicBezTo>
                      <a:pt x="2071" y="2703"/>
                      <a:pt x="2166" y="2759"/>
                      <a:pt x="2273" y="2759"/>
                    </a:cubicBezTo>
                    <a:cubicBezTo>
                      <a:pt x="2283" y="2759"/>
                      <a:pt x="2293" y="2759"/>
                      <a:pt x="2303" y="2758"/>
                    </a:cubicBezTo>
                    <a:cubicBezTo>
                      <a:pt x="2308" y="2758"/>
                      <a:pt x="2313" y="2758"/>
                      <a:pt x="2318" y="2758"/>
                    </a:cubicBezTo>
                    <a:cubicBezTo>
                      <a:pt x="2642" y="2758"/>
                      <a:pt x="2824" y="2361"/>
                      <a:pt x="2601" y="2115"/>
                    </a:cubicBezTo>
                    <a:lnTo>
                      <a:pt x="875" y="162"/>
                    </a:lnTo>
                    <a:cubicBezTo>
                      <a:pt x="785" y="48"/>
                      <a:pt x="676" y="1"/>
                      <a:pt x="571"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16" name="Google Shape;1416;p42"/>
              <p:cNvSpPr/>
              <p:nvPr/>
            </p:nvSpPr>
            <p:spPr>
              <a:xfrm>
                <a:off x="6802425" y="1295700"/>
                <a:ext cx="43175" cy="48825"/>
              </a:xfrm>
              <a:custGeom>
                <a:avLst/>
                <a:gdLst/>
                <a:ahLst/>
                <a:cxnLst/>
                <a:rect l="l" t="t" r="r" b="b"/>
                <a:pathLst>
                  <a:path w="1727" h="1953" extrusionOk="0">
                    <a:moveTo>
                      <a:pt x="1727" y="0"/>
                    </a:moveTo>
                    <a:lnTo>
                      <a:pt x="0" y="1953"/>
                    </a:lnTo>
                  </a:path>
                </a:pathLst>
              </a:custGeom>
              <a:solidFill>
                <a:srgbClr val="D1DBDB"/>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417" name="Google Shape;1417;p42"/>
              <p:cNvSpPr/>
              <p:nvPr/>
            </p:nvSpPr>
            <p:spPr>
              <a:xfrm>
                <a:off x="6789325" y="1285400"/>
                <a:ext cx="70700" cy="69000"/>
              </a:xfrm>
              <a:custGeom>
                <a:avLst/>
                <a:gdLst/>
                <a:ahLst/>
                <a:cxnLst/>
                <a:rect l="l" t="t" r="r" b="b"/>
                <a:pathLst>
                  <a:path w="2828" h="2760" extrusionOk="0">
                    <a:moveTo>
                      <a:pt x="2252" y="1"/>
                    </a:moveTo>
                    <a:cubicBezTo>
                      <a:pt x="2147" y="1"/>
                      <a:pt x="2040" y="48"/>
                      <a:pt x="1953" y="162"/>
                    </a:cubicBezTo>
                    <a:lnTo>
                      <a:pt x="227" y="2115"/>
                    </a:lnTo>
                    <a:cubicBezTo>
                      <a:pt x="0" y="2365"/>
                      <a:pt x="191" y="2758"/>
                      <a:pt x="524" y="2758"/>
                    </a:cubicBezTo>
                    <a:cubicBezTo>
                      <a:pt x="535" y="2759"/>
                      <a:pt x="545" y="2759"/>
                      <a:pt x="555" y="2759"/>
                    </a:cubicBezTo>
                    <a:cubicBezTo>
                      <a:pt x="662" y="2759"/>
                      <a:pt x="757" y="2703"/>
                      <a:pt x="822" y="2627"/>
                    </a:cubicBezTo>
                    <a:lnTo>
                      <a:pt x="2536" y="674"/>
                    </a:lnTo>
                    <a:cubicBezTo>
                      <a:pt x="2827" y="383"/>
                      <a:pt x="2550" y="1"/>
                      <a:pt x="2252"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sp>
        <p:nvSpPr>
          <p:cNvPr id="2" name="Google Shape;962;p41">
            <a:extLst>
              <a:ext uri="{FF2B5EF4-FFF2-40B4-BE49-F238E27FC236}">
                <a16:creationId xmlns:a16="http://schemas.microsoft.com/office/drawing/2014/main" id="{ADEA0D9A-7E86-DD7A-FC35-C96CBAB860A4}"/>
              </a:ext>
            </a:extLst>
          </p:cNvPr>
          <p:cNvSpPr txBox="1">
            <a:spLocks noGrp="1"/>
          </p:cNvSpPr>
          <p:nvPr/>
        </p:nvSpPr>
        <p:spPr>
          <a:xfrm>
            <a:off x="4864840" y="2969161"/>
            <a:ext cx="6654020"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pPr algn="r"/>
            <a:r>
              <a:rPr lang="en" sz="4400">
                <a:solidFill>
                  <a:srgbClr val="434377"/>
                </a:solidFill>
                <a:latin typeface="Bebas Neue"/>
              </a:rPr>
              <a:t>Section 5: </a:t>
            </a:r>
          </a:p>
          <a:p>
            <a:pPr algn="r"/>
            <a:r>
              <a:rPr lang="en-GB" sz="6600">
                <a:solidFill>
                  <a:srgbClr val="434377"/>
                </a:solidFill>
                <a:latin typeface="Bebas Neue"/>
              </a:rPr>
              <a:t>Evaluating &amp; Modelling</a:t>
            </a:r>
            <a:endParaRPr lang="en" sz="6600">
              <a:solidFill>
                <a:srgbClr val="434377"/>
              </a:solidFill>
              <a:latin typeface="Bebas Neue"/>
            </a:endParaRPr>
          </a:p>
        </p:txBody>
      </p:sp>
    </p:spTree>
    <p:extLst>
      <p:ext uri="{BB962C8B-B14F-4D97-AF65-F5344CB8AC3E}">
        <p14:creationId xmlns:p14="http://schemas.microsoft.com/office/powerpoint/2010/main" val="126489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13" name="Rectangle 12">
            <a:extLst>
              <a:ext uri="{FF2B5EF4-FFF2-40B4-BE49-F238E27FC236}">
                <a16:creationId xmlns:a16="http://schemas.microsoft.com/office/drawing/2014/main" id="{77DC683D-F103-6C61-8E50-96E88BDEF476}"/>
              </a:ext>
            </a:extLst>
          </p:cNvPr>
          <p:cNvSpPr/>
          <p:nvPr/>
        </p:nvSpPr>
        <p:spPr>
          <a:xfrm>
            <a:off x="476250" y="928476"/>
            <a:ext cx="5718073" cy="5112741"/>
          </a:xfrm>
          <a:prstGeom prst="rect">
            <a:avLst/>
          </a:prstGeom>
          <a:solidFill>
            <a:srgbClr val="E6E8EE">
              <a:alpha val="8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62" name="Google Shape;962;p41"/>
          <p:cNvSpPr txBox="1">
            <a:spLocks noGrp="1"/>
          </p:cNvSpPr>
          <p:nvPr>
            <p:ph type="title"/>
          </p:nvPr>
        </p:nvSpPr>
        <p:spPr>
          <a:xfrm>
            <a:off x="817870" y="224011"/>
            <a:ext cx="10819261" cy="381068"/>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3200">
                <a:solidFill>
                  <a:schemeClr val="tx2">
                    <a:lumMod val="75000"/>
                    <a:lumOff val="25000"/>
                  </a:schemeClr>
                </a:solidFill>
                <a:latin typeface="Bebas Neue"/>
              </a:rPr>
              <a:t>Data correlation at a Glance</a:t>
            </a:r>
          </a:p>
        </p:txBody>
      </p:sp>
      <p:sp>
        <p:nvSpPr>
          <p:cNvPr id="2" name="Rectangle 1">
            <a:extLst>
              <a:ext uri="{FF2B5EF4-FFF2-40B4-BE49-F238E27FC236}">
                <a16:creationId xmlns:a16="http://schemas.microsoft.com/office/drawing/2014/main" id="{894FAAD7-1B0E-CD79-E067-6630C65DBF32}"/>
              </a:ext>
            </a:extLst>
          </p:cNvPr>
          <p:cNvSpPr/>
          <p:nvPr/>
        </p:nvSpPr>
        <p:spPr>
          <a:xfrm>
            <a:off x="6400800" y="976524"/>
            <a:ext cx="4999243" cy="2213716"/>
          </a:xfrm>
          <a:prstGeom prst="rect">
            <a:avLst/>
          </a:prstGeom>
          <a:solidFill>
            <a:schemeClr val="bg2">
              <a:lumMod val="90000"/>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2EDA0861-01F6-9A76-B505-FA5336D94503}"/>
              </a:ext>
            </a:extLst>
          </p:cNvPr>
          <p:cNvSpPr txBox="1"/>
          <p:nvPr/>
        </p:nvSpPr>
        <p:spPr>
          <a:xfrm>
            <a:off x="6509671" y="1173143"/>
            <a:ext cx="2072891" cy="461665"/>
          </a:xfrm>
          <a:prstGeom prst="rect">
            <a:avLst/>
          </a:prstGeom>
          <a:noFill/>
        </p:spPr>
        <p:txBody>
          <a:bodyPr wrap="square">
            <a:spAutoFit/>
          </a:bodyPr>
          <a:lstStyle/>
          <a:p>
            <a:r>
              <a:rPr lang="en-US" altLang="zh-CN" sz="2400" b="1" spc="40">
                <a:solidFill>
                  <a:schemeClr val="accent6">
                    <a:lumMod val="50000"/>
                  </a:schemeClr>
                </a:solidFill>
                <a:latin typeface="+mj-lt"/>
              </a:rPr>
              <a:t>What we see</a:t>
            </a:r>
            <a:endParaRPr lang="en-AU" sz="2400" b="1" spc="40">
              <a:solidFill>
                <a:schemeClr val="accent6">
                  <a:lumMod val="50000"/>
                </a:schemeClr>
              </a:solidFill>
              <a:latin typeface="+mj-lt"/>
            </a:endParaRPr>
          </a:p>
        </p:txBody>
      </p:sp>
      <p:sp>
        <p:nvSpPr>
          <p:cNvPr id="7" name="TextBox 6">
            <a:extLst>
              <a:ext uri="{FF2B5EF4-FFF2-40B4-BE49-F238E27FC236}">
                <a16:creationId xmlns:a16="http://schemas.microsoft.com/office/drawing/2014/main" id="{4C0AEDDB-EF8C-E169-66F6-D22EE67E4CC3}"/>
              </a:ext>
            </a:extLst>
          </p:cNvPr>
          <p:cNvSpPr txBox="1"/>
          <p:nvPr/>
        </p:nvSpPr>
        <p:spPr>
          <a:xfrm>
            <a:off x="6550964" y="1769338"/>
            <a:ext cx="4396836" cy="1077218"/>
          </a:xfrm>
          <a:prstGeom prst="rect">
            <a:avLst/>
          </a:prstGeom>
          <a:noFill/>
        </p:spPr>
        <p:txBody>
          <a:bodyPr wrap="square">
            <a:spAutoFit/>
          </a:bodyPr>
          <a:lstStyle/>
          <a:p>
            <a:pPr algn="just"/>
            <a:r>
              <a:rPr lang="en-US" sz="1600"/>
              <a:t>Evaluating the </a:t>
            </a:r>
            <a:r>
              <a:rPr lang="en-US" sz="1600" b="1"/>
              <a:t>Pearson Correlation</a:t>
            </a:r>
            <a:r>
              <a:rPr lang="en-US" sz="1600"/>
              <a:t> in heatmap, we see that each factor are weakly related as there are multiple factors that brings effect to the monthly rent. </a:t>
            </a:r>
            <a:endParaRPr lang="en-AU" sz="1600"/>
          </a:p>
        </p:txBody>
      </p:sp>
      <p:pic>
        <p:nvPicPr>
          <p:cNvPr id="14340" name="Picture 4">
            <a:extLst>
              <a:ext uri="{FF2B5EF4-FFF2-40B4-BE49-F238E27FC236}">
                <a16:creationId xmlns:a16="http://schemas.microsoft.com/office/drawing/2014/main" id="{30692185-91CB-4884-2BA0-838CFA4948E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37825" y="928476"/>
            <a:ext cx="5594922" cy="5001048"/>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136AB1E8-A5D8-2656-6C61-1C939B7AB21A}"/>
              </a:ext>
            </a:extLst>
          </p:cNvPr>
          <p:cNvSpPr/>
          <p:nvPr/>
        </p:nvSpPr>
        <p:spPr>
          <a:xfrm>
            <a:off x="6400800" y="3324770"/>
            <a:ext cx="4999243" cy="2716447"/>
          </a:xfrm>
          <a:prstGeom prst="rect">
            <a:avLst/>
          </a:prstGeom>
          <a:solidFill>
            <a:schemeClr val="bg2">
              <a:lumMod val="90000"/>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470F7B6B-E801-04EC-78AF-BF5B2CDE8964}"/>
              </a:ext>
            </a:extLst>
          </p:cNvPr>
          <p:cNvSpPr txBox="1"/>
          <p:nvPr/>
        </p:nvSpPr>
        <p:spPr>
          <a:xfrm>
            <a:off x="6691963" y="3534999"/>
            <a:ext cx="2004377" cy="461665"/>
          </a:xfrm>
          <a:prstGeom prst="rect">
            <a:avLst/>
          </a:prstGeom>
          <a:noFill/>
        </p:spPr>
        <p:txBody>
          <a:bodyPr wrap="square">
            <a:spAutoFit/>
          </a:bodyPr>
          <a:lstStyle/>
          <a:p>
            <a:r>
              <a:rPr lang="en-US" altLang="zh-CN" sz="2400" b="1" spc="40">
                <a:solidFill>
                  <a:schemeClr val="accent6">
                    <a:lumMod val="50000"/>
                  </a:schemeClr>
                </a:solidFill>
                <a:latin typeface="+mj-lt"/>
              </a:rPr>
              <a:t>Approach</a:t>
            </a:r>
            <a:endParaRPr lang="en-AU" sz="2400" b="1" spc="40">
              <a:solidFill>
                <a:schemeClr val="accent6">
                  <a:lumMod val="50000"/>
                </a:schemeClr>
              </a:solidFill>
              <a:latin typeface="+mj-lt"/>
            </a:endParaRPr>
          </a:p>
        </p:txBody>
      </p:sp>
      <p:sp>
        <p:nvSpPr>
          <p:cNvPr id="16" name="TextBox 15">
            <a:extLst>
              <a:ext uri="{FF2B5EF4-FFF2-40B4-BE49-F238E27FC236}">
                <a16:creationId xmlns:a16="http://schemas.microsoft.com/office/drawing/2014/main" id="{E9B4DF50-21EB-6BA4-4943-898D2A98AC88}"/>
              </a:ext>
            </a:extLst>
          </p:cNvPr>
          <p:cNvSpPr txBox="1"/>
          <p:nvPr/>
        </p:nvSpPr>
        <p:spPr>
          <a:xfrm>
            <a:off x="6597442" y="4206893"/>
            <a:ext cx="4605957" cy="1323439"/>
          </a:xfrm>
          <a:prstGeom prst="rect">
            <a:avLst/>
          </a:prstGeom>
          <a:noFill/>
        </p:spPr>
        <p:txBody>
          <a:bodyPr wrap="square">
            <a:spAutoFit/>
          </a:bodyPr>
          <a:lstStyle/>
          <a:p>
            <a:pPr algn="just"/>
            <a:r>
              <a:rPr lang="en-US" sz="1600" b="1"/>
              <a:t>We require at least 2 models consist of:</a:t>
            </a:r>
          </a:p>
          <a:p>
            <a:pPr algn="just"/>
            <a:endParaRPr lang="en-US" sz="1600"/>
          </a:p>
          <a:p>
            <a:pPr marL="285750" indent="-285750" algn="just">
              <a:buFont typeface="Arial" panose="020B0604020202020204" pitchFamily="34" charset="0"/>
              <a:buChar char="•"/>
            </a:pPr>
            <a:r>
              <a:rPr lang="en-AU" sz="1600"/>
              <a:t>Multiple Linear Regression Model </a:t>
            </a:r>
          </a:p>
          <a:p>
            <a:pPr marL="285750" indent="-285750" algn="just">
              <a:buFont typeface="Arial" panose="020B0604020202020204" pitchFamily="34" charset="0"/>
              <a:buChar char="•"/>
            </a:pPr>
            <a:r>
              <a:rPr lang="en-AU" sz="1600"/>
              <a:t>Polynomial Regression Model </a:t>
            </a:r>
          </a:p>
          <a:p>
            <a:pPr marL="285750" indent="-285750" algn="just">
              <a:buFont typeface="Arial" panose="020B0604020202020204" pitchFamily="34" charset="0"/>
              <a:buChar char="•"/>
            </a:pPr>
            <a:endParaRPr lang="en-AU" sz="1600"/>
          </a:p>
        </p:txBody>
      </p:sp>
    </p:spTree>
    <p:extLst>
      <p:ext uri="{BB962C8B-B14F-4D97-AF65-F5344CB8AC3E}">
        <p14:creationId xmlns:p14="http://schemas.microsoft.com/office/powerpoint/2010/main" val="7944638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fade">
                                      <p:cBhvr>
                                        <p:cTn id="7" dur="500"/>
                                        <p:tgtEl>
                                          <p:spTgt spid="1434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 grpId="0" animBg="1"/>
      <p:bldP spid="6" grpId="0"/>
      <p:bldP spid="7" grpId="0"/>
      <p:bldP spid="14" grpId="0" animBg="1"/>
      <p:bldP spid="15" grpId="0"/>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41"/>
          <p:cNvSpPr txBox="1">
            <a:spLocks noGrp="1"/>
          </p:cNvSpPr>
          <p:nvPr>
            <p:ph type="title"/>
          </p:nvPr>
        </p:nvSpPr>
        <p:spPr>
          <a:xfrm>
            <a:off x="817870" y="224011"/>
            <a:ext cx="10819261" cy="381068"/>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3200">
                <a:solidFill>
                  <a:schemeClr val="tx2">
                    <a:lumMod val="75000"/>
                    <a:lumOff val="25000"/>
                  </a:schemeClr>
                </a:solidFill>
                <a:latin typeface="Bebas Neue"/>
              </a:rPr>
              <a:t>Modelling</a:t>
            </a:r>
            <a:endParaRPr lang="en-GB" sz="3200">
              <a:solidFill>
                <a:schemeClr val="tx2">
                  <a:lumMod val="75000"/>
                  <a:lumOff val="25000"/>
                </a:schemeClr>
              </a:solidFill>
              <a:latin typeface="Bebas Neue"/>
            </a:endParaRPr>
          </a:p>
        </p:txBody>
      </p:sp>
      <p:sp>
        <p:nvSpPr>
          <p:cNvPr id="14" name="Rectangle 13">
            <a:extLst>
              <a:ext uri="{FF2B5EF4-FFF2-40B4-BE49-F238E27FC236}">
                <a16:creationId xmlns:a16="http://schemas.microsoft.com/office/drawing/2014/main" id="{136AB1E8-A5D8-2656-6C61-1C939B7AB21A}"/>
              </a:ext>
            </a:extLst>
          </p:cNvPr>
          <p:cNvSpPr/>
          <p:nvPr/>
        </p:nvSpPr>
        <p:spPr>
          <a:xfrm>
            <a:off x="817870" y="993050"/>
            <a:ext cx="10932170" cy="1463995"/>
          </a:xfrm>
          <a:prstGeom prst="rect">
            <a:avLst/>
          </a:prstGeom>
          <a:solidFill>
            <a:schemeClr val="bg2">
              <a:lumMod val="90000"/>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470F7B6B-E801-04EC-78AF-BF5B2CDE8964}"/>
              </a:ext>
            </a:extLst>
          </p:cNvPr>
          <p:cNvSpPr txBox="1"/>
          <p:nvPr/>
        </p:nvSpPr>
        <p:spPr>
          <a:xfrm>
            <a:off x="1086602" y="1169066"/>
            <a:ext cx="3795444" cy="461665"/>
          </a:xfrm>
          <a:prstGeom prst="rect">
            <a:avLst/>
          </a:prstGeom>
          <a:noFill/>
        </p:spPr>
        <p:txBody>
          <a:bodyPr wrap="square">
            <a:spAutoFit/>
          </a:bodyPr>
          <a:lstStyle/>
          <a:p>
            <a:r>
              <a:rPr lang="en-US" altLang="zh-CN" sz="2400" b="1" spc="40">
                <a:solidFill>
                  <a:schemeClr val="accent6">
                    <a:lumMod val="50000"/>
                  </a:schemeClr>
                </a:solidFill>
                <a:latin typeface="+mj-lt"/>
              </a:rPr>
              <a:t>Approach for every model</a:t>
            </a:r>
            <a:endParaRPr lang="en-AU" sz="2400" b="1" spc="40">
              <a:solidFill>
                <a:schemeClr val="accent6">
                  <a:lumMod val="50000"/>
                </a:schemeClr>
              </a:solidFill>
              <a:latin typeface="+mj-lt"/>
            </a:endParaRPr>
          </a:p>
        </p:txBody>
      </p:sp>
      <p:sp>
        <p:nvSpPr>
          <p:cNvPr id="16" name="TextBox 15">
            <a:extLst>
              <a:ext uri="{FF2B5EF4-FFF2-40B4-BE49-F238E27FC236}">
                <a16:creationId xmlns:a16="http://schemas.microsoft.com/office/drawing/2014/main" id="{E9B4DF50-21EB-6BA4-4943-898D2A98AC88}"/>
              </a:ext>
            </a:extLst>
          </p:cNvPr>
          <p:cNvSpPr txBox="1"/>
          <p:nvPr/>
        </p:nvSpPr>
        <p:spPr>
          <a:xfrm>
            <a:off x="1109033" y="1749159"/>
            <a:ext cx="4605957" cy="338554"/>
          </a:xfrm>
          <a:prstGeom prst="rect">
            <a:avLst/>
          </a:prstGeom>
          <a:noFill/>
        </p:spPr>
        <p:txBody>
          <a:bodyPr wrap="square">
            <a:spAutoFit/>
          </a:bodyPr>
          <a:lstStyle/>
          <a:p>
            <a:pPr algn="just"/>
            <a:r>
              <a:rPr lang="en-MY" sz="1600" b="1"/>
              <a:t>We separated current data into:</a:t>
            </a:r>
            <a:endParaRPr lang="en-AU" sz="1600" b="1"/>
          </a:p>
        </p:txBody>
      </p:sp>
      <p:sp>
        <p:nvSpPr>
          <p:cNvPr id="3" name="TextBox 2">
            <a:extLst>
              <a:ext uri="{FF2B5EF4-FFF2-40B4-BE49-F238E27FC236}">
                <a16:creationId xmlns:a16="http://schemas.microsoft.com/office/drawing/2014/main" id="{BAFB8FC9-BBB5-8330-ACE8-8F13E88B5A8D}"/>
              </a:ext>
            </a:extLst>
          </p:cNvPr>
          <p:cNvSpPr txBox="1"/>
          <p:nvPr/>
        </p:nvSpPr>
        <p:spPr>
          <a:xfrm>
            <a:off x="5124019" y="1164965"/>
            <a:ext cx="1146101" cy="1107996"/>
          </a:xfrm>
          <a:prstGeom prst="rect">
            <a:avLst/>
          </a:prstGeom>
          <a:noFill/>
        </p:spPr>
        <p:txBody>
          <a:bodyPr wrap="square">
            <a:spAutoFit/>
          </a:bodyPr>
          <a:lstStyle/>
          <a:p>
            <a:pPr algn="just"/>
            <a:r>
              <a:rPr lang="en-MY" sz="6600" b="1"/>
              <a:t>70</a:t>
            </a:r>
            <a:endParaRPr lang="en-AU" sz="6600" b="1"/>
          </a:p>
        </p:txBody>
      </p:sp>
      <p:sp>
        <p:nvSpPr>
          <p:cNvPr id="5" name="TextBox 4">
            <a:extLst>
              <a:ext uri="{FF2B5EF4-FFF2-40B4-BE49-F238E27FC236}">
                <a16:creationId xmlns:a16="http://schemas.microsoft.com/office/drawing/2014/main" id="{BAD6AF3F-BB53-8E95-731B-5E1B068E2714}"/>
              </a:ext>
            </a:extLst>
          </p:cNvPr>
          <p:cNvSpPr txBox="1"/>
          <p:nvPr/>
        </p:nvSpPr>
        <p:spPr>
          <a:xfrm>
            <a:off x="5962390" y="1791998"/>
            <a:ext cx="331037" cy="365833"/>
          </a:xfrm>
          <a:prstGeom prst="rect">
            <a:avLst/>
          </a:prstGeom>
          <a:noFill/>
        </p:spPr>
        <p:txBody>
          <a:bodyPr wrap="square">
            <a:spAutoFit/>
          </a:bodyPr>
          <a:lstStyle/>
          <a:p>
            <a:pPr algn="just"/>
            <a:r>
              <a:rPr lang="en-MY" sz="1800"/>
              <a:t>% </a:t>
            </a:r>
          </a:p>
        </p:txBody>
      </p:sp>
      <p:sp>
        <p:nvSpPr>
          <p:cNvPr id="9" name="TextBox 8">
            <a:extLst>
              <a:ext uri="{FF2B5EF4-FFF2-40B4-BE49-F238E27FC236}">
                <a16:creationId xmlns:a16="http://schemas.microsoft.com/office/drawing/2014/main" id="{0D1B30E1-0DD3-E8D3-E182-549C51BC0A87}"/>
              </a:ext>
            </a:extLst>
          </p:cNvPr>
          <p:cNvSpPr txBox="1"/>
          <p:nvPr/>
        </p:nvSpPr>
        <p:spPr>
          <a:xfrm>
            <a:off x="6302481" y="1788499"/>
            <a:ext cx="1333225" cy="369332"/>
          </a:xfrm>
          <a:prstGeom prst="rect">
            <a:avLst/>
          </a:prstGeom>
          <a:noFill/>
        </p:spPr>
        <p:txBody>
          <a:bodyPr wrap="square">
            <a:spAutoFit/>
          </a:bodyPr>
          <a:lstStyle/>
          <a:p>
            <a:pPr algn="just"/>
            <a:r>
              <a:rPr lang="en-MY" sz="1800"/>
              <a:t>training set</a:t>
            </a:r>
            <a:endParaRPr lang="en-AU" sz="1800"/>
          </a:p>
        </p:txBody>
      </p:sp>
      <p:sp>
        <p:nvSpPr>
          <p:cNvPr id="10" name="TextBox 9">
            <a:extLst>
              <a:ext uri="{FF2B5EF4-FFF2-40B4-BE49-F238E27FC236}">
                <a16:creationId xmlns:a16="http://schemas.microsoft.com/office/drawing/2014/main" id="{5593C22E-A4EA-4D67-6588-9DDDA4638A78}"/>
              </a:ext>
            </a:extLst>
          </p:cNvPr>
          <p:cNvSpPr txBox="1"/>
          <p:nvPr/>
        </p:nvSpPr>
        <p:spPr>
          <a:xfrm>
            <a:off x="7708875" y="1549686"/>
            <a:ext cx="700075" cy="338554"/>
          </a:xfrm>
          <a:prstGeom prst="rect">
            <a:avLst/>
          </a:prstGeom>
          <a:noFill/>
        </p:spPr>
        <p:txBody>
          <a:bodyPr wrap="square">
            <a:spAutoFit/>
          </a:bodyPr>
          <a:lstStyle/>
          <a:p>
            <a:pPr algn="just"/>
            <a:r>
              <a:rPr lang="en-MY" sz="1600"/>
              <a:t>AND</a:t>
            </a:r>
            <a:endParaRPr lang="en-AU" sz="1600"/>
          </a:p>
        </p:txBody>
      </p:sp>
      <p:sp>
        <p:nvSpPr>
          <p:cNvPr id="11" name="TextBox 10">
            <a:extLst>
              <a:ext uri="{FF2B5EF4-FFF2-40B4-BE49-F238E27FC236}">
                <a16:creationId xmlns:a16="http://schemas.microsoft.com/office/drawing/2014/main" id="{D4B071B9-B573-2E53-AA15-8DA66E75A3FB}"/>
              </a:ext>
            </a:extLst>
          </p:cNvPr>
          <p:cNvSpPr txBox="1"/>
          <p:nvPr/>
        </p:nvSpPr>
        <p:spPr>
          <a:xfrm>
            <a:off x="8612341" y="1167578"/>
            <a:ext cx="1146101" cy="1107996"/>
          </a:xfrm>
          <a:prstGeom prst="rect">
            <a:avLst/>
          </a:prstGeom>
          <a:noFill/>
        </p:spPr>
        <p:txBody>
          <a:bodyPr wrap="square">
            <a:spAutoFit/>
          </a:bodyPr>
          <a:lstStyle/>
          <a:p>
            <a:pPr algn="just"/>
            <a:r>
              <a:rPr lang="en-MY" sz="6600" b="1"/>
              <a:t>30</a:t>
            </a:r>
            <a:endParaRPr lang="en-AU" sz="6600" b="1"/>
          </a:p>
        </p:txBody>
      </p:sp>
      <p:sp>
        <p:nvSpPr>
          <p:cNvPr id="12" name="TextBox 11">
            <a:extLst>
              <a:ext uri="{FF2B5EF4-FFF2-40B4-BE49-F238E27FC236}">
                <a16:creationId xmlns:a16="http://schemas.microsoft.com/office/drawing/2014/main" id="{E99F4B72-8069-6145-F651-2235FC8BAEB9}"/>
              </a:ext>
            </a:extLst>
          </p:cNvPr>
          <p:cNvSpPr txBox="1"/>
          <p:nvPr/>
        </p:nvSpPr>
        <p:spPr>
          <a:xfrm>
            <a:off x="9486903" y="1769619"/>
            <a:ext cx="331037" cy="365833"/>
          </a:xfrm>
          <a:prstGeom prst="rect">
            <a:avLst/>
          </a:prstGeom>
          <a:noFill/>
        </p:spPr>
        <p:txBody>
          <a:bodyPr wrap="square">
            <a:spAutoFit/>
          </a:bodyPr>
          <a:lstStyle/>
          <a:p>
            <a:pPr algn="just"/>
            <a:r>
              <a:rPr lang="en-MY" sz="1800"/>
              <a:t>% </a:t>
            </a:r>
          </a:p>
        </p:txBody>
      </p:sp>
      <p:sp>
        <p:nvSpPr>
          <p:cNvPr id="17" name="TextBox 16">
            <a:extLst>
              <a:ext uri="{FF2B5EF4-FFF2-40B4-BE49-F238E27FC236}">
                <a16:creationId xmlns:a16="http://schemas.microsoft.com/office/drawing/2014/main" id="{0A954A1C-9525-0162-1FB4-81ECCD4D729A}"/>
              </a:ext>
            </a:extLst>
          </p:cNvPr>
          <p:cNvSpPr txBox="1"/>
          <p:nvPr/>
        </p:nvSpPr>
        <p:spPr>
          <a:xfrm>
            <a:off x="9683723" y="1718963"/>
            <a:ext cx="1333225" cy="369332"/>
          </a:xfrm>
          <a:prstGeom prst="rect">
            <a:avLst/>
          </a:prstGeom>
          <a:noFill/>
        </p:spPr>
        <p:txBody>
          <a:bodyPr wrap="square">
            <a:spAutoFit/>
          </a:bodyPr>
          <a:lstStyle/>
          <a:p>
            <a:pPr algn="ctr"/>
            <a:r>
              <a:rPr lang="en-MY" sz="1800"/>
              <a:t>testing set</a:t>
            </a:r>
            <a:endParaRPr lang="en-AU" sz="1800"/>
          </a:p>
        </p:txBody>
      </p:sp>
      <p:sp>
        <p:nvSpPr>
          <p:cNvPr id="18" name="Rectangle 17">
            <a:extLst>
              <a:ext uri="{FF2B5EF4-FFF2-40B4-BE49-F238E27FC236}">
                <a16:creationId xmlns:a16="http://schemas.microsoft.com/office/drawing/2014/main" id="{B4C7617F-7C64-F02D-1BE0-1D1373A10655}"/>
              </a:ext>
            </a:extLst>
          </p:cNvPr>
          <p:cNvSpPr/>
          <p:nvPr/>
        </p:nvSpPr>
        <p:spPr>
          <a:xfrm>
            <a:off x="817870" y="3084078"/>
            <a:ext cx="10932170" cy="3050022"/>
          </a:xfrm>
          <a:prstGeom prst="rect">
            <a:avLst/>
          </a:prstGeom>
          <a:solidFill>
            <a:srgbClr val="E6E8EE">
              <a:alpha val="8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A83F32E1-97D2-DEC8-394A-89D7E66EE3AD}"/>
              </a:ext>
            </a:extLst>
          </p:cNvPr>
          <p:cNvSpPr txBox="1"/>
          <p:nvPr/>
        </p:nvSpPr>
        <p:spPr>
          <a:xfrm>
            <a:off x="1018613" y="3247738"/>
            <a:ext cx="7891707" cy="461665"/>
          </a:xfrm>
          <a:prstGeom prst="rect">
            <a:avLst/>
          </a:prstGeom>
          <a:noFill/>
        </p:spPr>
        <p:txBody>
          <a:bodyPr wrap="square">
            <a:spAutoFit/>
          </a:bodyPr>
          <a:lstStyle/>
          <a:p>
            <a:r>
              <a:rPr lang="en-US" altLang="zh-CN" sz="2400" b="1" spc="40">
                <a:solidFill>
                  <a:schemeClr val="accent6">
                    <a:lumMod val="50000"/>
                  </a:schemeClr>
                </a:solidFill>
                <a:latin typeface="+mj-lt"/>
              </a:rPr>
              <a:t>Multiple Linear Regression Model: Best fit hyperplane</a:t>
            </a:r>
            <a:endParaRPr lang="en-AU" sz="2400" b="1" spc="40">
              <a:solidFill>
                <a:schemeClr val="accent6">
                  <a:lumMod val="50000"/>
                </a:schemeClr>
              </a:solidFill>
              <a:latin typeface="+mj-lt"/>
            </a:endParaRPr>
          </a:p>
        </p:txBody>
      </p:sp>
      <p:sp>
        <p:nvSpPr>
          <p:cNvPr id="20" name="TextBox 19">
            <a:extLst>
              <a:ext uri="{FF2B5EF4-FFF2-40B4-BE49-F238E27FC236}">
                <a16:creationId xmlns:a16="http://schemas.microsoft.com/office/drawing/2014/main" id="{554D8C9B-DD60-8049-5783-CC619273D1A1}"/>
              </a:ext>
            </a:extLst>
          </p:cNvPr>
          <p:cNvSpPr txBox="1"/>
          <p:nvPr/>
        </p:nvSpPr>
        <p:spPr>
          <a:xfrm>
            <a:off x="1018613" y="4255734"/>
            <a:ext cx="4605957" cy="1754326"/>
          </a:xfrm>
          <a:prstGeom prst="rect">
            <a:avLst/>
          </a:prstGeom>
          <a:noFill/>
        </p:spPr>
        <p:txBody>
          <a:bodyPr wrap="square">
            <a:spAutoFit/>
          </a:bodyPr>
          <a:lstStyle/>
          <a:p>
            <a:pPr algn="just"/>
            <a:r>
              <a:rPr lang="en-MY" sz="1200"/>
              <a:t>where:</a:t>
            </a:r>
          </a:p>
          <a:p>
            <a:pPr algn="just"/>
            <a:r>
              <a:rPr lang="en-US" sz="1200"/>
              <a:t>x</a:t>
            </a:r>
            <a:r>
              <a:rPr lang="en-US" sz="1200" baseline="-25000"/>
              <a:t>1</a:t>
            </a:r>
            <a:r>
              <a:rPr lang="en-US" sz="1200"/>
              <a:t>: completion year</a:t>
            </a:r>
          </a:p>
          <a:p>
            <a:pPr algn="just"/>
            <a:r>
              <a:rPr lang="en-US" sz="1200"/>
              <a:t>x</a:t>
            </a:r>
            <a:r>
              <a:rPr lang="en-US" sz="1200" baseline="-25000"/>
              <a:t>2 </a:t>
            </a:r>
            <a:r>
              <a:rPr lang="en-US" sz="1200"/>
              <a:t>: rooms</a:t>
            </a:r>
          </a:p>
          <a:p>
            <a:pPr algn="just"/>
            <a:r>
              <a:rPr lang="en-US" sz="1200"/>
              <a:t>x</a:t>
            </a:r>
            <a:r>
              <a:rPr lang="en-US" sz="1200" baseline="-25000"/>
              <a:t>3 </a:t>
            </a:r>
            <a:r>
              <a:rPr lang="en-US" sz="1200"/>
              <a:t>: parking</a:t>
            </a:r>
          </a:p>
          <a:p>
            <a:pPr algn="just"/>
            <a:r>
              <a:rPr lang="en-US" sz="1200"/>
              <a:t>x</a:t>
            </a:r>
            <a:r>
              <a:rPr lang="en-US" sz="1200" baseline="-25000"/>
              <a:t>4 </a:t>
            </a:r>
            <a:r>
              <a:rPr lang="en-US" sz="1200"/>
              <a:t>: bathroom</a:t>
            </a:r>
          </a:p>
          <a:p>
            <a:pPr algn="just"/>
            <a:r>
              <a:rPr lang="en-US" sz="1200"/>
              <a:t>x</a:t>
            </a:r>
            <a:r>
              <a:rPr lang="en-US" sz="1200" baseline="-25000"/>
              <a:t>5 </a:t>
            </a:r>
            <a:r>
              <a:rPr lang="en-US" sz="1200"/>
              <a:t>: size</a:t>
            </a:r>
          </a:p>
          <a:p>
            <a:pPr algn="just"/>
            <a:r>
              <a:rPr lang="en-US" sz="1200"/>
              <a:t>x</a:t>
            </a:r>
            <a:r>
              <a:rPr lang="en-US" sz="1200" baseline="-25000"/>
              <a:t>6 </a:t>
            </a:r>
            <a:r>
              <a:rPr lang="en-US" sz="1200"/>
              <a:t>: facilities num</a:t>
            </a:r>
          </a:p>
          <a:p>
            <a:pPr algn="just"/>
            <a:r>
              <a:rPr lang="en-US" sz="1200"/>
              <a:t>x</a:t>
            </a:r>
            <a:r>
              <a:rPr lang="en-US" sz="1200" baseline="-25000"/>
              <a:t>7 </a:t>
            </a:r>
            <a:r>
              <a:rPr lang="en-US" sz="1200"/>
              <a:t>: distance to </a:t>
            </a:r>
            <a:r>
              <a:rPr lang="en-US" sz="1200" err="1"/>
              <a:t>centre</a:t>
            </a:r>
            <a:endParaRPr lang="en-US" sz="1200"/>
          </a:p>
          <a:p>
            <a:pPr algn="just"/>
            <a:r>
              <a:rPr lang="en-US" sz="1200"/>
              <a:t>E(X): expected monthly rent for that specific type of room</a:t>
            </a:r>
            <a:endParaRPr lang="en-AU" sz="120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1BBFADC-6262-DA72-7295-2671BD977158}"/>
                  </a:ext>
                </a:extLst>
              </p:cNvPr>
              <p:cNvSpPr txBox="1"/>
              <p:nvPr/>
            </p:nvSpPr>
            <p:spPr>
              <a:xfrm>
                <a:off x="1030147" y="3832769"/>
                <a:ext cx="1039470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2000" i="1" smtClean="0">
                          <a:latin typeface="Cambria Math" panose="02040503050406030204" pitchFamily="18" charset="0"/>
                        </a:rPr>
                        <m:t>𝐸</m:t>
                      </m:r>
                      <m:d>
                        <m:dPr>
                          <m:ctrlPr>
                            <a:rPr lang="en-AU" sz="2000" i="1" smtClean="0">
                              <a:latin typeface="Cambria Math" panose="02040503050406030204" pitchFamily="18" charset="0"/>
                            </a:rPr>
                          </m:ctrlPr>
                        </m:dPr>
                        <m:e>
                          <m:r>
                            <a:rPr lang="en-AU" sz="2000" i="1" smtClean="0">
                              <a:latin typeface="Cambria Math" panose="02040503050406030204" pitchFamily="18" charset="0"/>
                            </a:rPr>
                            <m:t>𝑋</m:t>
                          </m:r>
                        </m:e>
                      </m:d>
                      <m:r>
                        <a:rPr lang="en-AU" sz="2000" i="1" smtClean="0">
                          <a:latin typeface="Cambria Math" panose="02040503050406030204" pitchFamily="18" charset="0"/>
                        </a:rPr>
                        <m:t>= 20.91</m:t>
                      </m:r>
                      <m:sSub>
                        <m:sSubPr>
                          <m:ctrlPr>
                            <a:rPr lang="en-AU" sz="2000" i="1">
                              <a:latin typeface="Cambria Math" panose="02040503050406030204" pitchFamily="18" charset="0"/>
                            </a:rPr>
                          </m:ctrlPr>
                        </m:sSubPr>
                        <m:e>
                          <m:r>
                            <a:rPr lang="en-AU" sz="2000" i="1">
                              <a:latin typeface="Cambria Math" panose="02040503050406030204" pitchFamily="18" charset="0"/>
                            </a:rPr>
                            <m:t>𝑥</m:t>
                          </m:r>
                        </m:e>
                        <m:sub>
                          <m:r>
                            <a:rPr lang="en-AU" sz="2000" i="1">
                              <a:latin typeface="Cambria Math" panose="02040503050406030204" pitchFamily="18" charset="0"/>
                            </a:rPr>
                            <m:t>1</m:t>
                          </m:r>
                        </m:sub>
                      </m:sSub>
                      <m:r>
                        <a:rPr lang="en-AU" sz="2000" i="1">
                          <a:latin typeface="Cambria Math" panose="02040503050406030204" pitchFamily="18" charset="0"/>
                        </a:rPr>
                        <m:t> </m:t>
                      </m:r>
                      <m:r>
                        <a:rPr lang="en-MY" sz="2000" b="0" i="1" smtClean="0">
                          <a:latin typeface="Cambria Math" panose="02040503050406030204" pitchFamily="18" charset="0"/>
                        </a:rPr>
                        <m:t>−</m:t>
                      </m:r>
                      <m:r>
                        <a:rPr lang="en-AU" sz="2000" i="1">
                          <a:latin typeface="Cambria Math" panose="02040503050406030204" pitchFamily="18" charset="0"/>
                        </a:rPr>
                        <m:t>170</m:t>
                      </m:r>
                      <m:sSub>
                        <m:sSubPr>
                          <m:ctrlPr>
                            <a:rPr lang="en-AU" sz="2000" i="1">
                              <a:latin typeface="Cambria Math" panose="02040503050406030204" pitchFamily="18" charset="0"/>
                            </a:rPr>
                          </m:ctrlPr>
                        </m:sSubPr>
                        <m:e>
                          <m:r>
                            <a:rPr lang="en-AU" sz="2000" i="1">
                              <a:latin typeface="Cambria Math" panose="02040503050406030204" pitchFamily="18" charset="0"/>
                            </a:rPr>
                            <m:t>𝑥</m:t>
                          </m:r>
                        </m:e>
                        <m:sub>
                          <m:r>
                            <a:rPr lang="en-AU" sz="2000" i="1">
                              <a:latin typeface="Cambria Math" panose="02040503050406030204" pitchFamily="18" charset="0"/>
                            </a:rPr>
                            <m:t>2</m:t>
                          </m:r>
                        </m:sub>
                      </m:sSub>
                      <m:r>
                        <a:rPr lang="en-AU" sz="2000" i="1">
                          <a:latin typeface="Cambria Math" panose="02040503050406030204" pitchFamily="18" charset="0"/>
                        </a:rPr>
                        <m:t> </m:t>
                      </m:r>
                      <m:r>
                        <a:rPr lang="en-MY" sz="2000" b="0" i="1" smtClean="0">
                          <a:latin typeface="Cambria Math" panose="02040503050406030204" pitchFamily="18" charset="0"/>
                        </a:rPr>
                        <m:t>−</m:t>
                      </m:r>
                      <m:r>
                        <a:rPr lang="en-AU" sz="2000" i="1">
                          <a:latin typeface="Cambria Math" panose="02040503050406030204" pitchFamily="18" charset="0"/>
                        </a:rPr>
                        <m:t>14.63</m:t>
                      </m:r>
                      <m:sSub>
                        <m:sSubPr>
                          <m:ctrlPr>
                            <a:rPr lang="en-AU" sz="2000" i="1">
                              <a:latin typeface="Cambria Math" panose="02040503050406030204" pitchFamily="18" charset="0"/>
                            </a:rPr>
                          </m:ctrlPr>
                        </m:sSubPr>
                        <m:e>
                          <m:r>
                            <a:rPr lang="en-AU" sz="2000" i="1">
                              <a:latin typeface="Cambria Math" panose="02040503050406030204" pitchFamily="18" charset="0"/>
                            </a:rPr>
                            <m:t>𝑥</m:t>
                          </m:r>
                        </m:e>
                        <m:sub>
                          <m:r>
                            <a:rPr lang="en-AU" sz="2000" i="1">
                              <a:latin typeface="Cambria Math" panose="02040503050406030204" pitchFamily="18" charset="0"/>
                            </a:rPr>
                            <m:t>3</m:t>
                          </m:r>
                        </m:sub>
                      </m:sSub>
                      <m:r>
                        <a:rPr lang="en-AU" sz="2000" i="1">
                          <a:latin typeface="Cambria Math" panose="02040503050406030204" pitchFamily="18" charset="0"/>
                        </a:rPr>
                        <m:t> +122.71</m:t>
                      </m:r>
                      <m:sSub>
                        <m:sSubPr>
                          <m:ctrlPr>
                            <a:rPr lang="en-AU" sz="2000" i="1">
                              <a:latin typeface="Cambria Math" panose="02040503050406030204" pitchFamily="18" charset="0"/>
                            </a:rPr>
                          </m:ctrlPr>
                        </m:sSubPr>
                        <m:e>
                          <m:r>
                            <a:rPr lang="en-AU" sz="2000" i="1">
                              <a:latin typeface="Cambria Math" panose="02040503050406030204" pitchFamily="18" charset="0"/>
                            </a:rPr>
                            <m:t>𝑥</m:t>
                          </m:r>
                        </m:e>
                        <m:sub>
                          <m:r>
                            <a:rPr lang="en-AU" sz="2000" i="1">
                              <a:latin typeface="Cambria Math" panose="02040503050406030204" pitchFamily="18" charset="0"/>
                            </a:rPr>
                            <m:t>4</m:t>
                          </m:r>
                        </m:sub>
                      </m:sSub>
                      <m:r>
                        <a:rPr lang="en-AU" sz="2000" i="1">
                          <a:latin typeface="Cambria Math" panose="02040503050406030204" pitchFamily="18" charset="0"/>
                        </a:rPr>
                        <m:t> +1.24</m:t>
                      </m:r>
                      <m:sSub>
                        <m:sSubPr>
                          <m:ctrlPr>
                            <a:rPr lang="en-AU" sz="2000" i="1">
                              <a:latin typeface="Cambria Math" panose="02040503050406030204" pitchFamily="18" charset="0"/>
                            </a:rPr>
                          </m:ctrlPr>
                        </m:sSubPr>
                        <m:e>
                          <m:r>
                            <a:rPr lang="en-AU" sz="2000" i="1">
                              <a:latin typeface="Cambria Math" panose="02040503050406030204" pitchFamily="18" charset="0"/>
                            </a:rPr>
                            <m:t>𝑥</m:t>
                          </m:r>
                        </m:e>
                        <m:sub>
                          <m:r>
                            <a:rPr lang="en-AU" sz="2000" i="1">
                              <a:latin typeface="Cambria Math" panose="02040503050406030204" pitchFamily="18" charset="0"/>
                            </a:rPr>
                            <m:t>5</m:t>
                          </m:r>
                        </m:sub>
                      </m:sSub>
                      <m:r>
                        <a:rPr lang="en-AU" sz="2000" i="1">
                          <a:latin typeface="Cambria Math" panose="02040503050406030204" pitchFamily="18" charset="0"/>
                        </a:rPr>
                        <m:t> +21.40</m:t>
                      </m:r>
                      <m:sSub>
                        <m:sSubPr>
                          <m:ctrlPr>
                            <a:rPr lang="en-AU" sz="2000" i="1">
                              <a:latin typeface="Cambria Math" panose="02040503050406030204" pitchFamily="18" charset="0"/>
                            </a:rPr>
                          </m:ctrlPr>
                        </m:sSubPr>
                        <m:e>
                          <m:r>
                            <a:rPr lang="en-AU" sz="2000" i="1">
                              <a:latin typeface="Cambria Math" panose="02040503050406030204" pitchFamily="18" charset="0"/>
                            </a:rPr>
                            <m:t>𝑥</m:t>
                          </m:r>
                        </m:e>
                        <m:sub>
                          <m:r>
                            <a:rPr lang="en-AU" sz="2000" i="1">
                              <a:latin typeface="Cambria Math" panose="02040503050406030204" pitchFamily="18" charset="0"/>
                            </a:rPr>
                            <m:t>6</m:t>
                          </m:r>
                        </m:sub>
                      </m:sSub>
                      <m:r>
                        <a:rPr lang="en-AU" sz="2000" i="1">
                          <a:latin typeface="Cambria Math" panose="02040503050406030204" pitchFamily="18" charset="0"/>
                        </a:rPr>
                        <m:t> </m:t>
                      </m:r>
                      <m:r>
                        <a:rPr lang="en-MY" sz="2000" b="0" i="1" smtClean="0">
                          <a:latin typeface="Cambria Math" panose="02040503050406030204" pitchFamily="18" charset="0"/>
                        </a:rPr>
                        <m:t>−</m:t>
                      </m:r>
                      <m:r>
                        <a:rPr lang="en-AU" sz="2000" i="1">
                          <a:latin typeface="Cambria Math" panose="02040503050406030204" pitchFamily="18" charset="0"/>
                        </a:rPr>
                        <m:t>19.57</m:t>
                      </m:r>
                      <m:sSub>
                        <m:sSubPr>
                          <m:ctrlPr>
                            <a:rPr lang="en-AU" sz="2000" i="1">
                              <a:latin typeface="Cambria Math" panose="02040503050406030204" pitchFamily="18" charset="0"/>
                            </a:rPr>
                          </m:ctrlPr>
                        </m:sSubPr>
                        <m:e>
                          <m:r>
                            <a:rPr lang="en-AU" sz="2000" i="1">
                              <a:latin typeface="Cambria Math" panose="02040503050406030204" pitchFamily="18" charset="0"/>
                            </a:rPr>
                            <m:t>𝑥</m:t>
                          </m:r>
                        </m:e>
                        <m:sub>
                          <m:r>
                            <a:rPr lang="en-AU" sz="2000" i="1">
                              <a:latin typeface="Cambria Math" panose="02040503050406030204" pitchFamily="18" charset="0"/>
                            </a:rPr>
                            <m:t>7</m:t>
                          </m:r>
                        </m:sub>
                      </m:sSub>
                      <m:r>
                        <a:rPr lang="en-AU" sz="2000" i="1">
                          <a:latin typeface="Cambria Math" panose="02040503050406030204" pitchFamily="18" charset="0"/>
                        </a:rPr>
                        <m:t> </m:t>
                      </m:r>
                      <m:r>
                        <a:rPr lang="en-MY" sz="2000" b="0" i="1" smtClean="0">
                          <a:latin typeface="Cambria Math" panose="02040503050406030204" pitchFamily="18" charset="0"/>
                        </a:rPr>
                        <m:t>−</m:t>
                      </m:r>
                      <m:r>
                        <a:rPr lang="en-AU" sz="2000" i="1">
                          <a:latin typeface="Cambria Math" panose="02040503050406030204" pitchFamily="18" charset="0"/>
                        </a:rPr>
                        <m:t>41431.6</m:t>
                      </m:r>
                    </m:oMath>
                  </m:oMathPara>
                </a14:m>
                <a:endParaRPr lang="en-AU" sz="2000"/>
              </a:p>
            </p:txBody>
          </p:sp>
        </mc:Choice>
        <mc:Fallback xmlns="">
          <p:sp>
            <p:nvSpPr>
              <p:cNvPr id="21" name="TextBox 20">
                <a:extLst>
                  <a:ext uri="{FF2B5EF4-FFF2-40B4-BE49-F238E27FC236}">
                    <a16:creationId xmlns:a16="http://schemas.microsoft.com/office/drawing/2014/main" id="{51BBFADC-6262-DA72-7295-2671BD977158}"/>
                  </a:ext>
                </a:extLst>
              </p:cNvPr>
              <p:cNvSpPr txBox="1">
                <a:spLocks noRot="1" noChangeAspect="1" noMove="1" noResize="1" noEditPoints="1" noAdjustHandles="1" noChangeArrowheads="1" noChangeShapeType="1" noTextEdit="1"/>
              </p:cNvSpPr>
              <p:nvPr/>
            </p:nvSpPr>
            <p:spPr>
              <a:xfrm>
                <a:off x="1030147" y="3832769"/>
                <a:ext cx="10394705" cy="307777"/>
              </a:xfrm>
              <a:prstGeom prst="rect">
                <a:avLst/>
              </a:prstGeom>
              <a:blipFill>
                <a:blip r:embed="rId3"/>
                <a:stretch>
                  <a:fillRect l="-117" r="-59" b="-16000"/>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F644B8BD-C3C5-0863-DAD7-04FAC6BFC332}"/>
              </a:ext>
            </a:extLst>
          </p:cNvPr>
          <p:cNvSpPr txBox="1"/>
          <p:nvPr/>
        </p:nvSpPr>
        <p:spPr>
          <a:xfrm>
            <a:off x="6943042" y="5579173"/>
            <a:ext cx="4605957" cy="430887"/>
          </a:xfrm>
          <a:prstGeom prst="rect">
            <a:avLst/>
          </a:prstGeom>
          <a:noFill/>
        </p:spPr>
        <p:txBody>
          <a:bodyPr wrap="square">
            <a:spAutoFit/>
          </a:bodyPr>
          <a:lstStyle/>
          <a:p>
            <a:pPr algn="r"/>
            <a:r>
              <a:rPr lang="en-MY" sz="1050"/>
              <a:t>Testing score: 0.266</a:t>
            </a:r>
          </a:p>
          <a:p>
            <a:pPr algn="r"/>
            <a:r>
              <a:rPr lang="en-MY" sz="1050"/>
              <a:t>Testing score: 0.263</a:t>
            </a:r>
          </a:p>
        </p:txBody>
      </p:sp>
      <p:sp>
        <p:nvSpPr>
          <p:cNvPr id="2" name="Rectangle 1">
            <a:extLst>
              <a:ext uri="{FF2B5EF4-FFF2-40B4-BE49-F238E27FC236}">
                <a16:creationId xmlns:a16="http://schemas.microsoft.com/office/drawing/2014/main" id="{C7AA81EE-6EC4-7F3B-A1A9-05ABE96AA877}"/>
              </a:ext>
            </a:extLst>
          </p:cNvPr>
          <p:cNvSpPr/>
          <p:nvPr/>
        </p:nvSpPr>
        <p:spPr>
          <a:xfrm>
            <a:off x="817870" y="2618800"/>
            <a:ext cx="10559845" cy="400110"/>
          </a:xfrm>
          <a:prstGeom prst="rect">
            <a:avLst/>
          </a:prstGeom>
          <a:noFill/>
        </p:spPr>
        <p:txBody>
          <a:bodyPr wrap="square" lIns="91440" tIns="45720" rIns="91440" bIns="45720">
            <a:spAutoFit/>
          </a:bodyPr>
          <a:lstStyle/>
          <a:p>
            <a:r>
              <a:rPr lang="en-AU" sz="2000">
                <a:ln w="0"/>
              </a:rPr>
              <a:t>We have built a Multiple Linear Regression Model.</a:t>
            </a:r>
            <a:endParaRPr lang="en-US" sz="2000" b="0" cap="none" spc="0">
              <a:ln w="0"/>
            </a:endParaRPr>
          </a:p>
        </p:txBody>
      </p:sp>
    </p:spTree>
    <p:extLst>
      <p:ext uri="{BB962C8B-B14F-4D97-AF65-F5344CB8AC3E}">
        <p14:creationId xmlns:p14="http://schemas.microsoft.com/office/powerpoint/2010/main" val="3848249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8" grpId="0" animBg="1"/>
      <p:bldP spid="19" grpId="0"/>
      <p:bldP spid="20" grpId="0"/>
      <p:bldP spid="21" grpId="0"/>
      <p:bldP spid="22" grpId="0"/>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41"/>
          <p:cNvSpPr txBox="1">
            <a:spLocks noGrp="1"/>
          </p:cNvSpPr>
          <p:nvPr>
            <p:ph type="title"/>
          </p:nvPr>
        </p:nvSpPr>
        <p:spPr>
          <a:xfrm>
            <a:off x="1181664" y="483687"/>
            <a:ext cx="10819261" cy="45719"/>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3200">
                <a:solidFill>
                  <a:schemeClr val="tx2">
                    <a:lumMod val="75000"/>
                    <a:lumOff val="25000"/>
                  </a:schemeClr>
                </a:solidFill>
                <a:latin typeface="Bebas Neue"/>
              </a:rPr>
              <a:t>Polynomial regression model of monthly rent and completion year</a:t>
            </a:r>
          </a:p>
        </p:txBody>
      </p:sp>
      <p:pic>
        <p:nvPicPr>
          <p:cNvPr id="5" name="Picture 4">
            <a:extLst>
              <a:ext uri="{FF2B5EF4-FFF2-40B4-BE49-F238E27FC236}">
                <a16:creationId xmlns:a16="http://schemas.microsoft.com/office/drawing/2014/main" id="{D788C1E0-283E-6844-1E6D-0F181EDF4B30}"/>
              </a:ext>
            </a:extLst>
          </p:cNvPr>
          <p:cNvPicPr>
            <a:picLocks noChangeAspect="1"/>
          </p:cNvPicPr>
          <p:nvPr/>
        </p:nvPicPr>
        <p:blipFill>
          <a:blip r:embed="rId3"/>
          <a:stretch>
            <a:fillRect/>
          </a:stretch>
        </p:blipFill>
        <p:spPr>
          <a:xfrm>
            <a:off x="747252" y="1546572"/>
            <a:ext cx="6541283" cy="4509228"/>
          </a:xfrm>
          <a:prstGeom prst="rect">
            <a:avLst/>
          </a:prstGeom>
          <a:ln w="19050">
            <a:solidFill>
              <a:schemeClr val="tx1"/>
            </a:solidFill>
          </a:ln>
        </p:spPr>
      </p:pic>
      <p:sp>
        <p:nvSpPr>
          <p:cNvPr id="6" name="Rectangle 5">
            <a:extLst>
              <a:ext uri="{FF2B5EF4-FFF2-40B4-BE49-F238E27FC236}">
                <a16:creationId xmlns:a16="http://schemas.microsoft.com/office/drawing/2014/main" id="{85A26D6E-0476-9EAA-6748-3D794B8AA39E}"/>
              </a:ext>
            </a:extLst>
          </p:cNvPr>
          <p:cNvSpPr/>
          <p:nvPr/>
        </p:nvSpPr>
        <p:spPr>
          <a:xfrm>
            <a:off x="7422460" y="1546571"/>
            <a:ext cx="4022287" cy="3161237"/>
          </a:xfrm>
          <a:prstGeom prst="rect">
            <a:avLst/>
          </a:prstGeom>
          <a:solidFill>
            <a:srgbClr val="F8E8E4">
              <a:alpha val="6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rtl="0" eaLnBrk="1" latinLnBrk="0" hangingPunct="1">
              <a:spcBef>
                <a:spcPts val="0"/>
              </a:spcBef>
              <a:spcAft>
                <a:spcPts val="0"/>
              </a:spcAft>
            </a:pPr>
            <a:r>
              <a:rPr lang="en-MY" sz="1600" b="1" kern="100">
                <a:solidFill>
                  <a:srgbClr val="000000"/>
                </a:solidFill>
                <a:effectLst/>
                <a:ea typeface="DengXian" panose="02010600030101010101" pitchFamily="2" charset="-122"/>
                <a:cs typeface="Times New Roman" panose="02020603050405020304" pitchFamily="18" charset="0"/>
              </a:rPr>
              <a:t>Degree </a:t>
            </a:r>
            <a:r>
              <a:rPr lang="en-MY" sz="1600" b="1" kern="100">
                <a:solidFill>
                  <a:srgbClr val="734B67"/>
                </a:solidFill>
                <a:effectLst/>
                <a:ea typeface="DengXian" panose="02010600030101010101" pitchFamily="2" charset="-122"/>
                <a:cs typeface="Times New Roman" panose="02020603050405020304" pitchFamily="18" charset="0"/>
              </a:rPr>
              <a:t>1</a:t>
            </a:r>
            <a:r>
              <a:rPr lang="en-MY" sz="1600" b="1" kern="100">
                <a:solidFill>
                  <a:srgbClr val="000000"/>
                </a:solidFill>
                <a:effectLst/>
                <a:ea typeface="DengXian" panose="02010600030101010101" pitchFamily="2" charset="-122"/>
                <a:cs typeface="Times New Roman" panose="02020603050405020304" pitchFamily="18" charset="0"/>
              </a:rPr>
              <a:t> equation:</a:t>
            </a:r>
          </a:p>
          <a:p>
            <a:pPr marL="0" rtl="0" eaLnBrk="1" latinLnBrk="0" hangingPunct="1">
              <a:spcBef>
                <a:spcPts val="0"/>
              </a:spcBef>
              <a:spcAft>
                <a:spcPts val="0"/>
              </a:spcAft>
            </a:pPr>
            <a:endParaRPr lang="en-MY" sz="1600" b="1" kern="100">
              <a:solidFill>
                <a:srgbClr val="000000"/>
              </a:solidFill>
              <a:effectLst/>
              <a:ea typeface="DengXian" panose="02010600030101010101" pitchFamily="2" charset="-122"/>
              <a:cs typeface="Times New Roman" panose="02020603050405020304" pitchFamily="18" charset="0"/>
            </a:endParaRPr>
          </a:p>
          <a:p>
            <a:pPr marL="0" algn="ctr" rtl="0" eaLnBrk="1" latinLnBrk="0" hangingPunct="1">
              <a:spcBef>
                <a:spcPts val="0"/>
              </a:spcBef>
              <a:spcAft>
                <a:spcPts val="0"/>
              </a:spcAft>
            </a:pPr>
            <a:r>
              <a:rPr lang="en-MY" sz="1600" kern="100">
                <a:solidFill>
                  <a:srgbClr val="000000"/>
                </a:solidFill>
                <a:effectLst/>
                <a:ea typeface="DengXian" panose="02010600030101010101" pitchFamily="2" charset="-122"/>
                <a:cs typeface="Times New Roman" panose="02020603050405020304" pitchFamily="18" charset="0"/>
              </a:rPr>
              <a:t> 13.91</a:t>
            </a:r>
            <a:r>
              <a:rPr lang="en-MY" sz="1600" b="1" kern="100">
                <a:solidFill>
                  <a:srgbClr val="003300"/>
                </a:solidFill>
                <a:effectLst/>
                <a:ea typeface="DengXian" panose="02010600030101010101" pitchFamily="2" charset="-122"/>
                <a:cs typeface="Cambria Math" panose="02040503050406030204" pitchFamily="18" charset="0"/>
              </a:rPr>
              <a:t>𝑥</a:t>
            </a:r>
            <a:r>
              <a:rPr lang="en-MY" sz="1600" kern="100">
                <a:solidFill>
                  <a:srgbClr val="000000"/>
                </a:solidFill>
                <a:effectLst/>
                <a:ea typeface="DengXian" panose="02010600030101010101" pitchFamily="2" charset="-122"/>
                <a:cs typeface="Times New Roman" panose="02020603050405020304" pitchFamily="18" charset="0"/>
              </a:rPr>
              <a:t> −2.631×10</a:t>
            </a:r>
            <a:r>
              <a:rPr lang="en-MY" sz="1600" kern="100" baseline="30000">
                <a:solidFill>
                  <a:srgbClr val="000000"/>
                </a:solidFill>
                <a:effectLst/>
                <a:ea typeface="DengXian" panose="02010600030101010101" pitchFamily="2" charset="-122"/>
                <a:cs typeface="Times New Roman" panose="02020603050405020304" pitchFamily="18" charset="0"/>
              </a:rPr>
              <a:t>4</a:t>
            </a:r>
            <a:r>
              <a:rPr lang="en-MY" sz="1600" kern="100">
                <a:solidFill>
                  <a:srgbClr val="000000"/>
                </a:solidFill>
                <a:effectLst/>
                <a:ea typeface="DengXian" panose="02010600030101010101" pitchFamily="2" charset="-122"/>
                <a:cs typeface="Times New Roman" panose="02020603050405020304" pitchFamily="18" charset="0"/>
              </a:rPr>
              <a:t> </a:t>
            </a:r>
            <a:endParaRPr lang="en-MY" sz="1600">
              <a:effectLst/>
            </a:endParaRPr>
          </a:p>
          <a:p>
            <a:pPr marL="0" algn="l" rtl="0" eaLnBrk="1" latinLnBrk="0" hangingPunct="1">
              <a:spcBef>
                <a:spcPts val="0"/>
              </a:spcBef>
              <a:spcAft>
                <a:spcPts val="0"/>
              </a:spcAft>
            </a:pPr>
            <a:br>
              <a:rPr lang="en-MY" sz="1600" kern="100">
                <a:solidFill>
                  <a:srgbClr val="000000"/>
                </a:solidFill>
                <a:effectLst/>
                <a:ea typeface="DengXian" panose="02010600030101010101" pitchFamily="2" charset="-122"/>
                <a:cs typeface="Times New Roman" panose="02020603050405020304" pitchFamily="18" charset="0"/>
              </a:rPr>
            </a:br>
            <a:r>
              <a:rPr lang="en-MY" sz="1600" kern="100">
                <a:solidFill>
                  <a:srgbClr val="000000"/>
                </a:solidFill>
                <a:effectLst/>
                <a:ea typeface="DengXian" panose="02010600030101010101" pitchFamily="2" charset="-122"/>
                <a:cs typeface="Times New Roman" panose="02020603050405020304" pitchFamily="18" charset="0"/>
              </a:rPr>
              <a:t> </a:t>
            </a:r>
            <a:r>
              <a:rPr lang="en-MY" sz="1600" b="1" kern="100">
                <a:solidFill>
                  <a:srgbClr val="000000"/>
                </a:solidFill>
                <a:effectLst/>
                <a:ea typeface="DengXian" panose="02010600030101010101" pitchFamily="2" charset="-122"/>
                <a:cs typeface="Times New Roman" panose="02020603050405020304" pitchFamily="18" charset="0"/>
              </a:rPr>
              <a:t>Degree </a:t>
            </a:r>
            <a:r>
              <a:rPr lang="en-MY" sz="1600" b="1" kern="100">
                <a:solidFill>
                  <a:srgbClr val="734B67"/>
                </a:solidFill>
                <a:effectLst/>
                <a:ea typeface="DengXian" panose="02010600030101010101" pitchFamily="2" charset="-122"/>
                <a:cs typeface="Times New Roman" panose="02020603050405020304" pitchFamily="18" charset="0"/>
              </a:rPr>
              <a:t>2</a:t>
            </a:r>
            <a:r>
              <a:rPr lang="en-MY" sz="1600" b="1" kern="100">
                <a:solidFill>
                  <a:srgbClr val="000000"/>
                </a:solidFill>
                <a:effectLst/>
                <a:ea typeface="DengXian" panose="02010600030101010101" pitchFamily="2" charset="-122"/>
                <a:cs typeface="Times New Roman" panose="02020603050405020304" pitchFamily="18" charset="0"/>
              </a:rPr>
              <a:t> equation:</a:t>
            </a:r>
          </a:p>
          <a:p>
            <a:pPr marL="0" algn="l" rtl="0" eaLnBrk="1" latinLnBrk="0" hangingPunct="1">
              <a:spcBef>
                <a:spcPts val="0"/>
              </a:spcBef>
              <a:spcAft>
                <a:spcPts val="0"/>
              </a:spcAft>
            </a:pPr>
            <a:endParaRPr lang="en-MY" sz="1600" b="1" kern="100">
              <a:solidFill>
                <a:srgbClr val="000000"/>
              </a:solidFill>
              <a:effectLst/>
              <a:ea typeface="DengXian" panose="02010600030101010101" pitchFamily="2" charset="-122"/>
              <a:cs typeface="Times New Roman" panose="02020603050405020304" pitchFamily="18" charset="0"/>
            </a:endParaRPr>
          </a:p>
          <a:p>
            <a:pPr marL="0" algn="ctr" rtl="0" eaLnBrk="1" latinLnBrk="0" hangingPunct="1">
              <a:spcBef>
                <a:spcPts val="0"/>
              </a:spcBef>
              <a:spcAft>
                <a:spcPts val="0"/>
              </a:spcAft>
            </a:pPr>
            <a:r>
              <a:rPr lang="en-MY" sz="1600" kern="100">
                <a:solidFill>
                  <a:srgbClr val="000000"/>
                </a:solidFill>
                <a:effectLst/>
                <a:ea typeface="DengXian" panose="02010600030101010101" pitchFamily="2" charset="-122"/>
                <a:cs typeface="Times New Roman" panose="02020603050405020304" pitchFamily="18" charset="0"/>
              </a:rPr>
              <a:t> 0.5528</a:t>
            </a:r>
            <a:r>
              <a:rPr lang="en-MY" sz="1600" b="1" kern="100">
                <a:solidFill>
                  <a:srgbClr val="003300"/>
                </a:solidFill>
                <a:effectLst/>
                <a:ea typeface="DengXian" panose="02010600030101010101" pitchFamily="2" charset="-122"/>
                <a:cs typeface="Cambria Math" panose="02040503050406030204" pitchFamily="18" charset="0"/>
              </a:rPr>
              <a:t>𝑥</a:t>
            </a:r>
            <a:r>
              <a:rPr lang="en-MY" sz="1600" b="1" kern="100" baseline="30000">
                <a:solidFill>
                  <a:srgbClr val="003300"/>
                </a:solidFill>
                <a:effectLst/>
                <a:ea typeface="DengXian" panose="02010600030101010101" pitchFamily="2" charset="-122"/>
                <a:cs typeface="Times New Roman" panose="02020603050405020304" pitchFamily="18" charset="0"/>
              </a:rPr>
              <a:t>2</a:t>
            </a:r>
            <a:r>
              <a:rPr lang="en-MY" sz="1600" kern="100" baseline="30000">
                <a:solidFill>
                  <a:srgbClr val="000000"/>
                </a:solidFill>
                <a:effectLst/>
                <a:ea typeface="DengXian" panose="02010600030101010101" pitchFamily="2" charset="-122"/>
                <a:cs typeface="Times New Roman" panose="02020603050405020304" pitchFamily="18" charset="0"/>
              </a:rPr>
              <a:t> </a:t>
            </a:r>
            <a:r>
              <a:rPr lang="en-MY" sz="1600" kern="100">
                <a:solidFill>
                  <a:srgbClr val="000000"/>
                </a:solidFill>
                <a:effectLst/>
                <a:ea typeface="DengXian" panose="02010600030101010101" pitchFamily="2" charset="-122"/>
                <a:cs typeface="Times New Roman" panose="02020603050405020304" pitchFamily="18" charset="0"/>
              </a:rPr>
              <a:t>−2209</a:t>
            </a:r>
            <a:r>
              <a:rPr lang="en-MY" sz="1600" b="1" kern="100">
                <a:solidFill>
                  <a:srgbClr val="003300"/>
                </a:solidFill>
                <a:effectLst/>
                <a:ea typeface="DengXian" panose="02010600030101010101" pitchFamily="2" charset="-122"/>
                <a:cs typeface="Cambria Math" panose="02040503050406030204" pitchFamily="18" charset="0"/>
              </a:rPr>
              <a:t>𝑥</a:t>
            </a:r>
            <a:r>
              <a:rPr lang="en-MY" sz="1600" b="1" kern="100">
                <a:solidFill>
                  <a:srgbClr val="000000"/>
                </a:solidFill>
                <a:effectLst/>
                <a:ea typeface="DengXian" panose="02010600030101010101" pitchFamily="2" charset="-122"/>
                <a:cs typeface="Times New Roman" panose="02020603050405020304" pitchFamily="18" charset="0"/>
              </a:rPr>
              <a:t> </a:t>
            </a:r>
            <a:r>
              <a:rPr lang="en-MY" sz="1600" kern="100">
                <a:solidFill>
                  <a:srgbClr val="000000"/>
                </a:solidFill>
                <a:effectLst/>
                <a:ea typeface="DengXian" panose="02010600030101010101" pitchFamily="2" charset="-122"/>
                <a:cs typeface="Times New Roman" panose="02020603050405020304" pitchFamily="18" charset="0"/>
              </a:rPr>
              <a:t>+2.207×10</a:t>
            </a:r>
            <a:r>
              <a:rPr lang="en-MY" sz="1600" kern="100" baseline="30000">
                <a:solidFill>
                  <a:srgbClr val="000000"/>
                </a:solidFill>
                <a:effectLst/>
                <a:ea typeface="DengXian" panose="02010600030101010101" pitchFamily="2" charset="-122"/>
                <a:cs typeface="Times New Roman" panose="02020603050405020304" pitchFamily="18" charset="0"/>
              </a:rPr>
              <a:t>6</a:t>
            </a:r>
            <a:endParaRPr lang="en-MY" sz="1600">
              <a:effectLst/>
            </a:endParaRPr>
          </a:p>
          <a:p>
            <a:br>
              <a:rPr lang="en-MY" sz="1600" kern="100" baseline="30000">
                <a:solidFill>
                  <a:srgbClr val="000000"/>
                </a:solidFill>
                <a:effectLst/>
                <a:ea typeface="DengXian" panose="02010600030101010101" pitchFamily="2" charset="-122"/>
                <a:cs typeface="Times New Roman" panose="02020603050405020304" pitchFamily="18" charset="0"/>
              </a:rPr>
            </a:br>
            <a:r>
              <a:rPr lang="en-MY" sz="1600" kern="100">
                <a:solidFill>
                  <a:srgbClr val="000000"/>
                </a:solidFill>
                <a:effectLst/>
                <a:ea typeface="DengXian" panose="02010600030101010101" pitchFamily="2" charset="-122"/>
                <a:cs typeface="Times New Roman" panose="02020603050405020304" pitchFamily="18" charset="0"/>
              </a:rPr>
              <a:t> </a:t>
            </a:r>
            <a:r>
              <a:rPr lang="en-MY" sz="1600" b="1" kern="100">
                <a:solidFill>
                  <a:srgbClr val="000000"/>
                </a:solidFill>
                <a:effectLst/>
                <a:ea typeface="DengXian" panose="02010600030101010101" pitchFamily="2" charset="-122"/>
                <a:cs typeface="Times New Roman" panose="02020603050405020304" pitchFamily="18" charset="0"/>
              </a:rPr>
              <a:t>Degree </a:t>
            </a:r>
            <a:r>
              <a:rPr lang="en-MY" sz="1600" b="1" kern="100">
                <a:solidFill>
                  <a:srgbClr val="734B67"/>
                </a:solidFill>
                <a:effectLst/>
                <a:ea typeface="DengXian" panose="02010600030101010101" pitchFamily="2" charset="-122"/>
                <a:cs typeface="Times New Roman" panose="02020603050405020304" pitchFamily="18" charset="0"/>
              </a:rPr>
              <a:t>3</a:t>
            </a:r>
            <a:r>
              <a:rPr lang="en-MY" sz="1600" b="1" kern="100">
                <a:solidFill>
                  <a:srgbClr val="000000"/>
                </a:solidFill>
                <a:effectLst/>
                <a:ea typeface="DengXian" panose="02010600030101010101" pitchFamily="2" charset="-122"/>
                <a:cs typeface="Times New Roman" panose="02020603050405020304" pitchFamily="18" charset="0"/>
              </a:rPr>
              <a:t> equation:</a:t>
            </a:r>
          </a:p>
          <a:p>
            <a:endParaRPr lang="en-MY" sz="1600" kern="100">
              <a:solidFill>
                <a:srgbClr val="000000"/>
              </a:solidFill>
              <a:effectLst/>
              <a:ea typeface="DengXian" panose="02010600030101010101" pitchFamily="2" charset="-122"/>
              <a:cs typeface="Times New Roman" panose="02020603050405020304" pitchFamily="18" charset="0"/>
            </a:endParaRPr>
          </a:p>
          <a:p>
            <a:pPr algn="ctr"/>
            <a:r>
              <a:rPr lang="en-MY" sz="1600" kern="100">
                <a:solidFill>
                  <a:srgbClr val="000000"/>
                </a:solidFill>
                <a:effectLst/>
                <a:ea typeface="DengXian" panose="02010600030101010101" pitchFamily="2" charset="-122"/>
                <a:cs typeface="Times New Roman" panose="02020603050405020304" pitchFamily="18" charset="0"/>
              </a:rPr>
              <a:t> 0.0607</a:t>
            </a:r>
            <a:r>
              <a:rPr lang="en-MY" sz="1600" b="1" kern="100">
                <a:solidFill>
                  <a:srgbClr val="003300"/>
                </a:solidFill>
                <a:effectLst/>
                <a:ea typeface="DengXian" panose="02010600030101010101" pitchFamily="2" charset="-122"/>
                <a:cs typeface="Cambria Math" panose="02040503050406030204" pitchFamily="18" charset="0"/>
              </a:rPr>
              <a:t>𝑥</a:t>
            </a:r>
            <a:r>
              <a:rPr lang="en-MY" sz="1600" b="1" kern="100" baseline="30000">
                <a:solidFill>
                  <a:srgbClr val="003300"/>
                </a:solidFill>
                <a:effectLst/>
                <a:ea typeface="DengXian" panose="02010600030101010101" pitchFamily="2" charset="-122"/>
                <a:cs typeface="Times New Roman" panose="02020603050405020304" pitchFamily="18" charset="0"/>
              </a:rPr>
              <a:t>3</a:t>
            </a:r>
            <a:r>
              <a:rPr lang="en-MY" sz="1600" kern="100" baseline="30000">
                <a:solidFill>
                  <a:srgbClr val="000000"/>
                </a:solidFill>
                <a:effectLst/>
                <a:ea typeface="DengXian" panose="02010600030101010101" pitchFamily="2" charset="-122"/>
                <a:cs typeface="Times New Roman" panose="02020603050405020304" pitchFamily="18" charset="0"/>
              </a:rPr>
              <a:t> </a:t>
            </a:r>
            <a:r>
              <a:rPr lang="en-MY" sz="1600" kern="100">
                <a:solidFill>
                  <a:srgbClr val="000000"/>
                </a:solidFill>
                <a:effectLst/>
                <a:ea typeface="DengXian" panose="02010600030101010101" pitchFamily="2" charset="-122"/>
                <a:cs typeface="Times New Roman" panose="02020603050405020304" pitchFamily="18" charset="0"/>
              </a:rPr>
              <a:t>−</a:t>
            </a:r>
            <a:r>
              <a:rPr lang="en-MY" sz="1600" kern="100">
                <a:solidFill>
                  <a:srgbClr val="000000"/>
                </a:solidFill>
                <a:ea typeface="DengXian" panose="02010600030101010101" pitchFamily="2" charset="-122"/>
                <a:cs typeface="Times New Roman" panose="02020603050405020304" pitchFamily="18" charset="0"/>
              </a:rPr>
              <a:t>364.58</a:t>
            </a:r>
            <a:r>
              <a:rPr lang="en-MY" sz="1600" b="1" kern="100">
                <a:solidFill>
                  <a:srgbClr val="003300"/>
                </a:solidFill>
                <a:effectLst/>
                <a:ea typeface="DengXian" panose="02010600030101010101" pitchFamily="2" charset="-122"/>
                <a:cs typeface="Cambria Math" panose="02040503050406030204" pitchFamily="18" charset="0"/>
              </a:rPr>
              <a:t>𝑥</a:t>
            </a:r>
            <a:r>
              <a:rPr lang="en-MY" sz="1600" b="1" kern="100" baseline="30000">
                <a:solidFill>
                  <a:srgbClr val="003300"/>
                </a:solidFill>
                <a:effectLst/>
                <a:ea typeface="DengXian" panose="02010600030101010101" pitchFamily="2" charset="-122"/>
                <a:cs typeface="Times New Roman" panose="02020603050405020304" pitchFamily="18" charset="0"/>
              </a:rPr>
              <a:t>2</a:t>
            </a:r>
            <a:r>
              <a:rPr lang="en-MY" sz="1600" kern="100" baseline="30000">
                <a:solidFill>
                  <a:srgbClr val="000000"/>
                </a:solidFill>
                <a:effectLst/>
                <a:ea typeface="DengXian" panose="02010600030101010101" pitchFamily="2" charset="-122"/>
                <a:cs typeface="Times New Roman" panose="02020603050405020304" pitchFamily="18" charset="0"/>
              </a:rPr>
              <a:t> </a:t>
            </a:r>
            <a:r>
              <a:rPr lang="en-MY" sz="1600" kern="100">
                <a:solidFill>
                  <a:srgbClr val="000000"/>
                </a:solidFill>
                <a:effectLst/>
                <a:ea typeface="DengXian" panose="02010600030101010101" pitchFamily="2" charset="-122"/>
                <a:cs typeface="Times New Roman" panose="02020603050405020304" pitchFamily="18" charset="0"/>
              </a:rPr>
              <a:t>+</a:t>
            </a:r>
            <a:r>
              <a:rPr lang="en-MY" sz="1600" kern="100">
                <a:solidFill>
                  <a:srgbClr val="000000"/>
                </a:solidFill>
                <a:ea typeface="DengXian" panose="02010600030101010101" pitchFamily="2" charset="-122"/>
                <a:cs typeface="Times New Roman" panose="02020603050405020304" pitchFamily="18" charset="0"/>
              </a:rPr>
              <a:t>7.3</a:t>
            </a:r>
            <a:r>
              <a:rPr lang="en-MY" sz="1600" kern="100">
                <a:solidFill>
                  <a:srgbClr val="000000"/>
                </a:solidFill>
                <a:effectLst/>
                <a:ea typeface="DengXian" panose="02010600030101010101" pitchFamily="2" charset="-122"/>
                <a:cs typeface="Times New Roman" panose="02020603050405020304" pitchFamily="18" charset="0"/>
              </a:rPr>
              <a:t>×10</a:t>
            </a:r>
            <a:r>
              <a:rPr lang="en-MY" sz="1600" kern="100" baseline="30000">
                <a:solidFill>
                  <a:srgbClr val="000000"/>
                </a:solidFill>
                <a:ea typeface="DengXian" panose="02010600030101010101" pitchFamily="2" charset="-122"/>
                <a:cs typeface="Times New Roman" panose="02020603050405020304" pitchFamily="18" charset="0"/>
              </a:rPr>
              <a:t>5</a:t>
            </a:r>
            <a:r>
              <a:rPr lang="en-MY" sz="1600" b="1" kern="100">
                <a:solidFill>
                  <a:srgbClr val="003300"/>
                </a:solidFill>
                <a:effectLst/>
                <a:ea typeface="DengXian" panose="02010600030101010101" pitchFamily="2" charset="-122"/>
                <a:cs typeface="Cambria Math" panose="02040503050406030204" pitchFamily="18" charset="0"/>
              </a:rPr>
              <a:t>𝑥</a:t>
            </a:r>
            <a:r>
              <a:rPr lang="en-MY" sz="1600" kern="100">
                <a:solidFill>
                  <a:srgbClr val="000000"/>
                </a:solidFill>
                <a:effectLst/>
                <a:ea typeface="DengXian" panose="02010600030101010101" pitchFamily="2" charset="-122"/>
                <a:cs typeface="Times New Roman" panose="02020603050405020304" pitchFamily="18" charset="0"/>
              </a:rPr>
              <a:t> −</a:t>
            </a:r>
            <a:r>
              <a:rPr lang="en-MY" sz="1600" kern="100">
                <a:solidFill>
                  <a:srgbClr val="000000"/>
                </a:solidFill>
                <a:ea typeface="DengXian" panose="02010600030101010101" pitchFamily="2" charset="-122"/>
                <a:cs typeface="Times New Roman" panose="02020603050405020304" pitchFamily="18" charset="0"/>
              </a:rPr>
              <a:t>4.9</a:t>
            </a:r>
            <a:r>
              <a:rPr lang="en-MY" sz="1600" kern="100">
                <a:solidFill>
                  <a:srgbClr val="000000"/>
                </a:solidFill>
                <a:effectLst/>
                <a:ea typeface="DengXian" panose="02010600030101010101" pitchFamily="2" charset="-122"/>
                <a:cs typeface="Times New Roman" panose="02020603050405020304" pitchFamily="18" charset="0"/>
              </a:rPr>
              <a:t>×10</a:t>
            </a:r>
            <a:r>
              <a:rPr lang="en-MY" sz="1600" kern="100" baseline="30000">
                <a:solidFill>
                  <a:srgbClr val="000000"/>
                </a:solidFill>
                <a:ea typeface="DengXian" panose="02010600030101010101" pitchFamily="2" charset="-122"/>
                <a:cs typeface="Times New Roman" panose="02020603050405020304" pitchFamily="18" charset="0"/>
              </a:rPr>
              <a:t>8</a:t>
            </a:r>
            <a:endParaRPr lang="en-MY" sz="1600" kern="100" baseline="30000">
              <a:solidFill>
                <a:srgbClr val="000000"/>
              </a:solidFill>
              <a:effectLst/>
              <a:ea typeface="DengXian" panose="02010600030101010101" pitchFamily="2" charset="-122"/>
              <a:cs typeface="Times New Roman" panose="02020603050405020304" pitchFamily="18" charset="0"/>
            </a:endParaRPr>
          </a:p>
          <a:p>
            <a:pPr algn="ctr"/>
            <a:endParaRPr lang="en-AU" sz="1600"/>
          </a:p>
        </p:txBody>
      </p:sp>
      <p:sp>
        <p:nvSpPr>
          <p:cNvPr id="7" name="Rectangle 6">
            <a:extLst>
              <a:ext uri="{FF2B5EF4-FFF2-40B4-BE49-F238E27FC236}">
                <a16:creationId xmlns:a16="http://schemas.microsoft.com/office/drawing/2014/main" id="{B1495A23-6DF4-16E2-07A5-405980C05E45}"/>
              </a:ext>
            </a:extLst>
          </p:cNvPr>
          <p:cNvSpPr/>
          <p:nvPr/>
        </p:nvSpPr>
        <p:spPr>
          <a:xfrm>
            <a:off x="7422460" y="4799248"/>
            <a:ext cx="4022287" cy="1256552"/>
          </a:xfrm>
          <a:prstGeom prst="rect">
            <a:avLst/>
          </a:prstGeom>
          <a:solidFill>
            <a:srgbClr val="F8E8E4">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i="0">
                <a:solidFill>
                  <a:schemeClr val="tx1"/>
                </a:solidFill>
                <a:effectLst/>
              </a:rPr>
              <a:t> R-squared value</a:t>
            </a:r>
          </a:p>
          <a:p>
            <a:r>
              <a:rPr lang="en-US" sz="1800" b="0" i="0">
                <a:solidFill>
                  <a:schemeClr val="tx1"/>
                </a:solidFill>
                <a:effectLst/>
                <a:latin typeface="Consolas" panose="020B0609020204030204" pitchFamily="49" charset="0"/>
              </a:rPr>
              <a:t> Degree</a:t>
            </a:r>
            <a:r>
              <a:rPr lang="en-US" sz="1800">
                <a:solidFill>
                  <a:schemeClr val="tx1"/>
                </a:solidFill>
                <a:latin typeface="Consolas" panose="020B0609020204030204" pitchFamily="49" charset="0"/>
              </a:rPr>
              <a:t> 1: </a:t>
            </a:r>
            <a:r>
              <a:rPr lang="en-US" sz="1800" b="0" i="0">
                <a:solidFill>
                  <a:schemeClr val="tx1"/>
                </a:solidFill>
                <a:effectLst/>
                <a:latin typeface="Consolas" panose="020B0609020204030204" pitchFamily="49" charset="0"/>
              </a:rPr>
              <a:t>0.21 </a:t>
            </a:r>
          </a:p>
          <a:p>
            <a:r>
              <a:rPr lang="en-US" sz="1800" b="0" i="0">
                <a:solidFill>
                  <a:schemeClr val="tx1"/>
                </a:solidFill>
                <a:effectLst/>
                <a:latin typeface="Consolas" panose="020B0609020204030204" pitchFamily="49" charset="0"/>
              </a:rPr>
              <a:t> Degree 2: 0.21</a:t>
            </a:r>
          </a:p>
          <a:p>
            <a:r>
              <a:rPr lang="en-US" sz="1800" b="0" i="0">
                <a:solidFill>
                  <a:schemeClr val="tx1"/>
                </a:solidFill>
                <a:effectLst/>
                <a:latin typeface="Consolas" panose="020B0609020204030204" pitchFamily="49" charset="0"/>
              </a:rPr>
              <a:t> Degree 3: 0.33 </a:t>
            </a:r>
          </a:p>
        </p:txBody>
      </p:sp>
      <p:sp>
        <p:nvSpPr>
          <p:cNvPr id="2" name="Rectangle 1">
            <a:extLst>
              <a:ext uri="{FF2B5EF4-FFF2-40B4-BE49-F238E27FC236}">
                <a16:creationId xmlns:a16="http://schemas.microsoft.com/office/drawing/2014/main" id="{AA0F0132-AE7F-65D5-46DE-1E38374D641B}"/>
              </a:ext>
            </a:extLst>
          </p:cNvPr>
          <p:cNvSpPr/>
          <p:nvPr/>
        </p:nvSpPr>
        <p:spPr>
          <a:xfrm>
            <a:off x="686369" y="975585"/>
            <a:ext cx="10819261" cy="400110"/>
          </a:xfrm>
          <a:prstGeom prst="rect">
            <a:avLst/>
          </a:prstGeom>
          <a:noFill/>
        </p:spPr>
        <p:txBody>
          <a:bodyPr wrap="square" lIns="91440" tIns="45720" rIns="91440" bIns="45720">
            <a:spAutoFit/>
          </a:bodyPr>
          <a:lstStyle/>
          <a:p>
            <a:r>
              <a:rPr lang="en-US" altLang="zh-CN" sz="2000">
                <a:ln w="0"/>
              </a:rPr>
              <a:t>To predict the future trend, we built a Polynomial Regression Model by taking mean for each year.</a:t>
            </a:r>
            <a:endParaRPr lang="en-US" sz="2000" b="0" cap="none" spc="0">
              <a:ln w="0"/>
            </a:endParaRPr>
          </a:p>
        </p:txBody>
      </p:sp>
    </p:spTree>
    <p:extLst>
      <p:ext uri="{BB962C8B-B14F-4D97-AF65-F5344CB8AC3E}">
        <p14:creationId xmlns:p14="http://schemas.microsoft.com/office/powerpoint/2010/main" val="2170312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41"/>
          <p:cNvSpPr txBox="1">
            <a:spLocks noGrp="1"/>
          </p:cNvSpPr>
          <p:nvPr>
            <p:ph type="title"/>
          </p:nvPr>
        </p:nvSpPr>
        <p:spPr>
          <a:xfrm>
            <a:off x="1181664" y="483687"/>
            <a:ext cx="10819261" cy="45719"/>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3200">
                <a:solidFill>
                  <a:schemeClr val="tx2">
                    <a:lumMod val="75000"/>
                    <a:lumOff val="25000"/>
                  </a:schemeClr>
                </a:solidFill>
                <a:latin typeface="Bebas Neue"/>
              </a:rPr>
              <a:t>Random forest regressor model of monthly rent and completion year</a:t>
            </a:r>
          </a:p>
        </p:txBody>
      </p:sp>
      <p:sp>
        <p:nvSpPr>
          <p:cNvPr id="10" name="Rectangle 9">
            <a:extLst>
              <a:ext uri="{FF2B5EF4-FFF2-40B4-BE49-F238E27FC236}">
                <a16:creationId xmlns:a16="http://schemas.microsoft.com/office/drawing/2014/main" id="{CDCC63EC-2BCE-DDE0-B524-9C743D186D91}"/>
              </a:ext>
            </a:extLst>
          </p:cNvPr>
          <p:cNvSpPr/>
          <p:nvPr/>
        </p:nvSpPr>
        <p:spPr>
          <a:xfrm>
            <a:off x="830424" y="844050"/>
            <a:ext cx="10496940" cy="646331"/>
          </a:xfrm>
          <a:prstGeom prst="rect">
            <a:avLst/>
          </a:prstGeom>
          <a:noFill/>
        </p:spPr>
        <p:txBody>
          <a:bodyPr wrap="square" lIns="91440" tIns="45720" rIns="91440" bIns="45720">
            <a:spAutoFit/>
          </a:bodyPr>
          <a:lstStyle/>
          <a:p>
            <a:r>
              <a:rPr lang="en-US"/>
              <a:t>This predictive model uses a combination of mean and decisions from tress or previous data (years) to predict the future data, where the final prediction is the average of all other previous predictions.</a:t>
            </a:r>
          </a:p>
        </p:txBody>
      </p:sp>
      <p:pic>
        <p:nvPicPr>
          <p:cNvPr id="4" name="Picture 3">
            <a:extLst>
              <a:ext uri="{FF2B5EF4-FFF2-40B4-BE49-F238E27FC236}">
                <a16:creationId xmlns:a16="http://schemas.microsoft.com/office/drawing/2014/main" id="{85277814-58C7-D546-220E-9901617C8D13}"/>
              </a:ext>
            </a:extLst>
          </p:cNvPr>
          <p:cNvPicPr>
            <a:picLocks noChangeAspect="1"/>
          </p:cNvPicPr>
          <p:nvPr/>
        </p:nvPicPr>
        <p:blipFill>
          <a:blip r:embed="rId3"/>
          <a:stretch>
            <a:fillRect/>
          </a:stretch>
        </p:blipFill>
        <p:spPr>
          <a:xfrm>
            <a:off x="976391" y="1624262"/>
            <a:ext cx="5620352" cy="4389688"/>
          </a:xfrm>
          <a:prstGeom prst="rect">
            <a:avLst/>
          </a:prstGeom>
          <a:ln w="28575">
            <a:solidFill>
              <a:schemeClr val="tx1"/>
            </a:solidFill>
          </a:ln>
        </p:spPr>
      </p:pic>
      <p:sp>
        <p:nvSpPr>
          <p:cNvPr id="6" name="Rectangle 5">
            <a:extLst>
              <a:ext uri="{FF2B5EF4-FFF2-40B4-BE49-F238E27FC236}">
                <a16:creationId xmlns:a16="http://schemas.microsoft.com/office/drawing/2014/main" id="{16228C71-6DD9-3ECE-5A35-A7C074744881}"/>
              </a:ext>
            </a:extLst>
          </p:cNvPr>
          <p:cNvSpPr/>
          <p:nvPr/>
        </p:nvSpPr>
        <p:spPr>
          <a:xfrm>
            <a:off x="6960636" y="2874629"/>
            <a:ext cx="4366728" cy="3139321"/>
          </a:xfrm>
          <a:prstGeom prst="rect">
            <a:avLst/>
          </a:prstGeom>
          <a:solidFill>
            <a:schemeClr val="accent6">
              <a:lumMod val="20000"/>
              <a:lumOff val="80000"/>
            </a:schemeClr>
          </a:solidFill>
        </p:spPr>
        <p:txBody>
          <a:bodyPr wrap="square" lIns="91440" tIns="45720" rIns="91440" bIns="45720">
            <a:spAutoFit/>
          </a:bodyPr>
          <a:lstStyle/>
          <a:p>
            <a:endParaRPr lang="en-US" b="0" cap="none" spc="0">
              <a:ln w="0"/>
              <a:solidFill>
                <a:schemeClr val="accent4">
                  <a:lumMod val="50000"/>
                </a:schemeClr>
              </a:solidFill>
              <a:effectLst>
                <a:outerShdw blurRad="38100" dist="25400" dir="5400000" algn="ctr" rotWithShape="0">
                  <a:srgbClr val="6E747A">
                    <a:alpha val="43000"/>
                  </a:srgbClr>
                </a:outerShdw>
              </a:effectLst>
            </a:endParaRPr>
          </a:p>
          <a:p>
            <a:r>
              <a:rPr lang="en-US">
                <a:ln w="0"/>
                <a:solidFill>
                  <a:schemeClr val="accent4">
                    <a:lumMod val="50000"/>
                  </a:schemeClr>
                </a:solidFill>
                <a:effectLst>
                  <a:outerShdw blurRad="38100" dist="25400" dir="5400000" algn="ctr" rotWithShape="0">
                    <a:srgbClr val="6E747A">
                      <a:alpha val="43000"/>
                    </a:srgbClr>
                  </a:outerShdw>
                </a:effectLst>
              </a:rPr>
              <a:t> This model </a:t>
            </a:r>
            <a:r>
              <a:rPr lang="en-US" b="1">
                <a:ln w="0"/>
                <a:solidFill>
                  <a:schemeClr val="accent4">
                    <a:lumMod val="50000"/>
                  </a:schemeClr>
                </a:solidFill>
                <a:effectLst>
                  <a:outerShdw blurRad="38100" dist="25400" dir="5400000" algn="ctr" rotWithShape="0">
                    <a:srgbClr val="6E747A">
                      <a:alpha val="43000"/>
                    </a:srgbClr>
                  </a:outerShdw>
                </a:effectLst>
              </a:rPr>
              <a:t>overfitted</a:t>
            </a:r>
            <a:r>
              <a:rPr lang="en-US">
                <a:ln w="0"/>
                <a:solidFill>
                  <a:schemeClr val="accent4">
                    <a:lumMod val="50000"/>
                  </a:schemeClr>
                </a:solidFill>
                <a:effectLst>
                  <a:outerShdw blurRad="38100" dist="25400" dir="5400000" algn="ctr" rotWithShape="0">
                    <a:srgbClr val="6E747A">
                      <a:alpha val="43000"/>
                    </a:srgbClr>
                  </a:outerShdw>
                </a:effectLst>
              </a:rPr>
              <a:t>.</a:t>
            </a:r>
            <a:endParaRPr lang="en-US" b="0" cap="none" spc="0">
              <a:ln w="0"/>
              <a:solidFill>
                <a:schemeClr val="accent4">
                  <a:lumMod val="50000"/>
                </a:schemeClr>
              </a:solidFill>
              <a:effectLst>
                <a:outerShdw blurRad="38100" dist="25400" dir="5400000" algn="ctr" rotWithShape="0">
                  <a:srgbClr val="6E747A">
                    <a:alpha val="43000"/>
                  </a:srgbClr>
                </a:outerShdw>
              </a:effectLst>
            </a:endParaRPr>
          </a:p>
          <a:p>
            <a:endParaRPr lang="en-US" b="0" cap="none" spc="0">
              <a:ln w="0"/>
              <a:solidFill>
                <a:schemeClr val="accent4">
                  <a:lumMod val="50000"/>
                </a:schemeClr>
              </a:solidFill>
              <a:effectLst>
                <a:outerShdw blurRad="38100" dist="25400" dir="5400000" algn="ctr" rotWithShape="0">
                  <a:srgbClr val="6E747A">
                    <a:alpha val="43000"/>
                  </a:srgbClr>
                </a:outerShdw>
              </a:effectLst>
            </a:endParaRPr>
          </a:p>
          <a:p>
            <a:pPr marL="285750" indent="-285750">
              <a:buFont typeface="Arial" panose="020B0604020202020204" pitchFamily="34" charset="0"/>
              <a:buChar char="•"/>
            </a:pPr>
            <a:r>
              <a:rPr lang="en-US"/>
              <a:t>The is because a random forest regressor model uses </a:t>
            </a:r>
            <a:r>
              <a:rPr lang="en-US">
                <a:solidFill>
                  <a:srgbClr val="C00000"/>
                </a:solidFill>
              </a:rPr>
              <a:t>average method </a:t>
            </a:r>
            <a:r>
              <a:rPr lang="en-US"/>
              <a:t>to improve the predictive model's accuracy</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This is coherent with the grouping of monthly rent by completion year using the mean.</a:t>
            </a:r>
          </a:p>
          <a:p>
            <a:endParaRPr lang="en-US" b="0" cap="none" spc="0">
              <a:ln w="0"/>
              <a:solidFill>
                <a:schemeClr val="accent4">
                  <a:lumMod val="50000"/>
                </a:schemeClr>
              </a:solidFill>
              <a:effectLst>
                <a:outerShdw blurRad="38100" dist="25400" dir="5400000" algn="ctr" rotWithShape="0">
                  <a:srgbClr val="6E747A">
                    <a:alpha val="43000"/>
                  </a:srgbClr>
                </a:outerShdw>
              </a:effectLst>
            </a:endParaRPr>
          </a:p>
        </p:txBody>
      </p:sp>
      <p:sp>
        <p:nvSpPr>
          <p:cNvPr id="2" name="Rectangle 1">
            <a:extLst>
              <a:ext uri="{FF2B5EF4-FFF2-40B4-BE49-F238E27FC236}">
                <a16:creationId xmlns:a16="http://schemas.microsoft.com/office/drawing/2014/main" id="{A88FA56A-0E89-70D4-2212-F66600A88F37}"/>
              </a:ext>
            </a:extLst>
          </p:cNvPr>
          <p:cNvSpPr/>
          <p:nvPr/>
        </p:nvSpPr>
        <p:spPr>
          <a:xfrm>
            <a:off x="6960637" y="1624262"/>
            <a:ext cx="4366728" cy="975496"/>
          </a:xfrm>
          <a:prstGeom prst="rect">
            <a:avLst/>
          </a:prstGeom>
          <a:solidFill>
            <a:srgbClr val="F8E8E4">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i="0">
                <a:solidFill>
                  <a:schemeClr val="tx1"/>
                </a:solidFill>
                <a:effectLst/>
              </a:rPr>
              <a:t> R-squared value</a:t>
            </a:r>
            <a:r>
              <a:rPr lang="en-US">
                <a:solidFill>
                  <a:schemeClr val="tx1"/>
                </a:solidFill>
                <a:latin typeface="Consolas" panose="020B0609020204030204" pitchFamily="49" charset="0"/>
              </a:rPr>
              <a:t>: 0.8978</a:t>
            </a:r>
            <a:endParaRPr lang="en-US" sz="1800" b="1" i="0">
              <a:solidFill>
                <a:schemeClr val="tx1"/>
              </a:solidFill>
              <a:effectLst/>
            </a:endParaRPr>
          </a:p>
        </p:txBody>
      </p:sp>
    </p:spTree>
    <p:extLst>
      <p:ext uri="{BB962C8B-B14F-4D97-AF65-F5344CB8AC3E}">
        <p14:creationId xmlns:p14="http://schemas.microsoft.com/office/powerpoint/2010/main" val="158545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pic>
        <p:nvPicPr>
          <p:cNvPr id="2050" name="Picture 2">
            <a:extLst>
              <a:ext uri="{FF2B5EF4-FFF2-40B4-BE49-F238E27FC236}">
                <a16:creationId xmlns:a16="http://schemas.microsoft.com/office/drawing/2014/main" id="{4C88E5D9-101C-9E4B-98DD-E954EB2862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620" y="3609349"/>
            <a:ext cx="3150221" cy="2460431"/>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C91AF696-ADF9-A44C-18BB-A0668902A73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097"/>
          <a:stretch/>
        </p:blipFill>
        <p:spPr bwMode="auto">
          <a:xfrm>
            <a:off x="825057" y="1261640"/>
            <a:ext cx="3204969" cy="2118823"/>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0AE62E6-C104-F04C-DC2B-1D1666126B97}"/>
              </a:ext>
            </a:extLst>
          </p:cNvPr>
          <p:cNvSpPr/>
          <p:nvPr/>
        </p:nvSpPr>
        <p:spPr>
          <a:xfrm>
            <a:off x="9190653" y="3609349"/>
            <a:ext cx="2119508" cy="2460432"/>
          </a:xfrm>
          <a:prstGeom prst="rect">
            <a:avLst/>
          </a:prstGeom>
          <a:solidFill>
            <a:schemeClr val="bg2">
              <a:lumMod val="90000"/>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70CA562F-8EB7-A8A9-85B0-9943AA06E20C}"/>
              </a:ext>
            </a:extLst>
          </p:cNvPr>
          <p:cNvSpPr txBox="1"/>
          <p:nvPr/>
        </p:nvSpPr>
        <p:spPr>
          <a:xfrm>
            <a:off x="9358604" y="3881696"/>
            <a:ext cx="1746491" cy="1323439"/>
          </a:xfrm>
          <a:prstGeom prst="rect">
            <a:avLst/>
          </a:prstGeom>
          <a:noFill/>
        </p:spPr>
        <p:txBody>
          <a:bodyPr wrap="square">
            <a:spAutoFit/>
          </a:bodyPr>
          <a:lstStyle/>
          <a:p>
            <a:pPr algn="just"/>
            <a:r>
              <a:rPr lang="en-US" sz="1600" b="1"/>
              <a:t>Random forest regressor model </a:t>
            </a:r>
            <a:r>
              <a:rPr lang="en-US" sz="1600"/>
              <a:t>makes decision based on previous trends</a:t>
            </a:r>
          </a:p>
        </p:txBody>
      </p:sp>
      <p:sp>
        <p:nvSpPr>
          <p:cNvPr id="5" name="Google Shape;962;p41">
            <a:extLst>
              <a:ext uri="{FF2B5EF4-FFF2-40B4-BE49-F238E27FC236}">
                <a16:creationId xmlns:a16="http://schemas.microsoft.com/office/drawing/2014/main" id="{EACC8BDB-8015-EAD8-C0DA-02299E8EB782}"/>
              </a:ext>
            </a:extLst>
          </p:cNvPr>
          <p:cNvSpPr txBox="1">
            <a:spLocks/>
          </p:cNvSpPr>
          <p:nvPr/>
        </p:nvSpPr>
        <p:spPr>
          <a:xfrm>
            <a:off x="1087604" y="188718"/>
            <a:ext cx="10819261" cy="558533"/>
          </a:xfrm>
          <a:prstGeom prst="rect">
            <a:avLst/>
          </a:prstGeom>
        </p:spPr>
        <p:txBody>
          <a:bodyPr spcFirstLastPara="1" vert="horz" wrap="square" lIns="121900" tIns="121900" rIns="121900" bIns="121900" rtlCol="0" anchor="ctr"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20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2000"/>
              <a:buFont typeface="Arial"/>
              <a:buNone/>
              <a:defRPr sz="1867" b="0" i="0" u="none" strike="noStrike" cap="none">
                <a:solidFill>
                  <a:srgbClr val="000000"/>
                </a:solidFill>
                <a:latin typeface="Arial"/>
                <a:ea typeface="Arial"/>
                <a:cs typeface="Arial"/>
                <a:sym typeface="Arial"/>
              </a:defRPr>
            </a:lvl9pPr>
          </a:lstStyle>
          <a:p>
            <a:r>
              <a:rPr lang="en-GB" sz="3200">
                <a:solidFill>
                  <a:schemeClr val="tx1">
                    <a:lumMod val="85000"/>
                    <a:lumOff val="15000"/>
                  </a:schemeClr>
                </a:solidFill>
                <a:latin typeface="Bebas Neue"/>
              </a:rPr>
              <a:t>Random forest regressor model </a:t>
            </a:r>
            <a:r>
              <a:rPr lang="en-GB" sz="3200">
                <a:solidFill>
                  <a:srgbClr val="339966"/>
                </a:solidFill>
                <a:latin typeface="Bebas Neue"/>
              </a:rPr>
              <a:t>vs</a:t>
            </a:r>
            <a:r>
              <a:rPr lang="en-GB" sz="3200">
                <a:solidFill>
                  <a:schemeClr val="tx2">
                    <a:lumMod val="50000"/>
                    <a:lumOff val="50000"/>
                  </a:schemeClr>
                </a:solidFill>
                <a:latin typeface="Bebas Neue"/>
              </a:rPr>
              <a:t> </a:t>
            </a:r>
            <a:r>
              <a:rPr lang="en-GB" sz="3200">
                <a:solidFill>
                  <a:schemeClr val="tx2">
                    <a:lumMod val="75000"/>
                    <a:lumOff val="25000"/>
                  </a:schemeClr>
                </a:solidFill>
                <a:latin typeface="Bebas Neue"/>
              </a:rPr>
              <a:t>POLYNOMIAL regression model</a:t>
            </a:r>
          </a:p>
        </p:txBody>
      </p:sp>
      <p:sp>
        <p:nvSpPr>
          <p:cNvPr id="2" name="Rectangle 1">
            <a:extLst>
              <a:ext uri="{FF2B5EF4-FFF2-40B4-BE49-F238E27FC236}">
                <a16:creationId xmlns:a16="http://schemas.microsoft.com/office/drawing/2014/main" id="{AB99820F-2710-AD12-6CC8-0B8FE4FAC8A9}"/>
              </a:ext>
            </a:extLst>
          </p:cNvPr>
          <p:cNvSpPr/>
          <p:nvPr/>
        </p:nvSpPr>
        <p:spPr>
          <a:xfrm>
            <a:off x="4339831" y="3609348"/>
            <a:ext cx="4562878" cy="2460432"/>
          </a:xfrm>
          <a:prstGeom prst="rect">
            <a:avLst/>
          </a:prstGeom>
          <a:solidFill>
            <a:srgbClr val="F8E8E4">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i="0">
                <a:solidFill>
                  <a:schemeClr val="tx1"/>
                </a:solidFill>
                <a:effectLst/>
              </a:rPr>
              <a:t> </a:t>
            </a:r>
            <a:endParaRPr lang="en-MY" sz="1800">
              <a:solidFill>
                <a:schemeClr val="tx1"/>
              </a:solidFill>
            </a:endParaRPr>
          </a:p>
        </p:txBody>
      </p:sp>
      <p:sp>
        <p:nvSpPr>
          <p:cNvPr id="3" name="TextBox 2">
            <a:extLst>
              <a:ext uri="{FF2B5EF4-FFF2-40B4-BE49-F238E27FC236}">
                <a16:creationId xmlns:a16="http://schemas.microsoft.com/office/drawing/2014/main" id="{F339272F-EAC2-DAF6-542F-E148AABB5CD3}"/>
              </a:ext>
            </a:extLst>
          </p:cNvPr>
          <p:cNvSpPr txBox="1"/>
          <p:nvPr/>
        </p:nvSpPr>
        <p:spPr>
          <a:xfrm>
            <a:off x="4474608" y="3778009"/>
            <a:ext cx="3700105" cy="1569660"/>
          </a:xfrm>
          <a:prstGeom prst="rect">
            <a:avLst/>
          </a:prstGeom>
          <a:noFill/>
        </p:spPr>
        <p:txBody>
          <a:bodyPr wrap="square">
            <a:spAutoFit/>
          </a:bodyPr>
          <a:lstStyle/>
          <a:p>
            <a:r>
              <a:rPr lang="en-US" sz="1600" b="1" i="0" u="sng">
                <a:effectLst/>
                <a:latin typeface="Consolas" panose="020B0609020204030204" pitchFamily="49" charset="0"/>
              </a:rPr>
              <a:t>Random Forest Regressor Model</a:t>
            </a:r>
          </a:p>
          <a:p>
            <a:endParaRPr lang="en-US" sz="1600" b="0" i="0" u="sng">
              <a:effectLst/>
              <a:latin typeface="Consolas" panose="020B0609020204030204" pitchFamily="49" charset="0"/>
            </a:endParaRPr>
          </a:p>
          <a:p>
            <a:r>
              <a:rPr lang="en-US" sz="1600" b="0" i="0">
                <a:effectLst/>
                <a:latin typeface="Consolas" panose="020B0609020204030204" pitchFamily="49" charset="0"/>
              </a:rPr>
              <a:t>2026:$2192.27</a:t>
            </a:r>
          </a:p>
          <a:p>
            <a:r>
              <a:rPr lang="en-US" sz="1600">
                <a:latin typeface="Consolas" panose="020B0609020204030204" pitchFamily="49" charset="0"/>
              </a:rPr>
              <a:t>2027:</a:t>
            </a:r>
            <a:r>
              <a:rPr lang="en-US" sz="1600" b="0" i="0">
                <a:effectLst/>
                <a:latin typeface="Consolas" panose="020B0609020204030204" pitchFamily="49" charset="0"/>
              </a:rPr>
              <a:t>$2142.86 </a:t>
            </a:r>
          </a:p>
          <a:p>
            <a:r>
              <a:rPr lang="en-US" sz="1600">
                <a:latin typeface="Consolas" panose="020B0609020204030204" pitchFamily="49" charset="0"/>
              </a:rPr>
              <a:t>2028:</a:t>
            </a:r>
            <a:r>
              <a:rPr lang="en-US" sz="1600" b="0" i="0">
                <a:effectLst/>
                <a:latin typeface="Consolas" panose="020B0609020204030204" pitchFamily="49" charset="0"/>
              </a:rPr>
              <a:t>$2256.07 </a:t>
            </a:r>
          </a:p>
          <a:p>
            <a:r>
              <a:rPr lang="en-US" sz="1600">
                <a:latin typeface="Consolas" panose="020B0609020204030204" pitchFamily="49" charset="0"/>
              </a:rPr>
              <a:t>2029:</a:t>
            </a:r>
            <a:r>
              <a:rPr lang="en-US" sz="1600" b="0" i="0">
                <a:effectLst/>
                <a:latin typeface="Consolas" panose="020B0609020204030204" pitchFamily="49" charset="0"/>
              </a:rPr>
              <a:t>$2144.28 </a:t>
            </a:r>
          </a:p>
        </p:txBody>
      </p:sp>
      <p:sp>
        <p:nvSpPr>
          <p:cNvPr id="13" name="Rectangle 12">
            <a:extLst>
              <a:ext uri="{FF2B5EF4-FFF2-40B4-BE49-F238E27FC236}">
                <a16:creationId xmlns:a16="http://schemas.microsoft.com/office/drawing/2014/main" id="{D7520604-E81C-9EF3-79AA-475D0657990F}"/>
              </a:ext>
            </a:extLst>
          </p:cNvPr>
          <p:cNvSpPr/>
          <p:nvPr/>
        </p:nvSpPr>
        <p:spPr>
          <a:xfrm>
            <a:off x="4503276" y="5347669"/>
            <a:ext cx="3566388" cy="584775"/>
          </a:xfrm>
          <a:prstGeom prst="rect">
            <a:avLst/>
          </a:prstGeom>
          <a:noFill/>
        </p:spPr>
        <p:txBody>
          <a:bodyPr wrap="square" lIns="91440" tIns="45720" rIns="91440" bIns="45720">
            <a:spAutoFit/>
          </a:bodyPr>
          <a:lstStyle/>
          <a:p>
            <a:r>
              <a:rPr lang="en-US" sz="1600" b="1">
                <a:ln w="0"/>
                <a:solidFill>
                  <a:schemeClr val="accent5">
                    <a:lumMod val="50000"/>
                  </a:schemeClr>
                </a:solidFill>
                <a:effectLst/>
              </a:rPr>
              <a:t>We see a decreasing trend following by increasing trend in this model</a:t>
            </a:r>
          </a:p>
        </p:txBody>
      </p:sp>
      <p:sp>
        <p:nvSpPr>
          <p:cNvPr id="9" name="Rectangle 8">
            <a:extLst>
              <a:ext uri="{FF2B5EF4-FFF2-40B4-BE49-F238E27FC236}">
                <a16:creationId xmlns:a16="http://schemas.microsoft.com/office/drawing/2014/main" id="{4025C8B5-613A-2A1C-E6FC-A257BC48D04A}"/>
              </a:ext>
            </a:extLst>
          </p:cNvPr>
          <p:cNvSpPr/>
          <p:nvPr/>
        </p:nvSpPr>
        <p:spPr>
          <a:xfrm>
            <a:off x="4339829" y="1261639"/>
            <a:ext cx="4562877" cy="2114003"/>
          </a:xfrm>
          <a:prstGeom prst="rect">
            <a:avLst/>
          </a:prstGeom>
          <a:solidFill>
            <a:srgbClr val="F8E8E4">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i="0">
                <a:solidFill>
                  <a:schemeClr val="tx1"/>
                </a:solidFill>
                <a:effectLst/>
              </a:rPr>
              <a:t> </a:t>
            </a:r>
            <a:endParaRPr lang="en-MY" sz="1800">
              <a:solidFill>
                <a:schemeClr val="tx1"/>
              </a:solidFill>
            </a:endParaRPr>
          </a:p>
        </p:txBody>
      </p:sp>
      <p:sp>
        <p:nvSpPr>
          <p:cNvPr id="10" name="TextBox 9">
            <a:extLst>
              <a:ext uri="{FF2B5EF4-FFF2-40B4-BE49-F238E27FC236}">
                <a16:creationId xmlns:a16="http://schemas.microsoft.com/office/drawing/2014/main" id="{89E909E4-482A-B25F-CDE5-F880050E12A3}"/>
              </a:ext>
            </a:extLst>
          </p:cNvPr>
          <p:cNvSpPr txBox="1"/>
          <p:nvPr/>
        </p:nvSpPr>
        <p:spPr>
          <a:xfrm>
            <a:off x="4463695" y="1423519"/>
            <a:ext cx="4308192" cy="1569660"/>
          </a:xfrm>
          <a:prstGeom prst="rect">
            <a:avLst/>
          </a:prstGeom>
          <a:noFill/>
        </p:spPr>
        <p:txBody>
          <a:bodyPr wrap="square">
            <a:spAutoFit/>
          </a:bodyPr>
          <a:lstStyle/>
          <a:p>
            <a:r>
              <a:rPr lang="en-US" sz="1600" b="1" u="sng">
                <a:latin typeface="Consolas" panose="020B0609020204030204" pitchFamily="49" charset="0"/>
              </a:rPr>
              <a:t>Polynomial Regression </a:t>
            </a:r>
            <a:r>
              <a:rPr lang="en-US" sz="1600" b="1" i="0" u="sng">
                <a:effectLst/>
                <a:latin typeface="Consolas" panose="020B0609020204030204" pitchFamily="49" charset="0"/>
              </a:rPr>
              <a:t>Model (power 3)</a:t>
            </a:r>
          </a:p>
          <a:p>
            <a:endParaRPr lang="en-US" sz="1600" b="0" i="0" u="sng">
              <a:effectLst/>
              <a:latin typeface="Consolas" panose="020B0609020204030204" pitchFamily="49" charset="0"/>
            </a:endParaRPr>
          </a:p>
          <a:p>
            <a:r>
              <a:rPr lang="en-US" sz="1600" b="0" i="0">
                <a:effectLst/>
                <a:latin typeface="Consolas" panose="020B0609020204030204" pitchFamily="49" charset="0"/>
              </a:rPr>
              <a:t>2026</a:t>
            </a:r>
            <a:r>
              <a:rPr lang="en-US" sz="1600">
                <a:latin typeface="Consolas" panose="020B0609020204030204" pitchFamily="49" charset="0"/>
              </a:rPr>
              <a:t>:$</a:t>
            </a:r>
            <a:r>
              <a:rPr lang="en-MY" sz="1600">
                <a:latin typeface="Consolas" panose="020B0609020204030204" pitchFamily="49" charset="0"/>
              </a:rPr>
              <a:t>2327.11</a:t>
            </a:r>
            <a:endParaRPr lang="en-US" sz="1600">
              <a:latin typeface="Consolas" panose="020B0609020204030204" pitchFamily="49" charset="0"/>
            </a:endParaRPr>
          </a:p>
          <a:p>
            <a:r>
              <a:rPr lang="en-US" sz="1600">
                <a:latin typeface="Consolas" panose="020B0609020204030204" pitchFamily="49" charset="0"/>
              </a:rPr>
              <a:t>2027:$</a:t>
            </a:r>
            <a:r>
              <a:rPr lang="en-MY" sz="1600">
                <a:latin typeface="Consolas" panose="020B0609020204030204" pitchFamily="49" charset="0"/>
              </a:rPr>
              <a:t>2433.12</a:t>
            </a:r>
            <a:r>
              <a:rPr lang="en-US" sz="1600">
                <a:latin typeface="Consolas" panose="020B0609020204030204" pitchFamily="49" charset="0"/>
              </a:rPr>
              <a:t> </a:t>
            </a:r>
          </a:p>
          <a:p>
            <a:r>
              <a:rPr lang="en-US" sz="1600">
                <a:latin typeface="Consolas" panose="020B0609020204030204" pitchFamily="49" charset="0"/>
              </a:rPr>
              <a:t>2028:$2548.39</a:t>
            </a:r>
          </a:p>
          <a:p>
            <a:r>
              <a:rPr lang="en-US" sz="1600">
                <a:latin typeface="Consolas" panose="020B0609020204030204" pitchFamily="49" charset="0"/>
              </a:rPr>
              <a:t>2029:$2673.28</a:t>
            </a:r>
          </a:p>
        </p:txBody>
      </p:sp>
      <p:sp>
        <p:nvSpPr>
          <p:cNvPr id="14" name="Rectangle 13">
            <a:extLst>
              <a:ext uri="{FF2B5EF4-FFF2-40B4-BE49-F238E27FC236}">
                <a16:creationId xmlns:a16="http://schemas.microsoft.com/office/drawing/2014/main" id="{AFA203A4-ADCF-6EEE-B452-BAB9CD331CE2}"/>
              </a:ext>
            </a:extLst>
          </p:cNvPr>
          <p:cNvSpPr/>
          <p:nvPr/>
        </p:nvSpPr>
        <p:spPr>
          <a:xfrm>
            <a:off x="4474608" y="2977483"/>
            <a:ext cx="4308192" cy="338554"/>
          </a:xfrm>
          <a:prstGeom prst="rect">
            <a:avLst/>
          </a:prstGeom>
          <a:noFill/>
        </p:spPr>
        <p:txBody>
          <a:bodyPr wrap="square" lIns="91440" tIns="45720" rIns="91440" bIns="45720">
            <a:spAutoFit/>
          </a:bodyPr>
          <a:lstStyle/>
          <a:p>
            <a:r>
              <a:rPr lang="en-US" sz="1600" b="1">
                <a:ln w="0"/>
                <a:solidFill>
                  <a:schemeClr val="accent5">
                    <a:lumMod val="50000"/>
                  </a:schemeClr>
                </a:solidFill>
                <a:effectLst/>
              </a:rPr>
              <a:t>We only see increasing trend in this model</a:t>
            </a:r>
          </a:p>
        </p:txBody>
      </p:sp>
      <p:sp>
        <p:nvSpPr>
          <p:cNvPr id="11" name="Rectangle 10">
            <a:extLst>
              <a:ext uri="{FF2B5EF4-FFF2-40B4-BE49-F238E27FC236}">
                <a16:creationId xmlns:a16="http://schemas.microsoft.com/office/drawing/2014/main" id="{AEC8C4A1-FE93-3860-A651-5E24C6D19EB2}"/>
              </a:ext>
            </a:extLst>
          </p:cNvPr>
          <p:cNvSpPr/>
          <p:nvPr/>
        </p:nvSpPr>
        <p:spPr>
          <a:xfrm>
            <a:off x="9172043" y="1261640"/>
            <a:ext cx="2119508" cy="2126392"/>
          </a:xfrm>
          <a:prstGeom prst="rect">
            <a:avLst/>
          </a:prstGeom>
          <a:solidFill>
            <a:schemeClr val="bg2">
              <a:lumMod val="90000"/>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TextBox 11">
            <a:extLst>
              <a:ext uri="{FF2B5EF4-FFF2-40B4-BE49-F238E27FC236}">
                <a16:creationId xmlns:a16="http://schemas.microsoft.com/office/drawing/2014/main" id="{EE0D1C13-12AC-19AD-9931-471AE09EE8A6}"/>
              </a:ext>
            </a:extLst>
          </p:cNvPr>
          <p:cNvSpPr txBox="1"/>
          <p:nvPr/>
        </p:nvSpPr>
        <p:spPr>
          <a:xfrm>
            <a:off x="9358551" y="1712794"/>
            <a:ext cx="1746491" cy="1077218"/>
          </a:xfrm>
          <a:prstGeom prst="rect">
            <a:avLst/>
          </a:prstGeom>
          <a:noFill/>
        </p:spPr>
        <p:txBody>
          <a:bodyPr wrap="square">
            <a:spAutoFit/>
          </a:bodyPr>
          <a:lstStyle/>
          <a:p>
            <a:pPr algn="just"/>
            <a:r>
              <a:rPr lang="en-US" sz="1600" b="1"/>
              <a:t>Polynomial regression model </a:t>
            </a:r>
            <a:r>
              <a:rPr lang="en-US" sz="1600"/>
              <a:t>always shows an upward trend</a:t>
            </a:r>
          </a:p>
        </p:txBody>
      </p:sp>
      <p:sp>
        <p:nvSpPr>
          <p:cNvPr id="15" name="Rectangle 14">
            <a:extLst>
              <a:ext uri="{FF2B5EF4-FFF2-40B4-BE49-F238E27FC236}">
                <a16:creationId xmlns:a16="http://schemas.microsoft.com/office/drawing/2014/main" id="{A9DF2E31-4CEA-B021-A79C-2A3E9C2FC916}"/>
              </a:ext>
            </a:extLst>
          </p:cNvPr>
          <p:cNvSpPr/>
          <p:nvPr/>
        </p:nvSpPr>
        <p:spPr>
          <a:xfrm>
            <a:off x="756103" y="793159"/>
            <a:ext cx="10679793" cy="400110"/>
          </a:xfrm>
          <a:prstGeom prst="rect">
            <a:avLst/>
          </a:prstGeom>
          <a:noFill/>
        </p:spPr>
        <p:txBody>
          <a:bodyPr wrap="square" lIns="91440" tIns="45720" rIns="91440" bIns="45720">
            <a:spAutoFit/>
          </a:bodyPr>
          <a:lstStyle/>
          <a:p>
            <a:r>
              <a:rPr lang="en-US" sz="2000">
                <a:ln w="0"/>
              </a:rPr>
              <a:t>Which model to use? </a:t>
            </a:r>
            <a:r>
              <a:rPr lang="en-US" altLang="zh-CN" sz="2000">
                <a:ln w="0"/>
              </a:rPr>
              <a:t>This depends on </a:t>
            </a:r>
            <a:r>
              <a:rPr lang="en-US" sz="2000">
                <a:ln w="0"/>
              </a:rPr>
              <a:t>the prediction of future monthly rents.</a:t>
            </a:r>
          </a:p>
        </p:txBody>
      </p:sp>
    </p:spTree>
    <p:extLst>
      <p:ext uri="{BB962C8B-B14F-4D97-AF65-F5344CB8AC3E}">
        <p14:creationId xmlns:p14="http://schemas.microsoft.com/office/powerpoint/2010/main" val="3673663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2" grpId="0" animBg="1"/>
      <p:bldP spid="3" grpId="0"/>
      <p:bldP spid="13" grpId="0"/>
      <p:bldP spid="9" grpId="0" animBg="1"/>
      <p:bldP spid="10" grpId="0"/>
      <p:bldP spid="14" grpId="0"/>
      <p:bldP spid="11" grpId="0" animBg="1"/>
      <p:bldP spid="12" grpId="0"/>
      <p:bldP spid="1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281" name="TextBox 280">
            <a:extLst>
              <a:ext uri="{FF2B5EF4-FFF2-40B4-BE49-F238E27FC236}">
                <a16:creationId xmlns:a16="http://schemas.microsoft.com/office/drawing/2014/main" id="{9C2A5057-DBEB-1A58-FF5A-1EE75BAB451A}"/>
              </a:ext>
            </a:extLst>
          </p:cNvPr>
          <p:cNvSpPr txBox="1"/>
          <p:nvPr/>
        </p:nvSpPr>
        <p:spPr>
          <a:xfrm>
            <a:off x="2696210" y="1924319"/>
            <a:ext cx="6878319" cy="646331"/>
          </a:xfrm>
          <a:prstGeom prst="rect">
            <a:avLst/>
          </a:prstGeom>
          <a:noFill/>
          <a:ln>
            <a:noFill/>
          </a:ln>
        </p:spPr>
        <p:txBody>
          <a:bodyPr wrap="square">
            <a:spAutoFit/>
          </a:bodyPr>
          <a:lstStyle/>
          <a:p>
            <a:r>
              <a:rPr lang="en-GB" sz="3600" b="1">
                <a:latin typeface="Univers Condensed"/>
              </a:rPr>
              <a:t>Research questions</a:t>
            </a:r>
            <a:endParaRPr lang="en-AU" sz="3600" b="1"/>
          </a:p>
        </p:txBody>
      </p:sp>
      <p:sp>
        <p:nvSpPr>
          <p:cNvPr id="5" name="Rectangle 4">
            <a:extLst>
              <a:ext uri="{FF2B5EF4-FFF2-40B4-BE49-F238E27FC236}">
                <a16:creationId xmlns:a16="http://schemas.microsoft.com/office/drawing/2014/main" id="{A9EBFC3C-5159-7B9A-BA1F-D491DB95F382}"/>
              </a:ext>
            </a:extLst>
          </p:cNvPr>
          <p:cNvSpPr/>
          <p:nvPr/>
        </p:nvSpPr>
        <p:spPr>
          <a:xfrm>
            <a:off x="0" y="1361440"/>
            <a:ext cx="2235200" cy="528320"/>
          </a:xfrm>
          <a:prstGeom prst="rect">
            <a:avLst/>
          </a:prstGeom>
          <a:solidFill>
            <a:srgbClr val="C00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Google Shape;962;p41">
            <a:extLst>
              <a:ext uri="{FF2B5EF4-FFF2-40B4-BE49-F238E27FC236}">
                <a16:creationId xmlns:a16="http://schemas.microsoft.com/office/drawing/2014/main" id="{72F3DF1A-FA2C-2469-B4B5-1387AD92C622}"/>
              </a:ext>
            </a:extLst>
          </p:cNvPr>
          <p:cNvSpPr txBox="1">
            <a:spLocks noGrp="1"/>
          </p:cNvSpPr>
          <p:nvPr>
            <p:ph type="title"/>
          </p:nvPr>
        </p:nvSpPr>
        <p:spPr>
          <a:xfrm>
            <a:off x="792970" y="16229"/>
            <a:ext cx="11072323" cy="77623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GB" sz="5400">
                <a:solidFill>
                  <a:schemeClr val="bg2">
                    <a:lumMod val="50000"/>
                  </a:schemeClr>
                </a:solidFill>
                <a:latin typeface="Bebas Neue"/>
              </a:rPr>
              <a:t>overview</a:t>
            </a:r>
          </a:p>
        </p:txBody>
      </p:sp>
      <p:sp>
        <p:nvSpPr>
          <p:cNvPr id="261" name="Rectangle 260">
            <a:extLst>
              <a:ext uri="{FF2B5EF4-FFF2-40B4-BE49-F238E27FC236}">
                <a16:creationId xmlns:a16="http://schemas.microsoft.com/office/drawing/2014/main" id="{0FDA8375-4C15-23B6-31B8-7E874F9CAF70}"/>
              </a:ext>
            </a:extLst>
          </p:cNvPr>
          <p:cNvSpPr/>
          <p:nvPr/>
        </p:nvSpPr>
        <p:spPr>
          <a:xfrm>
            <a:off x="18288" y="2016664"/>
            <a:ext cx="2235200" cy="528320"/>
          </a:xfrm>
          <a:prstGeom prst="rect">
            <a:avLst/>
          </a:prstGeom>
          <a:solidFill>
            <a:srgbClr val="FFC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2" name="Rectangle 261">
            <a:extLst>
              <a:ext uri="{FF2B5EF4-FFF2-40B4-BE49-F238E27FC236}">
                <a16:creationId xmlns:a16="http://schemas.microsoft.com/office/drawing/2014/main" id="{7F38F1B7-6215-6A45-7937-62FADEBB94C7}"/>
              </a:ext>
            </a:extLst>
          </p:cNvPr>
          <p:cNvSpPr/>
          <p:nvPr/>
        </p:nvSpPr>
        <p:spPr>
          <a:xfrm>
            <a:off x="53340" y="2682866"/>
            <a:ext cx="2235200" cy="528320"/>
          </a:xfrm>
          <a:prstGeom prst="rect">
            <a:avLst/>
          </a:prstGeom>
          <a:solidFill>
            <a:srgbClr val="FFFF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3" name="Rectangle 262">
            <a:extLst>
              <a:ext uri="{FF2B5EF4-FFF2-40B4-BE49-F238E27FC236}">
                <a16:creationId xmlns:a16="http://schemas.microsoft.com/office/drawing/2014/main" id="{BFD3E4A5-6D4F-8744-B441-C7E3AEC64359}"/>
              </a:ext>
            </a:extLst>
          </p:cNvPr>
          <p:cNvSpPr/>
          <p:nvPr/>
        </p:nvSpPr>
        <p:spPr>
          <a:xfrm>
            <a:off x="40640" y="3349068"/>
            <a:ext cx="2235200" cy="528320"/>
          </a:xfrm>
          <a:prstGeom prst="rect">
            <a:avLst/>
          </a:prstGeom>
          <a:solidFill>
            <a:srgbClr val="92D05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4" name="Rectangle 263">
            <a:extLst>
              <a:ext uri="{FF2B5EF4-FFF2-40B4-BE49-F238E27FC236}">
                <a16:creationId xmlns:a16="http://schemas.microsoft.com/office/drawing/2014/main" id="{D49B5F23-211B-2F77-1191-CEB9467833F2}"/>
              </a:ext>
            </a:extLst>
          </p:cNvPr>
          <p:cNvSpPr/>
          <p:nvPr/>
        </p:nvSpPr>
        <p:spPr>
          <a:xfrm>
            <a:off x="731520" y="4015270"/>
            <a:ext cx="2235200" cy="528320"/>
          </a:xfrm>
          <a:prstGeom prst="rect">
            <a:avLst/>
          </a:prstGeom>
          <a:solidFill>
            <a:srgbClr val="0070C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2" name="TextBox 281">
            <a:extLst>
              <a:ext uri="{FF2B5EF4-FFF2-40B4-BE49-F238E27FC236}">
                <a16:creationId xmlns:a16="http://schemas.microsoft.com/office/drawing/2014/main" id="{2724724F-E306-8C47-A497-550147B29830}"/>
              </a:ext>
            </a:extLst>
          </p:cNvPr>
          <p:cNvSpPr txBox="1"/>
          <p:nvPr/>
        </p:nvSpPr>
        <p:spPr>
          <a:xfrm>
            <a:off x="2731261" y="2668163"/>
            <a:ext cx="6878320" cy="646331"/>
          </a:xfrm>
          <a:prstGeom prst="rect">
            <a:avLst/>
          </a:prstGeom>
          <a:noFill/>
          <a:ln>
            <a:noFill/>
          </a:ln>
        </p:spPr>
        <p:txBody>
          <a:bodyPr wrap="square">
            <a:spAutoFit/>
          </a:bodyPr>
          <a:lstStyle/>
          <a:p>
            <a:r>
              <a:rPr lang="en-GB" sz="3600" b="1">
                <a:latin typeface="Univers Condensed"/>
              </a:rPr>
              <a:t>Data pre-processing</a:t>
            </a:r>
          </a:p>
        </p:txBody>
      </p:sp>
      <p:sp>
        <p:nvSpPr>
          <p:cNvPr id="288" name="Rectangle 287">
            <a:extLst>
              <a:ext uri="{FF2B5EF4-FFF2-40B4-BE49-F238E27FC236}">
                <a16:creationId xmlns:a16="http://schemas.microsoft.com/office/drawing/2014/main" id="{BA7F8A5C-6517-FF51-0273-471D92DDD097}"/>
              </a:ext>
            </a:extLst>
          </p:cNvPr>
          <p:cNvSpPr/>
          <p:nvPr/>
        </p:nvSpPr>
        <p:spPr>
          <a:xfrm>
            <a:off x="-520066" y="6091398"/>
            <a:ext cx="1881505" cy="400110"/>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5" name="Rectangle 264">
            <a:extLst>
              <a:ext uri="{FF2B5EF4-FFF2-40B4-BE49-F238E27FC236}">
                <a16:creationId xmlns:a16="http://schemas.microsoft.com/office/drawing/2014/main" id="{CF63AB26-5D48-4936-2A75-453F631D6184}"/>
              </a:ext>
            </a:extLst>
          </p:cNvPr>
          <p:cNvSpPr/>
          <p:nvPr/>
        </p:nvSpPr>
        <p:spPr>
          <a:xfrm>
            <a:off x="0" y="4681472"/>
            <a:ext cx="2235200" cy="528320"/>
          </a:xfrm>
          <a:prstGeom prst="rect">
            <a:avLst/>
          </a:prstGeom>
          <a:solidFill>
            <a:srgbClr val="00206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6" name="Rectangle 265">
            <a:extLst>
              <a:ext uri="{FF2B5EF4-FFF2-40B4-BE49-F238E27FC236}">
                <a16:creationId xmlns:a16="http://schemas.microsoft.com/office/drawing/2014/main" id="{5DDD9953-028D-AEA9-6F7F-612B09FB6E1C}"/>
              </a:ext>
            </a:extLst>
          </p:cNvPr>
          <p:cNvSpPr/>
          <p:nvPr/>
        </p:nvSpPr>
        <p:spPr>
          <a:xfrm>
            <a:off x="0" y="5439584"/>
            <a:ext cx="2235200" cy="528320"/>
          </a:xfrm>
          <a:prstGeom prst="rect">
            <a:avLst/>
          </a:prstGeom>
          <a:solidFill>
            <a:srgbClr val="7030A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4" name="Rectangle: Rounded Corners 253">
            <a:extLst>
              <a:ext uri="{FF2B5EF4-FFF2-40B4-BE49-F238E27FC236}">
                <a16:creationId xmlns:a16="http://schemas.microsoft.com/office/drawing/2014/main" id="{DC1FC88D-8429-5281-1D64-F9180008EE5C}"/>
              </a:ext>
            </a:extLst>
          </p:cNvPr>
          <p:cNvSpPr/>
          <p:nvPr/>
        </p:nvSpPr>
        <p:spPr>
          <a:xfrm>
            <a:off x="-465275" y="978186"/>
            <a:ext cx="1440000" cy="5788374"/>
          </a:xfrm>
          <a:prstGeom prst="roundRect">
            <a:avLst>
              <a:gd name="adj" fmla="val 15141"/>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4" name="TextBox 273">
            <a:extLst>
              <a:ext uri="{FF2B5EF4-FFF2-40B4-BE49-F238E27FC236}">
                <a16:creationId xmlns:a16="http://schemas.microsoft.com/office/drawing/2014/main" id="{B96D11E9-8110-BAF3-E9DE-D6DACE433439}"/>
              </a:ext>
            </a:extLst>
          </p:cNvPr>
          <p:cNvSpPr txBox="1"/>
          <p:nvPr/>
        </p:nvSpPr>
        <p:spPr>
          <a:xfrm>
            <a:off x="1967738" y="1763660"/>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2</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5" name="TextBox 274">
            <a:extLst>
              <a:ext uri="{FF2B5EF4-FFF2-40B4-BE49-F238E27FC236}">
                <a16:creationId xmlns:a16="http://schemas.microsoft.com/office/drawing/2014/main" id="{87CC5273-E3FA-6BE6-8080-6FE757DE0730}"/>
              </a:ext>
            </a:extLst>
          </p:cNvPr>
          <p:cNvSpPr txBox="1"/>
          <p:nvPr/>
        </p:nvSpPr>
        <p:spPr>
          <a:xfrm>
            <a:off x="1981708" y="242977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3</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6" name="TextBox 275">
            <a:extLst>
              <a:ext uri="{FF2B5EF4-FFF2-40B4-BE49-F238E27FC236}">
                <a16:creationId xmlns:a16="http://schemas.microsoft.com/office/drawing/2014/main" id="{D2E2BE5F-C829-9B6D-64BD-2D8A74E69D93}"/>
              </a:ext>
            </a:extLst>
          </p:cNvPr>
          <p:cNvSpPr txBox="1"/>
          <p:nvPr/>
        </p:nvSpPr>
        <p:spPr>
          <a:xfrm>
            <a:off x="1969008" y="3103601"/>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4</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7" name="TextBox 276">
            <a:extLst>
              <a:ext uri="{FF2B5EF4-FFF2-40B4-BE49-F238E27FC236}">
                <a16:creationId xmlns:a16="http://schemas.microsoft.com/office/drawing/2014/main" id="{3D08F43D-BDF0-521F-D637-143709B30C70}"/>
              </a:ext>
            </a:extLst>
          </p:cNvPr>
          <p:cNvSpPr txBox="1"/>
          <p:nvPr/>
        </p:nvSpPr>
        <p:spPr>
          <a:xfrm>
            <a:off x="2659888" y="377249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5</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8" name="TextBox 277">
            <a:extLst>
              <a:ext uri="{FF2B5EF4-FFF2-40B4-BE49-F238E27FC236}">
                <a16:creationId xmlns:a16="http://schemas.microsoft.com/office/drawing/2014/main" id="{C417BB84-9C18-6B03-2B85-A70E76B42033}"/>
              </a:ext>
            </a:extLst>
          </p:cNvPr>
          <p:cNvSpPr txBox="1"/>
          <p:nvPr/>
        </p:nvSpPr>
        <p:spPr>
          <a:xfrm>
            <a:off x="1928368" y="446437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6</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9" name="TextBox 278">
            <a:extLst>
              <a:ext uri="{FF2B5EF4-FFF2-40B4-BE49-F238E27FC236}">
                <a16:creationId xmlns:a16="http://schemas.microsoft.com/office/drawing/2014/main" id="{0A7296AF-53ED-E45A-C765-02A5DB122934}"/>
              </a:ext>
            </a:extLst>
          </p:cNvPr>
          <p:cNvSpPr txBox="1"/>
          <p:nvPr/>
        </p:nvSpPr>
        <p:spPr>
          <a:xfrm>
            <a:off x="1949450" y="520923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7</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83" name="TextBox 282">
            <a:extLst>
              <a:ext uri="{FF2B5EF4-FFF2-40B4-BE49-F238E27FC236}">
                <a16:creationId xmlns:a16="http://schemas.microsoft.com/office/drawing/2014/main" id="{2EDC6EDD-704F-DE4B-7ACA-9183014412D4}"/>
              </a:ext>
            </a:extLst>
          </p:cNvPr>
          <p:cNvSpPr txBox="1"/>
          <p:nvPr/>
        </p:nvSpPr>
        <p:spPr>
          <a:xfrm>
            <a:off x="2697480" y="3338218"/>
            <a:ext cx="6878320" cy="646331"/>
          </a:xfrm>
          <a:prstGeom prst="rect">
            <a:avLst/>
          </a:prstGeom>
          <a:noFill/>
          <a:ln>
            <a:noFill/>
          </a:ln>
        </p:spPr>
        <p:txBody>
          <a:bodyPr wrap="square">
            <a:spAutoFit/>
          </a:bodyPr>
          <a:lstStyle/>
          <a:p>
            <a:r>
              <a:rPr lang="en-GB" sz="3600" b="1">
                <a:latin typeface="Univers Condensed"/>
              </a:rPr>
              <a:t>Exploratory Data Analysis</a:t>
            </a:r>
          </a:p>
        </p:txBody>
      </p:sp>
      <p:sp>
        <p:nvSpPr>
          <p:cNvPr id="284" name="TextBox 283">
            <a:extLst>
              <a:ext uri="{FF2B5EF4-FFF2-40B4-BE49-F238E27FC236}">
                <a16:creationId xmlns:a16="http://schemas.microsoft.com/office/drawing/2014/main" id="{01DD0F52-0C73-9181-AADA-746B0F4EB196}"/>
              </a:ext>
            </a:extLst>
          </p:cNvPr>
          <p:cNvSpPr txBox="1"/>
          <p:nvPr/>
        </p:nvSpPr>
        <p:spPr>
          <a:xfrm>
            <a:off x="3388360" y="4064728"/>
            <a:ext cx="6878320" cy="646331"/>
          </a:xfrm>
          <a:prstGeom prst="rect">
            <a:avLst/>
          </a:prstGeom>
          <a:noFill/>
          <a:ln>
            <a:noFill/>
          </a:ln>
        </p:spPr>
        <p:txBody>
          <a:bodyPr wrap="square">
            <a:spAutoFit/>
          </a:bodyPr>
          <a:lstStyle/>
          <a:p>
            <a:r>
              <a:rPr lang="en-GB" sz="3600" b="1">
                <a:latin typeface="Univers Condensed"/>
              </a:rPr>
              <a:t>Evaluation &amp; Modelling</a:t>
            </a:r>
          </a:p>
        </p:txBody>
      </p:sp>
      <p:sp>
        <p:nvSpPr>
          <p:cNvPr id="285" name="TextBox 284">
            <a:extLst>
              <a:ext uri="{FF2B5EF4-FFF2-40B4-BE49-F238E27FC236}">
                <a16:creationId xmlns:a16="http://schemas.microsoft.com/office/drawing/2014/main" id="{3E5235F2-7ADD-81EF-E9BA-739B20980FAF}"/>
              </a:ext>
            </a:extLst>
          </p:cNvPr>
          <p:cNvSpPr txBox="1"/>
          <p:nvPr/>
        </p:nvSpPr>
        <p:spPr>
          <a:xfrm>
            <a:off x="2677921" y="4769587"/>
            <a:ext cx="6878320" cy="646331"/>
          </a:xfrm>
          <a:prstGeom prst="rect">
            <a:avLst/>
          </a:prstGeom>
          <a:noFill/>
          <a:ln>
            <a:noFill/>
          </a:ln>
        </p:spPr>
        <p:txBody>
          <a:bodyPr wrap="square">
            <a:spAutoFit/>
          </a:bodyPr>
          <a:lstStyle/>
          <a:p>
            <a:r>
              <a:rPr lang="en-GB" sz="3600" b="1">
                <a:latin typeface="Univers Condensed"/>
              </a:rPr>
              <a:t>Discussion</a:t>
            </a:r>
          </a:p>
        </p:txBody>
      </p:sp>
      <p:sp>
        <p:nvSpPr>
          <p:cNvPr id="286" name="TextBox 285">
            <a:extLst>
              <a:ext uri="{FF2B5EF4-FFF2-40B4-BE49-F238E27FC236}">
                <a16:creationId xmlns:a16="http://schemas.microsoft.com/office/drawing/2014/main" id="{1BA364F2-C6F6-E5FF-03E2-A1BA1114CD74}"/>
              </a:ext>
            </a:extLst>
          </p:cNvPr>
          <p:cNvSpPr txBox="1"/>
          <p:nvPr/>
        </p:nvSpPr>
        <p:spPr>
          <a:xfrm>
            <a:off x="2700475" y="5445067"/>
            <a:ext cx="6878320" cy="646331"/>
          </a:xfrm>
          <a:prstGeom prst="rect">
            <a:avLst/>
          </a:prstGeom>
          <a:noFill/>
          <a:ln>
            <a:noFill/>
          </a:ln>
        </p:spPr>
        <p:txBody>
          <a:bodyPr wrap="square">
            <a:spAutoFit/>
          </a:bodyPr>
          <a:lstStyle/>
          <a:p>
            <a:r>
              <a:rPr lang="en-GB" sz="3600" b="1">
                <a:latin typeface="Univers Condensed"/>
              </a:rPr>
              <a:t>Conclusion</a:t>
            </a:r>
          </a:p>
        </p:txBody>
      </p:sp>
      <p:sp>
        <p:nvSpPr>
          <p:cNvPr id="2" name="Rectangle 1">
            <a:extLst>
              <a:ext uri="{FF2B5EF4-FFF2-40B4-BE49-F238E27FC236}">
                <a16:creationId xmlns:a16="http://schemas.microsoft.com/office/drawing/2014/main" id="{66569A99-3F8B-B0F1-BA2D-AF7E1158B44E}"/>
              </a:ext>
            </a:extLst>
          </p:cNvPr>
          <p:cNvSpPr/>
          <p:nvPr/>
        </p:nvSpPr>
        <p:spPr>
          <a:xfrm>
            <a:off x="7880292" y="1289571"/>
            <a:ext cx="2476050" cy="44736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F697FF5A-42E9-9413-F87B-7C1E24CFCE63}"/>
              </a:ext>
            </a:extLst>
          </p:cNvPr>
          <p:cNvSpPr txBox="1"/>
          <p:nvPr/>
        </p:nvSpPr>
        <p:spPr>
          <a:xfrm>
            <a:off x="2656840" y="1302434"/>
            <a:ext cx="6878320" cy="646331"/>
          </a:xfrm>
          <a:prstGeom prst="rect">
            <a:avLst/>
          </a:prstGeom>
          <a:noFill/>
          <a:ln>
            <a:noFill/>
          </a:ln>
        </p:spPr>
        <p:txBody>
          <a:bodyPr wrap="square">
            <a:spAutoFit/>
          </a:bodyPr>
          <a:lstStyle/>
          <a:p>
            <a:r>
              <a:rPr lang="en-GB" sz="3600" b="1">
                <a:latin typeface="Univers Condensed"/>
              </a:rPr>
              <a:t>Background</a:t>
            </a:r>
            <a:endParaRPr lang="en-AU" sz="3600" b="1"/>
          </a:p>
        </p:txBody>
      </p:sp>
      <p:cxnSp>
        <p:nvCxnSpPr>
          <p:cNvPr id="3" name="Straight Connector 2">
            <a:extLst>
              <a:ext uri="{FF2B5EF4-FFF2-40B4-BE49-F238E27FC236}">
                <a16:creationId xmlns:a16="http://schemas.microsoft.com/office/drawing/2014/main" id="{F353DF56-15D6-475A-DAC5-19E22F775426}"/>
              </a:ext>
            </a:extLst>
          </p:cNvPr>
          <p:cNvCxnSpPr>
            <a:cxnSpLocks/>
          </p:cNvCxnSpPr>
          <p:nvPr/>
        </p:nvCxnSpPr>
        <p:spPr>
          <a:xfrm>
            <a:off x="7859210" y="1302434"/>
            <a:ext cx="0" cy="4473663"/>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8050D822-D05E-0482-81E2-F1128D3A3CF0}"/>
              </a:ext>
            </a:extLst>
          </p:cNvPr>
          <p:cNvSpPr/>
          <p:nvPr/>
        </p:nvSpPr>
        <p:spPr>
          <a:xfrm>
            <a:off x="7834935" y="4154478"/>
            <a:ext cx="45719" cy="5243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438A107E-4195-BBCD-62DF-F72D684A1360}"/>
              </a:ext>
            </a:extLst>
          </p:cNvPr>
          <p:cNvSpPr txBox="1"/>
          <p:nvPr/>
        </p:nvSpPr>
        <p:spPr>
          <a:xfrm>
            <a:off x="1928368" y="109476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1</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10" name="Google Shape;962;p41">
            <a:extLst>
              <a:ext uri="{FF2B5EF4-FFF2-40B4-BE49-F238E27FC236}">
                <a16:creationId xmlns:a16="http://schemas.microsoft.com/office/drawing/2014/main" id="{26BCD498-1B9A-10C3-B218-CC49816FD14E}"/>
              </a:ext>
            </a:extLst>
          </p:cNvPr>
          <p:cNvSpPr txBox="1">
            <a:spLocks noGrp="1"/>
          </p:cNvSpPr>
          <p:nvPr/>
        </p:nvSpPr>
        <p:spPr>
          <a:xfrm>
            <a:off x="8112758" y="2969161"/>
            <a:ext cx="3406101"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3600">
                <a:solidFill>
                  <a:srgbClr val="434377"/>
                </a:solidFill>
                <a:latin typeface="Bebas Neue"/>
              </a:rPr>
              <a:t>Section 5: </a:t>
            </a:r>
          </a:p>
          <a:p>
            <a:r>
              <a:rPr lang="en-GB" sz="5400">
                <a:solidFill>
                  <a:srgbClr val="434377"/>
                </a:solidFill>
                <a:latin typeface="Bebas Neue"/>
              </a:rPr>
              <a:t>Evaluating &amp; Modelling</a:t>
            </a:r>
            <a:endParaRPr lang="en" sz="5400">
              <a:solidFill>
                <a:srgbClr val="434377"/>
              </a:solidFill>
              <a:latin typeface="Bebas Neue"/>
            </a:endParaRPr>
          </a:p>
        </p:txBody>
      </p:sp>
    </p:spTree>
    <p:extLst>
      <p:ext uri="{BB962C8B-B14F-4D97-AF65-F5344CB8AC3E}">
        <p14:creationId xmlns:p14="http://schemas.microsoft.com/office/powerpoint/2010/main" val="3535105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281" name="TextBox 280">
            <a:extLst>
              <a:ext uri="{FF2B5EF4-FFF2-40B4-BE49-F238E27FC236}">
                <a16:creationId xmlns:a16="http://schemas.microsoft.com/office/drawing/2014/main" id="{9C2A5057-DBEB-1A58-FF5A-1EE75BAB451A}"/>
              </a:ext>
            </a:extLst>
          </p:cNvPr>
          <p:cNvSpPr txBox="1"/>
          <p:nvPr/>
        </p:nvSpPr>
        <p:spPr>
          <a:xfrm>
            <a:off x="2696210" y="1924319"/>
            <a:ext cx="6878319" cy="646331"/>
          </a:xfrm>
          <a:prstGeom prst="rect">
            <a:avLst/>
          </a:prstGeom>
          <a:noFill/>
          <a:ln>
            <a:noFill/>
          </a:ln>
        </p:spPr>
        <p:txBody>
          <a:bodyPr wrap="square">
            <a:spAutoFit/>
          </a:bodyPr>
          <a:lstStyle/>
          <a:p>
            <a:r>
              <a:rPr lang="en-GB" sz="3600" b="1">
                <a:latin typeface="Univers Condensed"/>
              </a:rPr>
              <a:t>Research questions</a:t>
            </a:r>
            <a:endParaRPr lang="en-AU" sz="3600" b="1"/>
          </a:p>
        </p:txBody>
      </p:sp>
      <p:sp>
        <p:nvSpPr>
          <p:cNvPr id="5" name="Rectangle 4">
            <a:extLst>
              <a:ext uri="{FF2B5EF4-FFF2-40B4-BE49-F238E27FC236}">
                <a16:creationId xmlns:a16="http://schemas.microsoft.com/office/drawing/2014/main" id="{A9EBFC3C-5159-7B9A-BA1F-D491DB95F382}"/>
              </a:ext>
            </a:extLst>
          </p:cNvPr>
          <p:cNvSpPr/>
          <p:nvPr/>
        </p:nvSpPr>
        <p:spPr>
          <a:xfrm>
            <a:off x="0" y="1361440"/>
            <a:ext cx="2235200" cy="528320"/>
          </a:xfrm>
          <a:prstGeom prst="rect">
            <a:avLst/>
          </a:prstGeom>
          <a:solidFill>
            <a:srgbClr val="C00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Google Shape;962;p41">
            <a:extLst>
              <a:ext uri="{FF2B5EF4-FFF2-40B4-BE49-F238E27FC236}">
                <a16:creationId xmlns:a16="http://schemas.microsoft.com/office/drawing/2014/main" id="{72F3DF1A-FA2C-2469-B4B5-1387AD92C622}"/>
              </a:ext>
            </a:extLst>
          </p:cNvPr>
          <p:cNvSpPr txBox="1">
            <a:spLocks noGrp="1"/>
          </p:cNvSpPr>
          <p:nvPr>
            <p:ph type="title"/>
          </p:nvPr>
        </p:nvSpPr>
        <p:spPr>
          <a:xfrm>
            <a:off x="792970" y="16229"/>
            <a:ext cx="11072323" cy="77623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GB" sz="5400">
                <a:solidFill>
                  <a:schemeClr val="bg2">
                    <a:lumMod val="50000"/>
                  </a:schemeClr>
                </a:solidFill>
                <a:latin typeface="Bebas Neue"/>
              </a:rPr>
              <a:t>overview</a:t>
            </a:r>
          </a:p>
        </p:txBody>
      </p:sp>
      <p:sp>
        <p:nvSpPr>
          <p:cNvPr id="261" name="Rectangle 260">
            <a:extLst>
              <a:ext uri="{FF2B5EF4-FFF2-40B4-BE49-F238E27FC236}">
                <a16:creationId xmlns:a16="http://schemas.microsoft.com/office/drawing/2014/main" id="{0FDA8375-4C15-23B6-31B8-7E874F9CAF70}"/>
              </a:ext>
            </a:extLst>
          </p:cNvPr>
          <p:cNvSpPr/>
          <p:nvPr/>
        </p:nvSpPr>
        <p:spPr>
          <a:xfrm>
            <a:off x="18288" y="2016664"/>
            <a:ext cx="2235200" cy="528320"/>
          </a:xfrm>
          <a:prstGeom prst="rect">
            <a:avLst/>
          </a:prstGeom>
          <a:solidFill>
            <a:srgbClr val="FFC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2" name="Rectangle 261">
            <a:extLst>
              <a:ext uri="{FF2B5EF4-FFF2-40B4-BE49-F238E27FC236}">
                <a16:creationId xmlns:a16="http://schemas.microsoft.com/office/drawing/2014/main" id="{7F38F1B7-6215-6A45-7937-62FADEBB94C7}"/>
              </a:ext>
            </a:extLst>
          </p:cNvPr>
          <p:cNvSpPr/>
          <p:nvPr/>
        </p:nvSpPr>
        <p:spPr>
          <a:xfrm>
            <a:off x="53340" y="2682866"/>
            <a:ext cx="2235200" cy="528320"/>
          </a:xfrm>
          <a:prstGeom prst="rect">
            <a:avLst/>
          </a:prstGeom>
          <a:solidFill>
            <a:srgbClr val="FFFF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3" name="Rectangle 262">
            <a:extLst>
              <a:ext uri="{FF2B5EF4-FFF2-40B4-BE49-F238E27FC236}">
                <a16:creationId xmlns:a16="http://schemas.microsoft.com/office/drawing/2014/main" id="{BFD3E4A5-6D4F-8744-B441-C7E3AEC64359}"/>
              </a:ext>
            </a:extLst>
          </p:cNvPr>
          <p:cNvSpPr/>
          <p:nvPr/>
        </p:nvSpPr>
        <p:spPr>
          <a:xfrm>
            <a:off x="40640" y="3349068"/>
            <a:ext cx="2235200" cy="528320"/>
          </a:xfrm>
          <a:prstGeom prst="rect">
            <a:avLst/>
          </a:prstGeom>
          <a:solidFill>
            <a:srgbClr val="92D05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4" name="Rectangle 263">
            <a:extLst>
              <a:ext uri="{FF2B5EF4-FFF2-40B4-BE49-F238E27FC236}">
                <a16:creationId xmlns:a16="http://schemas.microsoft.com/office/drawing/2014/main" id="{D49B5F23-211B-2F77-1191-CEB9467833F2}"/>
              </a:ext>
            </a:extLst>
          </p:cNvPr>
          <p:cNvSpPr/>
          <p:nvPr/>
        </p:nvSpPr>
        <p:spPr>
          <a:xfrm>
            <a:off x="81280" y="4015270"/>
            <a:ext cx="2235200" cy="528320"/>
          </a:xfrm>
          <a:prstGeom prst="rect">
            <a:avLst/>
          </a:prstGeom>
          <a:solidFill>
            <a:srgbClr val="0070C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2" name="TextBox 281">
            <a:extLst>
              <a:ext uri="{FF2B5EF4-FFF2-40B4-BE49-F238E27FC236}">
                <a16:creationId xmlns:a16="http://schemas.microsoft.com/office/drawing/2014/main" id="{2724724F-E306-8C47-A497-550147B29830}"/>
              </a:ext>
            </a:extLst>
          </p:cNvPr>
          <p:cNvSpPr txBox="1"/>
          <p:nvPr/>
        </p:nvSpPr>
        <p:spPr>
          <a:xfrm>
            <a:off x="2731261" y="2668163"/>
            <a:ext cx="6878320" cy="646331"/>
          </a:xfrm>
          <a:prstGeom prst="rect">
            <a:avLst/>
          </a:prstGeom>
          <a:noFill/>
          <a:ln>
            <a:noFill/>
          </a:ln>
        </p:spPr>
        <p:txBody>
          <a:bodyPr wrap="square">
            <a:spAutoFit/>
          </a:bodyPr>
          <a:lstStyle/>
          <a:p>
            <a:r>
              <a:rPr lang="en-GB" sz="3600" b="1">
                <a:latin typeface="Univers Condensed"/>
              </a:rPr>
              <a:t>Data pre-processing</a:t>
            </a:r>
          </a:p>
        </p:txBody>
      </p:sp>
      <p:sp>
        <p:nvSpPr>
          <p:cNvPr id="288" name="Rectangle 287">
            <a:extLst>
              <a:ext uri="{FF2B5EF4-FFF2-40B4-BE49-F238E27FC236}">
                <a16:creationId xmlns:a16="http://schemas.microsoft.com/office/drawing/2014/main" id="{BA7F8A5C-6517-FF51-0273-471D92DDD097}"/>
              </a:ext>
            </a:extLst>
          </p:cNvPr>
          <p:cNvSpPr/>
          <p:nvPr/>
        </p:nvSpPr>
        <p:spPr>
          <a:xfrm>
            <a:off x="-520066" y="6091398"/>
            <a:ext cx="1881505" cy="400110"/>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5" name="Rectangle 264">
            <a:extLst>
              <a:ext uri="{FF2B5EF4-FFF2-40B4-BE49-F238E27FC236}">
                <a16:creationId xmlns:a16="http://schemas.microsoft.com/office/drawing/2014/main" id="{CF63AB26-5D48-4936-2A75-453F631D6184}"/>
              </a:ext>
            </a:extLst>
          </p:cNvPr>
          <p:cNvSpPr/>
          <p:nvPr/>
        </p:nvSpPr>
        <p:spPr>
          <a:xfrm>
            <a:off x="731520" y="4681472"/>
            <a:ext cx="2235200" cy="528320"/>
          </a:xfrm>
          <a:prstGeom prst="rect">
            <a:avLst/>
          </a:prstGeom>
          <a:solidFill>
            <a:srgbClr val="00206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6" name="Rectangle 265">
            <a:extLst>
              <a:ext uri="{FF2B5EF4-FFF2-40B4-BE49-F238E27FC236}">
                <a16:creationId xmlns:a16="http://schemas.microsoft.com/office/drawing/2014/main" id="{5DDD9953-028D-AEA9-6F7F-612B09FB6E1C}"/>
              </a:ext>
            </a:extLst>
          </p:cNvPr>
          <p:cNvSpPr/>
          <p:nvPr/>
        </p:nvSpPr>
        <p:spPr>
          <a:xfrm>
            <a:off x="0" y="5439584"/>
            <a:ext cx="2235200" cy="528320"/>
          </a:xfrm>
          <a:prstGeom prst="rect">
            <a:avLst/>
          </a:prstGeom>
          <a:solidFill>
            <a:srgbClr val="7030A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4" name="Rectangle: Rounded Corners 253">
            <a:extLst>
              <a:ext uri="{FF2B5EF4-FFF2-40B4-BE49-F238E27FC236}">
                <a16:creationId xmlns:a16="http://schemas.microsoft.com/office/drawing/2014/main" id="{DC1FC88D-8429-5281-1D64-F9180008EE5C}"/>
              </a:ext>
            </a:extLst>
          </p:cNvPr>
          <p:cNvSpPr/>
          <p:nvPr/>
        </p:nvSpPr>
        <p:spPr>
          <a:xfrm>
            <a:off x="-465275" y="978186"/>
            <a:ext cx="1440000" cy="5788374"/>
          </a:xfrm>
          <a:prstGeom prst="roundRect">
            <a:avLst>
              <a:gd name="adj" fmla="val 15141"/>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4" name="TextBox 273">
            <a:extLst>
              <a:ext uri="{FF2B5EF4-FFF2-40B4-BE49-F238E27FC236}">
                <a16:creationId xmlns:a16="http://schemas.microsoft.com/office/drawing/2014/main" id="{B96D11E9-8110-BAF3-E9DE-D6DACE433439}"/>
              </a:ext>
            </a:extLst>
          </p:cNvPr>
          <p:cNvSpPr txBox="1"/>
          <p:nvPr/>
        </p:nvSpPr>
        <p:spPr>
          <a:xfrm>
            <a:off x="1967738" y="1763660"/>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2</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5" name="TextBox 274">
            <a:extLst>
              <a:ext uri="{FF2B5EF4-FFF2-40B4-BE49-F238E27FC236}">
                <a16:creationId xmlns:a16="http://schemas.microsoft.com/office/drawing/2014/main" id="{87CC5273-E3FA-6BE6-8080-6FE757DE0730}"/>
              </a:ext>
            </a:extLst>
          </p:cNvPr>
          <p:cNvSpPr txBox="1"/>
          <p:nvPr/>
        </p:nvSpPr>
        <p:spPr>
          <a:xfrm>
            <a:off x="1981708" y="242977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3</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6" name="TextBox 275">
            <a:extLst>
              <a:ext uri="{FF2B5EF4-FFF2-40B4-BE49-F238E27FC236}">
                <a16:creationId xmlns:a16="http://schemas.microsoft.com/office/drawing/2014/main" id="{D2E2BE5F-C829-9B6D-64BD-2D8A74E69D93}"/>
              </a:ext>
            </a:extLst>
          </p:cNvPr>
          <p:cNvSpPr txBox="1"/>
          <p:nvPr/>
        </p:nvSpPr>
        <p:spPr>
          <a:xfrm>
            <a:off x="1969008" y="3103601"/>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4</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7" name="TextBox 276">
            <a:extLst>
              <a:ext uri="{FF2B5EF4-FFF2-40B4-BE49-F238E27FC236}">
                <a16:creationId xmlns:a16="http://schemas.microsoft.com/office/drawing/2014/main" id="{3D08F43D-BDF0-521F-D637-143709B30C70}"/>
              </a:ext>
            </a:extLst>
          </p:cNvPr>
          <p:cNvSpPr txBox="1"/>
          <p:nvPr/>
        </p:nvSpPr>
        <p:spPr>
          <a:xfrm>
            <a:off x="2009648" y="377249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5</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8" name="TextBox 277">
            <a:extLst>
              <a:ext uri="{FF2B5EF4-FFF2-40B4-BE49-F238E27FC236}">
                <a16:creationId xmlns:a16="http://schemas.microsoft.com/office/drawing/2014/main" id="{C417BB84-9C18-6B03-2B85-A70E76B42033}"/>
              </a:ext>
            </a:extLst>
          </p:cNvPr>
          <p:cNvSpPr txBox="1"/>
          <p:nvPr/>
        </p:nvSpPr>
        <p:spPr>
          <a:xfrm>
            <a:off x="2659888" y="446437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6</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9" name="TextBox 278">
            <a:extLst>
              <a:ext uri="{FF2B5EF4-FFF2-40B4-BE49-F238E27FC236}">
                <a16:creationId xmlns:a16="http://schemas.microsoft.com/office/drawing/2014/main" id="{0A7296AF-53ED-E45A-C765-02A5DB122934}"/>
              </a:ext>
            </a:extLst>
          </p:cNvPr>
          <p:cNvSpPr txBox="1"/>
          <p:nvPr/>
        </p:nvSpPr>
        <p:spPr>
          <a:xfrm>
            <a:off x="1949450" y="520923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7</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83" name="TextBox 282">
            <a:extLst>
              <a:ext uri="{FF2B5EF4-FFF2-40B4-BE49-F238E27FC236}">
                <a16:creationId xmlns:a16="http://schemas.microsoft.com/office/drawing/2014/main" id="{2EDC6EDD-704F-DE4B-7ACA-9183014412D4}"/>
              </a:ext>
            </a:extLst>
          </p:cNvPr>
          <p:cNvSpPr txBox="1"/>
          <p:nvPr/>
        </p:nvSpPr>
        <p:spPr>
          <a:xfrm>
            <a:off x="2697480" y="3338218"/>
            <a:ext cx="6878320" cy="646331"/>
          </a:xfrm>
          <a:prstGeom prst="rect">
            <a:avLst/>
          </a:prstGeom>
          <a:noFill/>
          <a:ln>
            <a:noFill/>
          </a:ln>
        </p:spPr>
        <p:txBody>
          <a:bodyPr wrap="square">
            <a:spAutoFit/>
          </a:bodyPr>
          <a:lstStyle/>
          <a:p>
            <a:r>
              <a:rPr lang="en-GB" sz="3600" b="1">
                <a:latin typeface="Univers Condensed"/>
              </a:rPr>
              <a:t>Exploratory Data Analysis</a:t>
            </a:r>
          </a:p>
        </p:txBody>
      </p:sp>
      <p:sp>
        <p:nvSpPr>
          <p:cNvPr id="284" name="TextBox 283">
            <a:extLst>
              <a:ext uri="{FF2B5EF4-FFF2-40B4-BE49-F238E27FC236}">
                <a16:creationId xmlns:a16="http://schemas.microsoft.com/office/drawing/2014/main" id="{01DD0F52-0C73-9181-AADA-746B0F4EB196}"/>
              </a:ext>
            </a:extLst>
          </p:cNvPr>
          <p:cNvSpPr txBox="1"/>
          <p:nvPr/>
        </p:nvSpPr>
        <p:spPr>
          <a:xfrm>
            <a:off x="2738120" y="4064728"/>
            <a:ext cx="6878320" cy="646331"/>
          </a:xfrm>
          <a:prstGeom prst="rect">
            <a:avLst/>
          </a:prstGeom>
          <a:noFill/>
          <a:ln>
            <a:noFill/>
          </a:ln>
        </p:spPr>
        <p:txBody>
          <a:bodyPr wrap="square">
            <a:spAutoFit/>
          </a:bodyPr>
          <a:lstStyle/>
          <a:p>
            <a:r>
              <a:rPr lang="en-GB" sz="3600" b="1">
                <a:latin typeface="Univers Condensed"/>
              </a:rPr>
              <a:t>Evaluation &amp; Modelling</a:t>
            </a:r>
          </a:p>
        </p:txBody>
      </p:sp>
      <p:sp>
        <p:nvSpPr>
          <p:cNvPr id="285" name="TextBox 284">
            <a:extLst>
              <a:ext uri="{FF2B5EF4-FFF2-40B4-BE49-F238E27FC236}">
                <a16:creationId xmlns:a16="http://schemas.microsoft.com/office/drawing/2014/main" id="{3E5235F2-7ADD-81EF-E9BA-739B20980FAF}"/>
              </a:ext>
            </a:extLst>
          </p:cNvPr>
          <p:cNvSpPr txBox="1"/>
          <p:nvPr/>
        </p:nvSpPr>
        <p:spPr>
          <a:xfrm>
            <a:off x="3409441" y="4769587"/>
            <a:ext cx="6878320" cy="646331"/>
          </a:xfrm>
          <a:prstGeom prst="rect">
            <a:avLst/>
          </a:prstGeom>
          <a:noFill/>
          <a:ln>
            <a:noFill/>
          </a:ln>
        </p:spPr>
        <p:txBody>
          <a:bodyPr wrap="square">
            <a:spAutoFit/>
          </a:bodyPr>
          <a:lstStyle/>
          <a:p>
            <a:r>
              <a:rPr lang="en-GB" sz="3600" b="1">
                <a:latin typeface="Univers Condensed"/>
              </a:rPr>
              <a:t>Discussion</a:t>
            </a:r>
          </a:p>
        </p:txBody>
      </p:sp>
      <p:sp>
        <p:nvSpPr>
          <p:cNvPr id="286" name="TextBox 285">
            <a:extLst>
              <a:ext uri="{FF2B5EF4-FFF2-40B4-BE49-F238E27FC236}">
                <a16:creationId xmlns:a16="http://schemas.microsoft.com/office/drawing/2014/main" id="{1BA364F2-C6F6-E5FF-03E2-A1BA1114CD74}"/>
              </a:ext>
            </a:extLst>
          </p:cNvPr>
          <p:cNvSpPr txBox="1"/>
          <p:nvPr/>
        </p:nvSpPr>
        <p:spPr>
          <a:xfrm>
            <a:off x="2700475" y="5445067"/>
            <a:ext cx="6878320" cy="646331"/>
          </a:xfrm>
          <a:prstGeom prst="rect">
            <a:avLst/>
          </a:prstGeom>
          <a:noFill/>
          <a:ln>
            <a:noFill/>
          </a:ln>
        </p:spPr>
        <p:txBody>
          <a:bodyPr wrap="square">
            <a:spAutoFit/>
          </a:bodyPr>
          <a:lstStyle/>
          <a:p>
            <a:r>
              <a:rPr lang="en-GB" sz="3600" b="1">
                <a:latin typeface="Univers Condensed"/>
              </a:rPr>
              <a:t>Conclusion</a:t>
            </a:r>
          </a:p>
        </p:txBody>
      </p:sp>
      <p:sp>
        <p:nvSpPr>
          <p:cNvPr id="2" name="Rectangle 1">
            <a:extLst>
              <a:ext uri="{FF2B5EF4-FFF2-40B4-BE49-F238E27FC236}">
                <a16:creationId xmlns:a16="http://schemas.microsoft.com/office/drawing/2014/main" id="{66569A99-3F8B-B0F1-BA2D-AF7E1158B44E}"/>
              </a:ext>
            </a:extLst>
          </p:cNvPr>
          <p:cNvSpPr/>
          <p:nvPr/>
        </p:nvSpPr>
        <p:spPr>
          <a:xfrm>
            <a:off x="7880292" y="1289571"/>
            <a:ext cx="2476050" cy="44736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F697FF5A-42E9-9413-F87B-7C1E24CFCE63}"/>
              </a:ext>
            </a:extLst>
          </p:cNvPr>
          <p:cNvSpPr txBox="1"/>
          <p:nvPr/>
        </p:nvSpPr>
        <p:spPr>
          <a:xfrm>
            <a:off x="2656840" y="1302434"/>
            <a:ext cx="6878320" cy="646331"/>
          </a:xfrm>
          <a:prstGeom prst="rect">
            <a:avLst/>
          </a:prstGeom>
          <a:noFill/>
          <a:ln>
            <a:noFill/>
          </a:ln>
        </p:spPr>
        <p:txBody>
          <a:bodyPr wrap="square">
            <a:spAutoFit/>
          </a:bodyPr>
          <a:lstStyle/>
          <a:p>
            <a:r>
              <a:rPr lang="en-GB" sz="3600" b="1">
                <a:latin typeface="Univers Condensed"/>
              </a:rPr>
              <a:t>Background</a:t>
            </a:r>
            <a:endParaRPr lang="en-AU" sz="3600" b="1"/>
          </a:p>
        </p:txBody>
      </p:sp>
      <p:cxnSp>
        <p:nvCxnSpPr>
          <p:cNvPr id="3" name="Straight Connector 2">
            <a:extLst>
              <a:ext uri="{FF2B5EF4-FFF2-40B4-BE49-F238E27FC236}">
                <a16:creationId xmlns:a16="http://schemas.microsoft.com/office/drawing/2014/main" id="{F353DF56-15D6-475A-DAC5-19E22F775426}"/>
              </a:ext>
            </a:extLst>
          </p:cNvPr>
          <p:cNvCxnSpPr>
            <a:cxnSpLocks/>
          </p:cNvCxnSpPr>
          <p:nvPr/>
        </p:nvCxnSpPr>
        <p:spPr>
          <a:xfrm>
            <a:off x="7859210" y="1302434"/>
            <a:ext cx="0" cy="4473663"/>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8050D822-D05E-0482-81E2-F1128D3A3CF0}"/>
              </a:ext>
            </a:extLst>
          </p:cNvPr>
          <p:cNvSpPr/>
          <p:nvPr/>
        </p:nvSpPr>
        <p:spPr>
          <a:xfrm>
            <a:off x="7834935" y="4820121"/>
            <a:ext cx="45719" cy="5243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438A107E-4195-BBCD-62DF-F72D684A1360}"/>
              </a:ext>
            </a:extLst>
          </p:cNvPr>
          <p:cNvSpPr txBox="1"/>
          <p:nvPr/>
        </p:nvSpPr>
        <p:spPr>
          <a:xfrm>
            <a:off x="1928368" y="109476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1</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7" name="Google Shape;962;p41">
            <a:extLst>
              <a:ext uri="{FF2B5EF4-FFF2-40B4-BE49-F238E27FC236}">
                <a16:creationId xmlns:a16="http://schemas.microsoft.com/office/drawing/2014/main" id="{7B51EA65-68EB-4C2D-8628-BF503F8544A9}"/>
              </a:ext>
            </a:extLst>
          </p:cNvPr>
          <p:cNvSpPr txBox="1">
            <a:spLocks noGrp="1"/>
          </p:cNvSpPr>
          <p:nvPr/>
        </p:nvSpPr>
        <p:spPr>
          <a:xfrm>
            <a:off x="8095762" y="2839485"/>
            <a:ext cx="3248620"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4400">
                <a:solidFill>
                  <a:srgbClr val="434377"/>
                </a:solidFill>
                <a:latin typeface="Bebas Neue"/>
              </a:rPr>
              <a:t>Section 6: </a:t>
            </a:r>
          </a:p>
          <a:p>
            <a:r>
              <a:rPr lang="en-US" altLang="zh-CN" sz="6600">
                <a:solidFill>
                  <a:srgbClr val="434377"/>
                </a:solidFill>
                <a:latin typeface="Bebas Neue"/>
              </a:rPr>
              <a:t>Discussion</a:t>
            </a:r>
            <a:endParaRPr lang="en" sz="6600">
              <a:solidFill>
                <a:srgbClr val="434377"/>
              </a:solidFill>
              <a:latin typeface="Bebas Neue"/>
            </a:endParaRPr>
          </a:p>
        </p:txBody>
      </p:sp>
    </p:spTree>
    <p:extLst>
      <p:ext uri="{BB962C8B-B14F-4D97-AF65-F5344CB8AC3E}">
        <p14:creationId xmlns:p14="http://schemas.microsoft.com/office/powerpoint/2010/main" val="32805113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876F2F1-3EE9-D51D-90C2-CC2839F13FDF}"/>
              </a:ext>
            </a:extLst>
          </p:cNvPr>
          <p:cNvSpPr/>
          <p:nvPr/>
        </p:nvSpPr>
        <p:spPr>
          <a:xfrm>
            <a:off x="794214" y="4355690"/>
            <a:ext cx="10577746" cy="780114"/>
          </a:xfrm>
          <a:prstGeom prst="rect">
            <a:avLst/>
          </a:prstGeom>
          <a:solidFill>
            <a:schemeClr val="bg2">
              <a:alpha val="6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D07A1C7E-BE7F-A70F-0B88-46C4EF8A3C2F}"/>
              </a:ext>
            </a:extLst>
          </p:cNvPr>
          <p:cNvSpPr/>
          <p:nvPr/>
        </p:nvSpPr>
        <p:spPr>
          <a:xfrm>
            <a:off x="794216" y="2479215"/>
            <a:ext cx="10577744" cy="708801"/>
          </a:xfrm>
          <a:prstGeom prst="rect">
            <a:avLst/>
          </a:prstGeom>
          <a:solidFill>
            <a:schemeClr val="bg2">
              <a:alpha val="6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3E5BB18A-6FE8-8756-C3FC-ECD31C1310D0}"/>
              </a:ext>
            </a:extLst>
          </p:cNvPr>
          <p:cNvSpPr/>
          <p:nvPr/>
        </p:nvSpPr>
        <p:spPr>
          <a:xfrm>
            <a:off x="794216" y="3385494"/>
            <a:ext cx="10577744" cy="720000"/>
          </a:xfrm>
          <a:prstGeom prst="rect">
            <a:avLst/>
          </a:prstGeom>
          <a:solidFill>
            <a:schemeClr val="bg2">
              <a:alpha val="6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Rectangle 10">
            <a:extLst>
              <a:ext uri="{FF2B5EF4-FFF2-40B4-BE49-F238E27FC236}">
                <a16:creationId xmlns:a16="http://schemas.microsoft.com/office/drawing/2014/main" id="{25997FD5-81F3-F664-F734-4A0BF847D14E}"/>
              </a:ext>
            </a:extLst>
          </p:cNvPr>
          <p:cNvSpPr/>
          <p:nvPr/>
        </p:nvSpPr>
        <p:spPr>
          <a:xfrm>
            <a:off x="794214" y="1606559"/>
            <a:ext cx="10577744" cy="720000"/>
          </a:xfrm>
          <a:prstGeom prst="rect">
            <a:avLst/>
          </a:prstGeom>
          <a:solidFill>
            <a:schemeClr val="bg2">
              <a:alpha val="6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Google Shape;472;p31">
            <a:extLst>
              <a:ext uri="{FF2B5EF4-FFF2-40B4-BE49-F238E27FC236}">
                <a16:creationId xmlns:a16="http://schemas.microsoft.com/office/drawing/2014/main" id="{913935EE-C274-5A3E-5D69-2E0DACA10225}"/>
              </a:ext>
            </a:extLst>
          </p:cNvPr>
          <p:cNvSpPr txBox="1">
            <a:spLocks noGrp="1"/>
          </p:cNvSpPr>
          <p:nvPr/>
        </p:nvSpPr>
        <p:spPr>
          <a:xfrm>
            <a:off x="1697236" y="1743342"/>
            <a:ext cx="8328477" cy="502186"/>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1400"/>
              <a:buFont typeface="Nunito"/>
              <a:buNone/>
              <a:defRPr sz="1867" b="0" kern="1200" cap="all" spc="30" baseline="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r>
              <a:rPr lang="en" sz="1850" cap="none">
                <a:latin typeface="Univers Condensed"/>
              </a:rPr>
              <a:t>What are the significant factors influences the rent for the property?</a:t>
            </a:r>
            <a:endParaRPr lang="en-US" cap="none">
              <a:latin typeface="Univers Condensed"/>
            </a:endParaRPr>
          </a:p>
        </p:txBody>
      </p:sp>
      <p:sp>
        <p:nvSpPr>
          <p:cNvPr id="13" name="Google Shape;475;p31">
            <a:extLst>
              <a:ext uri="{FF2B5EF4-FFF2-40B4-BE49-F238E27FC236}">
                <a16:creationId xmlns:a16="http://schemas.microsoft.com/office/drawing/2014/main" id="{A4C9EDB8-0FEE-D633-6524-F46023F08383}"/>
              </a:ext>
            </a:extLst>
          </p:cNvPr>
          <p:cNvSpPr txBox="1">
            <a:spLocks noGrp="1"/>
          </p:cNvSpPr>
          <p:nvPr/>
        </p:nvSpPr>
        <p:spPr>
          <a:xfrm>
            <a:off x="1697235" y="2622822"/>
            <a:ext cx="8328477" cy="387430"/>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1400"/>
              <a:buFont typeface="Nunito"/>
              <a:buNone/>
              <a:defRPr sz="1867" b="0" kern="1200" cap="all" spc="30" baseline="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r>
              <a:rPr lang="en" sz="1850" cap="none">
                <a:latin typeface="Univers Condensed"/>
              </a:rPr>
              <a:t>How to predict the movement of rental in future years based on previous trends?</a:t>
            </a:r>
            <a:endParaRPr lang="en-US" sz="1850" cap="none">
              <a:latin typeface="Univers Condensed"/>
            </a:endParaRPr>
          </a:p>
        </p:txBody>
      </p:sp>
      <p:sp>
        <p:nvSpPr>
          <p:cNvPr id="14" name="Google Shape;478;p31">
            <a:extLst>
              <a:ext uri="{FF2B5EF4-FFF2-40B4-BE49-F238E27FC236}">
                <a16:creationId xmlns:a16="http://schemas.microsoft.com/office/drawing/2014/main" id="{D024D6AC-D96D-58A7-8BB7-3A3315A343E3}"/>
              </a:ext>
            </a:extLst>
          </p:cNvPr>
          <p:cNvSpPr txBox="1">
            <a:spLocks noGrp="1"/>
          </p:cNvSpPr>
          <p:nvPr/>
        </p:nvSpPr>
        <p:spPr>
          <a:xfrm>
            <a:off x="1711514" y="3465095"/>
            <a:ext cx="9683424" cy="1004400"/>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1400"/>
              <a:buFont typeface="Nunito"/>
              <a:buNone/>
              <a:defRPr sz="1867" b="0" kern="1200" cap="all" spc="30" baseline="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r>
              <a:rPr lang="en" sz="1850" cap="none">
                <a:latin typeface="Univers Condensed"/>
              </a:rPr>
              <a:t>How to find the most suitable rental area (or property name, type etc.) to be invested, or rented?</a:t>
            </a:r>
            <a:endParaRPr lang="en-US" sz="1850" cap="none">
              <a:latin typeface="Univers Condensed"/>
            </a:endParaRPr>
          </a:p>
        </p:txBody>
      </p:sp>
      <p:sp>
        <p:nvSpPr>
          <p:cNvPr id="15" name="Google Shape;481;p31">
            <a:extLst>
              <a:ext uri="{FF2B5EF4-FFF2-40B4-BE49-F238E27FC236}">
                <a16:creationId xmlns:a16="http://schemas.microsoft.com/office/drawing/2014/main" id="{36C8F74A-679C-EFAB-0650-727C16FDE312}"/>
              </a:ext>
            </a:extLst>
          </p:cNvPr>
          <p:cNvSpPr txBox="1">
            <a:spLocks noGrp="1"/>
          </p:cNvSpPr>
          <p:nvPr/>
        </p:nvSpPr>
        <p:spPr>
          <a:xfrm>
            <a:off x="1697235" y="4493889"/>
            <a:ext cx="8944162" cy="1004400"/>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1400"/>
              <a:buFont typeface="Nunito"/>
              <a:buNone/>
              <a:defRPr sz="1867" b="0" kern="1200" cap="all" spc="30" baseline="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r>
              <a:rPr lang="en" sz="1850" cap="none">
                <a:latin typeface="Univers Condensed"/>
              </a:rPr>
              <a:t>For property developers, where to potentially build a new housing area?</a:t>
            </a:r>
            <a:endParaRPr lang="en-US" sz="1850" cap="none">
              <a:latin typeface="Univers Condensed"/>
            </a:endParaRPr>
          </a:p>
        </p:txBody>
      </p:sp>
      <p:sp>
        <p:nvSpPr>
          <p:cNvPr id="16" name="Title 10">
            <a:extLst>
              <a:ext uri="{FF2B5EF4-FFF2-40B4-BE49-F238E27FC236}">
                <a16:creationId xmlns:a16="http://schemas.microsoft.com/office/drawing/2014/main" id="{73FFABE1-5C8D-EE11-FC76-B09F052490D2}"/>
              </a:ext>
            </a:extLst>
          </p:cNvPr>
          <p:cNvSpPr>
            <a:spLocks noGrp="1"/>
          </p:cNvSpPr>
          <p:nvPr/>
        </p:nvSpPr>
        <p:spPr>
          <a:xfrm>
            <a:off x="604268" y="1555276"/>
            <a:ext cx="1102800" cy="708800"/>
          </a:xfrm>
          <a:prstGeom prst="rect">
            <a:avLst/>
          </a:prstGeom>
        </p:spPr>
        <p:txBody>
          <a:bodyPr spcFirstLastPara="1" vert="horz" wrap="square" lIns="91425" tIns="91425" rIns="91425" bIns="91425" rtlCol="0" anchor="ctr" anchorCtr="0">
            <a:noAutofit/>
          </a:bodyPr>
          <a:lstStyle>
            <a:lvl1pPr lvl="0" algn="r" defTabSz="914400" rtl="0" eaLnBrk="1" latinLnBrk="0" hangingPunct="1">
              <a:lnSpc>
                <a:spcPct val="100000"/>
              </a:lnSpc>
              <a:spcBef>
                <a:spcPts val="0"/>
              </a:spcBef>
              <a:spcAft>
                <a:spcPts val="0"/>
              </a:spcAft>
              <a:buSzPts val="3000"/>
              <a:buNone/>
              <a:defRPr sz="4933" b="0" kern="1200" cap="all" spc="30" baseline="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GB" sz="4900">
                <a:solidFill>
                  <a:srgbClr val="A27451"/>
                </a:solidFill>
                <a:latin typeface="Constantia"/>
              </a:rPr>
              <a:t>01</a:t>
            </a:r>
            <a:endParaRPr lang="en-GB">
              <a:solidFill>
                <a:srgbClr val="A27451"/>
              </a:solidFill>
              <a:latin typeface="Constantia"/>
            </a:endParaRPr>
          </a:p>
        </p:txBody>
      </p:sp>
      <p:sp>
        <p:nvSpPr>
          <p:cNvPr id="17" name="Title 14">
            <a:extLst>
              <a:ext uri="{FF2B5EF4-FFF2-40B4-BE49-F238E27FC236}">
                <a16:creationId xmlns:a16="http://schemas.microsoft.com/office/drawing/2014/main" id="{7331A955-2B7A-4481-F949-D79BBD5ED843}"/>
              </a:ext>
            </a:extLst>
          </p:cNvPr>
          <p:cNvSpPr>
            <a:spLocks noGrp="1"/>
          </p:cNvSpPr>
          <p:nvPr/>
        </p:nvSpPr>
        <p:spPr>
          <a:xfrm>
            <a:off x="618546" y="2416732"/>
            <a:ext cx="1102800" cy="708800"/>
          </a:xfrm>
          <a:prstGeom prst="rect">
            <a:avLst/>
          </a:prstGeom>
        </p:spPr>
        <p:txBody>
          <a:bodyPr spcFirstLastPara="1" vert="horz" wrap="square" lIns="91425" tIns="91425" rIns="91425" bIns="91425" rtlCol="0" anchor="ctr" anchorCtr="0">
            <a:noAutofit/>
          </a:bodyPr>
          <a:lstStyle>
            <a:lvl1pPr lvl="0" algn="r" defTabSz="914400" rtl="0" eaLnBrk="1" latinLnBrk="0" hangingPunct="1">
              <a:lnSpc>
                <a:spcPct val="100000"/>
              </a:lnSpc>
              <a:spcBef>
                <a:spcPts val="0"/>
              </a:spcBef>
              <a:spcAft>
                <a:spcPts val="0"/>
              </a:spcAft>
              <a:buSzPts val="3000"/>
              <a:buNone/>
              <a:defRPr sz="4933" b="0" kern="1200" cap="all" spc="30" baseline="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GB" sz="4900">
                <a:solidFill>
                  <a:srgbClr val="A27451"/>
                </a:solidFill>
                <a:latin typeface="Constantia"/>
              </a:rPr>
              <a:t>02</a:t>
            </a:r>
            <a:endParaRPr lang="en-GB">
              <a:solidFill>
                <a:srgbClr val="A27451"/>
              </a:solidFill>
              <a:latin typeface="Constantia"/>
            </a:endParaRPr>
          </a:p>
        </p:txBody>
      </p:sp>
      <p:sp>
        <p:nvSpPr>
          <p:cNvPr id="18" name="Title 18">
            <a:extLst>
              <a:ext uri="{FF2B5EF4-FFF2-40B4-BE49-F238E27FC236}">
                <a16:creationId xmlns:a16="http://schemas.microsoft.com/office/drawing/2014/main" id="{B246A2E8-705A-58F6-0267-343E5429F890}"/>
              </a:ext>
            </a:extLst>
          </p:cNvPr>
          <p:cNvSpPr>
            <a:spLocks noGrp="1"/>
          </p:cNvSpPr>
          <p:nvPr/>
        </p:nvSpPr>
        <p:spPr>
          <a:xfrm>
            <a:off x="610254" y="3278188"/>
            <a:ext cx="1102800" cy="708800"/>
          </a:xfrm>
          <a:prstGeom prst="rect">
            <a:avLst/>
          </a:prstGeom>
        </p:spPr>
        <p:txBody>
          <a:bodyPr spcFirstLastPara="1" vert="horz" wrap="square" lIns="91425" tIns="91425" rIns="91425" bIns="91425" rtlCol="0" anchor="ctr" anchorCtr="0">
            <a:noAutofit/>
          </a:bodyPr>
          <a:lstStyle>
            <a:lvl1pPr lvl="0" algn="r" defTabSz="914400" rtl="0" eaLnBrk="1" latinLnBrk="0" hangingPunct="1">
              <a:lnSpc>
                <a:spcPct val="100000"/>
              </a:lnSpc>
              <a:spcBef>
                <a:spcPts val="0"/>
              </a:spcBef>
              <a:spcAft>
                <a:spcPts val="0"/>
              </a:spcAft>
              <a:buSzPts val="3000"/>
              <a:buNone/>
              <a:defRPr sz="4933" b="0" kern="1200" cap="all" spc="30" baseline="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GB" sz="4900">
                <a:solidFill>
                  <a:srgbClr val="A27451"/>
                </a:solidFill>
                <a:latin typeface="Constantia"/>
              </a:rPr>
              <a:t>03</a:t>
            </a:r>
            <a:endParaRPr lang="en-GB">
              <a:solidFill>
                <a:srgbClr val="A27451"/>
              </a:solidFill>
              <a:latin typeface="Constantia"/>
            </a:endParaRPr>
          </a:p>
        </p:txBody>
      </p:sp>
      <p:sp>
        <p:nvSpPr>
          <p:cNvPr id="19" name="Title 22">
            <a:extLst>
              <a:ext uri="{FF2B5EF4-FFF2-40B4-BE49-F238E27FC236}">
                <a16:creationId xmlns:a16="http://schemas.microsoft.com/office/drawing/2014/main" id="{C9D7A9E3-D227-6E15-ED1D-292635D470E8}"/>
              </a:ext>
            </a:extLst>
          </p:cNvPr>
          <p:cNvSpPr>
            <a:spLocks noGrp="1"/>
          </p:cNvSpPr>
          <p:nvPr/>
        </p:nvSpPr>
        <p:spPr>
          <a:xfrm>
            <a:off x="618546" y="4270143"/>
            <a:ext cx="1102800" cy="708800"/>
          </a:xfrm>
          <a:prstGeom prst="rect">
            <a:avLst/>
          </a:prstGeom>
        </p:spPr>
        <p:txBody>
          <a:bodyPr spcFirstLastPara="1" vert="horz" wrap="square" lIns="91425" tIns="91425" rIns="91425" bIns="91425" rtlCol="0" anchor="ctr" anchorCtr="0">
            <a:noAutofit/>
          </a:bodyPr>
          <a:lstStyle>
            <a:lvl1pPr lvl="0" algn="r" defTabSz="914400" rtl="0" eaLnBrk="1" latinLnBrk="0" hangingPunct="1">
              <a:lnSpc>
                <a:spcPct val="100000"/>
              </a:lnSpc>
              <a:spcBef>
                <a:spcPts val="0"/>
              </a:spcBef>
              <a:spcAft>
                <a:spcPts val="0"/>
              </a:spcAft>
              <a:buSzPts val="3000"/>
              <a:buNone/>
              <a:defRPr sz="4933" b="0" kern="1200" cap="all" spc="30" baseline="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GB" sz="4900">
                <a:solidFill>
                  <a:srgbClr val="A27451"/>
                </a:solidFill>
                <a:latin typeface="Constantia"/>
              </a:rPr>
              <a:t>04</a:t>
            </a:r>
            <a:endParaRPr lang="en-GB">
              <a:solidFill>
                <a:srgbClr val="A27451"/>
              </a:solidFill>
              <a:latin typeface="Constantia"/>
            </a:endParaRPr>
          </a:p>
        </p:txBody>
      </p:sp>
      <p:sp>
        <p:nvSpPr>
          <p:cNvPr id="20" name="Google Shape;962;p41">
            <a:extLst>
              <a:ext uri="{FF2B5EF4-FFF2-40B4-BE49-F238E27FC236}">
                <a16:creationId xmlns:a16="http://schemas.microsoft.com/office/drawing/2014/main" id="{2E54C4E6-DA37-4ED4-5D8E-B6C10EF7C437}"/>
              </a:ext>
            </a:extLst>
          </p:cNvPr>
          <p:cNvSpPr txBox="1">
            <a:spLocks noGrp="1"/>
          </p:cNvSpPr>
          <p:nvPr/>
        </p:nvSpPr>
        <p:spPr>
          <a:xfrm>
            <a:off x="794216" y="121464"/>
            <a:ext cx="10600573" cy="704347"/>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US" altLang="zh-CN" sz="4000">
                <a:solidFill>
                  <a:srgbClr val="434377"/>
                </a:solidFill>
                <a:latin typeface="Bebas Neue"/>
              </a:rPr>
              <a:t>Section 6: Discussion</a:t>
            </a:r>
            <a:endParaRPr lang="en" sz="4000">
              <a:solidFill>
                <a:srgbClr val="434377"/>
              </a:solidFill>
              <a:latin typeface="Bebas Neue"/>
            </a:endParaRPr>
          </a:p>
        </p:txBody>
      </p:sp>
      <p:sp>
        <p:nvSpPr>
          <p:cNvPr id="22" name="TextBox 21">
            <a:extLst>
              <a:ext uri="{FF2B5EF4-FFF2-40B4-BE49-F238E27FC236}">
                <a16:creationId xmlns:a16="http://schemas.microsoft.com/office/drawing/2014/main" id="{444ACDB6-BEA9-52A0-C61A-F72FC3F3F8A0}"/>
              </a:ext>
            </a:extLst>
          </p:cNvPr>
          <p:cNvSpPr txBox="1"/>
          <p:nvPr/>
        </p:nvSpPr>
        <p:spPr>
          <a:xfrm>
            <a:off x="794216" y="964541"/>
            <a:ext cx="4161460" cy="369332"/>
          </a:xfrm>
          <a:prstGeom prst="rect">
            <a:avLst/>
          </a:prstGeom>
          <a:noFill/>
        </p:spPr>
        <p:txBody>
          <a:bodyPr wrap="none" rtlCol="0">
            <a:spAutoFit/>
          </a:bodyPr>
          <a:lstStyle/>
          <a:p>
            <a:r>
              <a:rPr lang="en-AU"/>
              <a:t>Recalling back questions from </a:t>
            </a:r>
            <a:r>
              <a:rPr lang="en-AU" b="1"/>
              <a:t>Section 2</a:t>
            </a:r>
            <a:r>
              <a:rPr lang="en-AU"/>
              <a:t>:</a:t>
            </a:r>
          </a:p>
        </p:txBody>
      </p:sp>
    </p:spTree>
    <p:extLst>
      <p:ext uri="{BB962C8B-B14F-4D97-AF65-F5344CB8AC3E}">
        <p14:creationId xmlns:p14="http://schemas.microsoft.com/office/powerpoint/2010/main" val="3941603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41" name="Rectangle 40">
            <a:extLst>
              <a:ext uri="{FF2B5EF4-FFF2-40B4-BE49-F238E27FC236}">
                <a16:creationId xmlns:a16="http://schemas.microsoft.com/office/drawing/2014/main" id="{1282B490-22DF-6B91-2D45-532230136C2C}"/>
              </a:ext>
            </a:extLst>
          </p:cNvPr>
          <p:cNvSpPr/>
          <p:nvPr/>
        </p:nvSpPr>
        <p:spPr>
          <a:xfrm>
            <a:off x="794216" y="2479215"/>
            <a:ext cx="10470359" cy="7088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42" name="Google Shape;475;p31">
            <a:extLst>
              <a:ext uri="{FF2B5EF4-FFF2-40B4-BE49-F238E27FC236}">
                <a16:creationId xmlns:a16="http://schemas.microsoft.com/office/drawing/2014/main" id="{4AF91B40-0F92-4F47-7333-AE002E9F6DF2}"/>
              </a:ext>
            </a:extLst>
          </p:cNvPr>
          <p:cNvSpPr txBox="1">
            <a:spLocks noGrp="1"/>
          </p:cNvSpPr>
          <p:nvPr/>
        </p:nvSpPr>
        <p:spPr>
          <a:xfrm>
            <a:off x="1697235" y="2622822"/>
            <a:ext cx="8328477" cy="387430"/>
          </a:xfrm>
          <a:prstGeom prst="rect">
            <a:avLst/>
          </a:prstGeom>
          <a:noFill/>
          <a:ln>
            <a:noFill/>
          </a:ln>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1400"/>
              <a:buFont typeface="Nunito"/>
              <a:buNone/>
              <a:defRPr sz="1867" b="0" kern="1200" cap="all" spc="30" baseline="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r>
              <a:rPr lang="en" sz="1850" cap="none">
                <a:noFill/>
                <a:latin typeface="Univers Condensed"/>
              </a:rPr>
              <a:t>How to predict the movement of rental in future years based on previous trends?</a:t>
            </a:r>
            <a:endParaRPr lang="en-US" sz="1850" cap="none">
              <a:noFill/>
              <a:latin typeface="Univers Condensed"/>
            </a:endParaRPr>
          </a:p>
        </p:txBody>
      </p:sp>
      <p:sp>
        <p:nvSpPr>
          <p:cNvPr id="43" name="Title 14">
            <a:extLst>
              <a:ext uri="{FF2B5EF4-FFF2-40B4-BE49-F238E27FC236}">
                <a16:creationId xmlns:a16="http://schemas.microsoft.com/office/drawing/2014/main" id="{3B4BE77E-C0BC-AB99-0DAD-64B561C2762D}"/>
              </a:ext>
            </a:extLst>
          </p:cNvPr>
          <p:cNvSpPr>
            <a:spLocks noGrp="1"/>
          </p:cNvSpPr>
          <p:nvPr/>
        </p:nvSpPr>
        <p:spPr>
          <a:xfrm>
            <a:off x="618546" y="2416732"/>
            <a:ext cx="1102800" cy="708800"/>
          </a:xfrm>
          <a:prstGeom prst="rect">
            <a:avLst/>
          </a:prstGeom>
          <a:noFill/>
          <a:ln>
            <a:noFill/>
          </a:ln>
        </p:spPr>
        <p:txBody>
          <a:bodyPr spcFirstLastPara="1" vert="horz" wrap="square" lIns="91425" tIns="91425" rIns="91425" bIns="91425" rtlCol="0" anchor="ctr" anchorCtr="0">
            <a:noAutofit/>
          </a:bodyPr>
          <a:lstStyle>
            <a:lvl1pPr lvl="0" algn="r" defTabSz="914400" rtl="0" eaLnBrk="1" latinLnBrk="0" hangingPunct="1">
              <a:lnSpc>
                <a:spcPct val="100000"/>
              </a:lnSpc>
              <a:spcBef>
                <a:spcPts val="0"/>
              </a:spcBef>
              <a:spcAft>
                <a:spcPts val="0"/>
              </a:spcAft>
              <a:buSzPts val="3000"/>
              <a:buNone/>
              <a:defRPr sz="4933" b="0" kern="1200" cap="all" spc="30" baseline="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GB" sz="4900">
                <a:noFill/>
                <a:latin typeface="Constantia"/>
              </a:rPr>
              <a:t>02</a:t>
            </a:r>
            <a:endParaRPr lang="en-GB">
              <a:noFill/>
              <a:latin typeface="Constantia"/>
            </a:endParaRPr>
          </a:p>
        </p:txBody>
      </p:sp>
      <p:sp>
        <p:nvSpPr>
          <p:cNvPr id="23" name="Google Shape;962;p41">
            <a:extLst>
              <a:ext uri="{FF2B5EF4-FFF2-40B4-BE49-F238E27FC236}">
                <a16:creationId xmlns:a16="http://schemas.microsoft.com/office/drawing/2014/main" id="{0DFCE9A8-FC21-3965-3026-A75ED3F1AA94}"/>
              </a:ext>
            </a:extLst>
          </p:cNvPr>
          <p:cNvSpPr txBox="1">
            <a:spLocks noGrp="1"/>
          </p:cNvSpPr>
          <p:nvPr/>
        </p:nvSpPr>
        <p:spPr>
          <a:xfrm>
            <a:off x="794216" y="121464"/>
            <a:ext cx="10600573" cy="704347"/>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US" altLang="zh-CN" sz="4000">
                <a:solidFill>
                  <a:srgbClr val="434377"/>
                </a:solidFill>
                <a:latin typeface="Bebas Neue"/>
              </a:rPr>
              <a:t>Section 6: Discussion</a:t>
            </a:r>
            <a:endParaRPr lang="en" sz="4000">
              <a:solidFill>
                <a:srgbClr val="434377"/>
              </a:solidFill>
              <a:latin typeface="Bebas Neue"/>
            </a:endParaRPr>
          </a:p>
        </p:txBody>
      </p:sp>
      <p:sp>
        <p:nvSpPr>
          <p:cNvPr id="25" name="Google Shape;876;p36"/>
          <p:cNvSpPr txBox="1">
            <a:spLocks/>
          </p:cNvSpPr>
          <p:nvPr/>
        </p:nvSpPr>
        <p:spPr>
          <a:xfrm>
            <a:off x="921473" y="2122054"/>
            <a:ext cx="9671455" cy="2851894"/>
          </a:xfrm>
          <a:prstGeom prst="rect">
            <a:avLst/>
          </a:prstGeom>
        </p:spPr>
        <p:txBody>
          <a:bodyPr spcFirstLastPara="1" vert="horz" wrap="square" lIns="121900" tIns="121900" rIns="121900" bIns="121900" rtlCol="0" anchor="t"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9pPr>
          </a:lstStyle>
          <a:p>
            <a:r>
              <a:rPr lang="en-US" sz="1850">
                <a:latin typeface="Segoe UI"/>
              </a:rPr>
              <a:t>In this project, based on the result of f-test from multiple linear regression model, we found out the significant factors:</a:t>
            </a:r>
            <a:br>
              <a:rPr lang="en-US" sz="1850">
                <a:latin typeface="Segoe UI"/>
              </a:rPr>
            </a:br>
            <a:br>
              <a:rPr lang="en-US" sz="1850">
                <a:latin typeface="Segoe UI"/>
              </a:rPr>
            </a:br>
            <a:endParaRPr lang="en-US" sz="1850">
              <a:latin typeface="Segoe UI"/>
            </a:endParaRPr>
          </a:p>
        </p:txBody>
      </p:sp>
      <p:sp>
        <p:nvSpPr>
          <p:cNvPr id="26" name="TextBox 25">
            <a:extLst>
              <a:ext uri="{FF2B5EF4-FFF2-40B4-BE49-F238E27FC236}">
                <a16:creationId xmlns:a16="http://schemas.microsoft.com/office/drawing/2014/main" id="{C6D9C5EC-78AE-E321-F7F3-CF7FFA74CB04}"/>
              </a:ext>
            </a:extLst>
          </p:cNvPr>
          <p:cNvSpPr txBox="1"/>
          <p:nvPr/>
        </p:nvSpPr>
        <p:spPr>
          <a:xfrm>
            <a:off x="1299429" y="2942623"/>
            <a:ext cx="7828280" cy="2031325"/>
          </a:xfrm>
          <a:prstGeom prst="rect">
            <a:avLst/>
          </a:prstGeom>
          <a:noFill/>
        </p:spPr>
        <p:txBody>
          <a:bodyPr wrap="square" lIns="91440" tIns="45720" rIns="91440" bIns="45720" anchor="t">
            <a:spAutoFit/>
          </a:bodyPr>
          <a:lstStyle/>
          <a:p>
            <a:pPr marL="342900" indent="-342900">
              <a:buFont typeface="+mj-lt"/>
              <a:buAutoNum type="arabicPeriod"/>
            </a:pPr>
            <a:r>
              <a:rPr lang="en-US" err="1"/>
              <a:t>Completion_year</a:t>
            </a:r>
            <a:endParaRPr lang="en-US"/>
          </a:p>
          <a:p>
            <a:pPr marL="342900" indent="-342900">
              <a:buFont typeface="+mj-lt"/>
              <a:buAutoNum type="arabicPeriod"/>
            </a:pPr>
            <a:r>
              <a:rPr lang="en-US"/>
              <a:t>Rooms</a:t>
            </a:r>
          </a:p>
          <a:p>
            <a:pPr marL="342900" indent="-342900">
              <a:buFont typeface="+mj-lt"/>
              <a:buAutoNum type="arabicPeriod"/>
            </a:pPr>
            <a:r>
              <a:rPr lang="en-US"/>
              <a:t>Parking</a:t>
            </a:r>
          </a:p>
          <a:p>
            <a:pPr marL="342900" indent="-342900">
              <a:buFont typeface="+mj-lt"/>
              <a:buAutoNum type="arabicPeriod"/>
            </a:pPr>
            <a:r>
              <a:rPr lang="en-US"/>
              <a:t>Bathroom</a:t>
            </a:r>
          </a:p>
          <a:p>
            <a:pPr marL="342900" indent="-342900">
              <a:buFont typeface="+mj-lt"/>
              <a:buAutoNum type="arabicPeriod"/>
            </a:pPr>
            <a:r>
              <a:rPr lang="en-US"/>
              <a:t>Size</a:t>
            </a:r>
          </a:p>
          <a:p>
            <a:pPr marL="342900" indent="-342900">
              <a:buFont typeface="+mj-lt"/>
              <a:buAutoNum type="arabicPeriod"/>
            </a:pPr>
            <a:r>
              <a:rPr lang="en-US" err="1"/>
              <a:t>Facilities_num</a:t>
            </a:r>
            <a:r>
              <a:rPr lang="en-US"/>
              <a:t> (Number of facilities)</a:t>
            </a:r>
          </a:p>
          <a:p>
            <a:pPr marL="342900" indent="-342900">
              <a:buFont typeface="+mj-lt"/>
              <a:buAutoNum type="arabicPeriod"/>
            </a:pPr>
            <a:r>
              <a:rPr lang="en-US" err="1"/>
              <a:t>Distance_to_centre</a:t>
            </a:r>
            <a:r>
              <a:rPr lang="en-US"/>
              <a:t> (Distance of property to the </a:t>
            </a:r>
            <a:r>
              <a:rPr lang="en-US" err="1"/>
              <a:t>centre</a:t>
            </a:r>
            <a:r>
              <a:rPr lang="en-US"/>
              <a:t> of each urban)</a:t>
            </a:r>
            <a:endParaRPr lang="en-AU"/>
          </a:p>
        </p:txBody>
      </p:sp>
      <p:sp>
        <p:nvSpPr>
          <p:cNvPr id="27" name="Google Shape;472;p31">
            <a:extLst>
              <a:ext uri="{FF2B5EF4-FFF2-40B4-BE49-F238E27FC236}">
                <a16:creationId xmlns:a16="http://schemas.microsoft.com/office/drawing/2014/main" id="{3DF17A07-78D9-3A24-D22F-E2FF3E568648}"/>
              </a:ext>
            </a:extLst>
          </p:cNvPr>
          <p:cNvSpPr txBox="1">
            <a:spLocks noGrp="1"/>
          </p:cNvSpPr>
          <p:nvPr/>
        </p:nvSpPr>
        <p:spPr>
          <a:xfrm>
            <a:off x="1240756" y="1412925"/>
            <a:ext cx="9257852" cy="1004400"/>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1400"/>
              <a:buFont typeface="Nunito"/>
              <a:buNone/>
              <a:defRPr sz="1867" b="0" kern="1200" cap="all" spc="30" baseline="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r>
              <a:rPr lang="en" sz="2000" cap="none">
                <a:latin typeface="Univers Condensed"/>
              </a:rPr>
              <a:t>What are the significant factors influences the rent for the property?</a:t>
            </a:r>
            <a:endParaRPr lang="en-US" sz="2000" cap="none">
              <a:latin typeface="Univers Condensed"/>
            </a:endParaRPr>
          </a:p>
        </p:txBody>
      </p:sp>
      <p:sp>
        <p:nvSpPr>
          <p:cNvPr id="28" name="Title 10">
            <a:extLst>
              <a:ext uri="{FF2B5EF4-FFF2-40B4-BE49-F238E27FC236}">
                <a16:creationId xmlns:a16="http://schemas.microsoft.com/office/drawing/2014/main" id="{A80D0455-2A60-A29B-B5B8-029FF739FE3B}"/>
              </a:ext>
            </a:extLst>
          </p:cNvPr>
          <p:cNvSpPr>
            <a:spLocks noGrp="1"/>
          </p:cNvSpPr>
          <p:nvPr/>
        </p:nvSpPr>
        <p:spPr>
          <a:xfrm>
            <a:off x="196629" y="1216282"/>
            <a:ext cx="1102800" cy="708800"/>
          </a:xfrm>
          <a:prstGeom prst="rect">
            <a:avLst/>
          </a:prstGeom>
        </p:spPr>
        <p:txBody>
          <a:bodyPr spcFirstLastPara="1" vert="horz" wrap="square" lIns="91425" tIns="91425" rIns="91425" bIns="91425" rtlCol="0" anchor="ctr" anchorCtr="0">
            <a:noAutofit/>
          </a:bodyPr>
          <a:lstStyle>
            <a:lvl1pPr lvl="0" algn="r" defTabSz="914400" rtl="0" eaLnBrk="1" latinLnBrk="0" hangingPunct="1">
              <a:lnSpc>
                <a:spcPct val="100000"/>
              </a:lnSpc>
              <a:spcBef>
                <a:spcPts val="0"/>
              </a:spcBef>
              <a:spcAft>
                <a:spcPts val="0"/>
              </a:spcAft>
              <a:buSzPts val="3000"/>
              <a:buNone/>
              <a:defRPr sz="4933" b="0" kern="1200" cap="all" spc="30" baseline="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GB" sz="4800">
                <a:solidFill>
                  <a:srgbClr val="A27451"/>
                </a:solidFill>
                <a:latin typeface="Constantia"/>
              </a:rPr>
              <a:t>01</a:t>
            </a:r>
            <a:endParaRPr lang="en-GB" sz="6000">
              <a:solidFill>
                <a:srgbClr val="A27451"/>
              </a:solidFill>
              <a:latin typeface="Constantia"/>
            </a:endParaRPr>
          </a:p>
        </p:txBody>
      </p:sp>
    </p:spTree>
    <p:extLst>
      <p:ext uri="{BB962C8B-B14F-4D97-AF65-F5344CB8AC3E}">
        <p14:creationId xmlns:p14="http://schemas.microsoft.com/office/powerpoint/2010/main" val="253871479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6" name="Rectangle 5">
            <a:extLst>
              <a:ext uri="{FF2B5EF4-FFF2-40B4-BE49-F238E27FC236}">
                <a16:creationId xmlns:a16="http://schemas.microsoft.com/office/drawing/2014/main" id="{F0F2F677-F0E9-FBCF-7842-F981E1911790}"/>
              </a:ext>
            </a:extLst>
          </p:cNvPr>
          <p:cNvSpPr/>
          <p:nvPr/>
        </p:nvSpPr>
        <p:spPr>
          <a:xfrm>
            <a:off x="794216" y="3385494"/>
            <a:ext cx="10577744" cy="72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7" name="Google Shape;478;p31">
            <a:extLst>
              <a:ext uri="{FF2B5EF4-FFF2-40B4-BE49-F238E27FC236}">
                <a16:creationId xmlns:a16="http://schemas.microsoft.com/office/drawing/2014/main" id="{61ECBD98-1E47-9EC7-4303-4F00C3806B25}"/>
              </a:ext>
            </a:extLst>
          </p:cNvPr>
          <p:cNvSpPr txBox="1">
            <a:spLocks noGrp="1"/>
          </p:cNvSpPr>
          <p:nvPr/>
        </p:nvSpPr>
        <p:spPr>
          <a:xfrm>
            <a:off x="1711514" y="3465095"/>
            <a:ext cx="9683424" cy="1004400"/>
          </a:xfrm>
          <a:prstGeom prst="rect">
            <a:avLst/>
          </a:prstGeom>
          <a:noFill/>
          <a:ln>
            <a:noFill/>
          </a:ln>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1400"/>
              <a:buFont typeface="Nunito"/>
              <a:buNone/>
              <a:defRPr sz="1867" b="0" kern="1200" cap="all" spc="30" baseline="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r>
              <a:rPr lang="en" sz="1850" cap="none">
                <a:noFill/>
                <a:latin typeface="Univers Condensed"/>
              </a:rPr>
              <a:t>How to find the most suitable rental area (or property name, type etc.) to be invested, or rented?</a:t>
            </a:r>
            <a:endParaRPr lang="en-US" sz="1850" cap="none">
              <a:noFill/>
              <a:latin typeface="Univers Condensed"/>
            </a:endParaRPr>
          </a:p>
        </p:txBody>
      </p:sp>
      <p:sp>
        <p:nvSpPr>
          <p:cNvPr id="9" name="Title 18">
            <a:extLst>
              <a:ext uri="{FF2B5EF4-FFF2-40B4-BE49-F238E27FC236}">
                <a16:creationId xmlns:a16="http://schemas.microsoft.com/office/drawing/2014/main" id="{42E35635-B738-05EA-A6FA-719C616959BA}"/>
              </a:ext>
            </a:extLst>
          </p:cNvPr>
          <p:cNvSpPr>
            <a:spLocks noGrp="1"/>
          </p:cNvSpPr>
          <p:nvPr/>
        </p:nvSpPr>
        <p:spPr>
          <a:xfrm>
            <a:off x="610254" y="3278188"/>
            <a:ext cx="1102800" cy="708800"/>
          </a:xfrm>
          <a:prstGeom prst="rect">
            <a:avLst/>
          </a:prstGeom>
          <a:noFill/>
          <a:ln>
            <a:noFill/>
          </a:ln>
        </p:spPr>
        <p:txBody>
          <a:bodyPr spcFirstLastPara="1" vert="horz" wrap="square" lIns="91425" tIns="91425" rIns="91425" bIns="91425" rtlCol="0" anchor="ctr" anchorCtr="0">
            <a:noAutofit/>
          </a:bodyPr>
          <a:lstStyle>
            <a:lvl1pPr lvl="0" algn="r" defTabSz="914400" rtl="0" eaLnBrk="1" latinLnBrk="0" hangingPunct="1">
              <a:lnSpc>
                <a:spcPct val="100000"/>
              </a:lnSpc>
              <a:spcBef>
                <a:spcPts val="0"/>
              </a:spcBef>
              <a:spcAft>
                <a:spcPts val="0"/>
              </a:spcAft>
              <a:buSzPts val="3000"/>
              <a:buNone/>
              <a:defRPr sz="4933" b="0" kern="1200" cap="all" spc="30" baseline="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GB" sz="4900">
                <a:noFill/>
                <a:latin typeface="Constantia"/>
              </a:rPr>
              <a:t>03</a:t>
            </a:r>
            <a:endParaRPr lang="en-GB">
              <a:noFill/>
              <a:latin typeface="Constantia"/>
            </a:endParaRPr>
          </a:p>
        </p:txBody>
      </p:sp>
      <p:sp>
        <p:nvSpPr>
          <p:cNvPr id="880" name="Google Shape;880;p36"/>
          <p:cNvSpPr/>
          <p:nvPr/>
        </p:nvSpPr>
        <p:spPr>
          <a:xfrm rot="8619804">
            <a:off x="910596" y="1224077"/>
            <a:ext cx="5600" cy="19648"/>
          </a:xfrm>
          <a:custGeom>
            <a:avLst/>
            <a:gdLst/>
            <a:ahLst/>
            <a:cxnLst/>
            <a:rect l="l" t="t" r="r" b="b"/>
            <a:pathLst>
              <a:path w="112" h="393" extrusionOk="0">
                <a:moveTo>
                  <a:pt x="20" y="0"/>
                </a:moveTo>
                <a:cubicBezTo>
                  <a:pt x="8" y="0"/>
                  <a:pt x="1" y="47"/>
                  <a:pt x="5" y="183"/>
                </a:cubicBezTo>
                <a:cubicBezTo>
                  <a:pt x="7" y="120"/>
                  <a:pt x="11" y="96"/>
                  <a:pt x="17" y="96"/>
                </a:cubicBezTo>
                <a:cubicBezTo>
                  <a:pt x="38" y="96"/>
                  <a:pt x="78" y="393"/>
                  <a:pt x="98" y="393"/>
                </a:cubicBezTo>
                <a:cubicBezTo>
                  <a:pt x="106" y="393"/>
                  <a:pt x="112" y="347"/>
                  <a:pt x="112" y="219"/>
                </a:cubicBezTo>
                <a:lnTo>
                  <a:pt x="112" y="219"/>
                </a:lnTo>
                <a:cubicBezTo>
                  <a:pt x="111" y="221"/>
                  <a:pt x="110" y="222"/>
                  <a:pt x="110" y="222"/>
                </a:cubicBezTo>
                <a:cubicBezTo>
                  <a:pt x="97" y="222"/>
                  <a:pt x="47" y="0"/>
                  <a:pt x="20"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1" name="Google Shape;881;p36"/>
          <p:cNvSpPr/>
          <p:nvPr/>
        </p:nvSpPr>
        <p:spPr>
          <a:xfrm rot="8619804">
            <a:off x="768170" y="1318910"/>
            <a:ext cx="649" cy="900"/>
          </a:xfrm>
          <a:custGeom>
            <a:avLst/>
            <a:gdLst/>
            <a:ahLst/>
            <a:cxnLst/>
            <a:rect l="l" t="t" r="r" b="b"/>
            <a:pathLst>
              <a:path w="13" h="18" extrusionOk="0">
                <a:moveTo>
                  <a:pt x="1" y="0"/>
                </a:moveTo>
                <a:cubicBezTo>
                  <a:pt x="1" y="9"/>
                  <a:pt x="7" y="17"/>
                  <a:pt x="10" y="17"/>
                </a:cubicBezTo>
                <a:cubicBezTo>
                  <a:pt x="12" y="17"/>
                  <a:pt x="13" y="16"/>
                  <a:pt x="13" y="12"/>
                </a:cubicBezTo>
                <a:cubicBezTo>
                  <a:pt x="13" y="12"/>
                  <a:pt x="13" y="0"/>
                  <a:pt x="1"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2" name="Google Shape;882;p36"/>
          <p:cNvSpPr/>
          <p:nvPr/>
        </p:nvSpPr>
        <p:spPr>
          <a:xfrm rot="8619804">
            <a:off x="763697" y="1306964"/>
            <a:ext cx="649" cy="649"/>
          </a:xfrm>
          <a:custGeom>
            <a:avLst/>
            <a:gdLst/>
            <a:ahLst/>
            <a:cxnLst/>
            <a:rect l="l" t="t" r="r" b="b"/>
            <a:pathLst>
              <a:path w="13" h="13" extrusionOk="0">
                <a:moveTo>
                  <a:pt x="12" y="0"/>
                </a:moveTo>
                <a:cubicBezTo>
                  <a:pt x="12" y="0"/>
                  <a:pt x="0" y="12"/>
                  <a:pt x="12" y="12"/>
                </a:cubicBezTo>
                <a:lnTo>
                  <a:pt x="12" y="0"/>
                </a:ln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3" name="Google Shape;883;p36"/>
          <p:cNvSpPr/>
          <p:nvPr/>
        </p:nvSpPr>
        <p:spPr>
          <a:xfrm rot="8619804">
            <a:off x="753392" y="1285966"/>
            <a:ext cx="49" cy="649"/>
          </a:xfrm>
          <a:custGeom>
            <a:avLst/>
            <a:gdLst/>
            <a:ahLst/>
            <a:cxnLst/>
            <a:rect l="l" t="t" r="r" b="b"/>
            <a:pathLst>
              <a:path w="1" h="13" extrusionOk="0">
                <a:moveTo>
                  <a:pt x="1" y="13"/>
                </a:moveTo>
                <a:lnTo>
                  <a:pt x="1" y="13"/>
                </a:lnTo>
                <a:cubicBezTo>
                  <a:pt x="1" y="1"/>
                  <a:pt x="1" y="13"/>
                  <a:pt x="1" y="13"/>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4" name="Google Shape;884;p36"/>
          <p:cNvSpPr/>
          <p:nvPr/>
        </p:nvSpPr>
        <p:spPr>
          <a:xfrm rot="8619804">
            <a:off x="666811" y="1105030"/>
            <a:ext cx="6000" cy="2649"/>
          </a:xfrm>
          <a:custGeom>
            <a:avLst/>
            <a:gdLst/>
            <a:ahLst/>
            <a:cxnLst/>
            <a:rect l="l" t="t" r="r" b="b"/>
            <a:pathLst>
              <a:path w="120" h="53" extrusionOk="0">
                <a:moveTo>
                  <a:pt x="33" y="0"/>
                </a:moveTo>
                <a:cubicBezTo>
                  <a:pt x="19" y="0"/>
                  <a:pt x="8" y="6"/>
                  <a:pt x="1" y="24"/>
                </a:cubicBezTo>
                <a:cubicBezTo>
                  <a:pt x="8" y="16"/>
                  <a:pt x="15" y="13"/>
                  <a:pt x="21" y="13"/>
                </a:cubicBezTo>
                <a:cubicBezTo>
                  <a:pt x="44" y="13"/>
                  <a:pt x="58" y="53"/>
                  <a:pt x="82" y="53"/>
                </a:cubicBezTo>
                <a:cubicBezTo>
                  <a:pt x="93" y="53"/>
                  <a:pt x="105" y="45"/>
                  <a:pt x="120" y="24"/>
                </a:cubicBezTo>
                <a:lnTo>
                  <a:pt x="120" y="24"/>
                </a:lnTo>
                <a:cubicBezTo>
                  <a:pt x="118" y="25"/>
                  <a:pt x="116" y="25"/>
                  <a:pt x="113" y="25"/>
                </a:cubicBezTo>
                <a:cubicBezTo>
                  <a:pt x="94" y="25"/>
                  <a:pt x="60" y="0"/>
                  <a:pt x="33"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5" name="Google Shape;885;p36"/>
          <p:cNvSpPr/>
          <p:nvPr/>
        </p:nvSpPr>
        <p:spPr>
          <a:xfrm rot="8619804">
            <a:off x="696277" y="1221914"/>
            <a:ext cx="1249" cy="1249"/>
          </a:xfrm>
          <a:custGeom>
            <a:avLst/>
            <a:gdLst/>
            <a:ahLst/>
            <a:cxnLst/>
            <a:rect l="l" t="t" r="r" b="b"/>
            <a:pathLst>
              <a:path w="25" h="25" extrusionOk="0">
                <a:moveTo>
                  <a:pt x="25" y="0"/>
                </a:moveTo>
                <a:lnTo>
                  <a:pt x="1" y="24"/>
                </a:lnTo>
                <a:cubicBezTo>
                  <a:pt x="13" y="24"/>
                  <a:pt x="25" y="12"/>
                  <a:pt x="25"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6" name="Google Shape;886;p36"/>
          <p:cNvSpPr/>
          <p:nvPr/>
        </p:nvSpPr>
        <p:spPr>
          <a:xfrm rot="8619804">
            <a:off x="675267" y="1241989"/>
            <a:ext cx="1800" cy="4200"/>
          </a:xfrm>
          <a:custGeom>
            <a:avLst/>
            <a:gdLst/>
            <a:ahLst/>
            <a:cxnLst/>
            <a:rect l="l" t="t" r="r" b="b"/>
            <a:pathLst>
              <a:path w="36" h="84" extrusionOk="0">
                <a:moveTo>
                  <a:pt x="36" y="0"/>
                </a:moveTo>
                <a:cubicBezTo>
                  <a:pt x="24" y="36"/>
                  <a:pt x="12" y="60"/>
                  <a:pt x="0" y="84"/>
                </a:cubicBezTo>
                <a:cubicBezTo>
                  <a:pt x="12" y="60"/>
                  <a:pt x="24" y="36"/>
                  <a:pt x="36"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7" name="Google Shape;887;p36"/>
          <p:cNvSpPr/>
          <p:nvPr/>
        </p:nvSpPr>
        <p:spPr>
          <a:xfrm rot="8619804">
            <a:off x="673222" y="1228425"/>
            <a:ext cx="3649" cy="1200"/>
          </a:xfrm>
          <a:custGeom>
            <a:avLst/>
            <a:gdLst/>
            <a:ahLst/>
            <a:cxnLst/>
            <a:rect l="l" t="t" r="r" b="b"/>
            <a:pathLst>
              <a:path w="73" h="24" extrusionOk="0">
                <a:moveTo>
                  <a:pt x="72" y="0"/>
                </a:moveTo>
                <a:cubicBezTo>
                  <a:pt x="36" y="0"/>
                  <a:pt x="1" y="0"/>
                  <a:pt x="24" y="24"/>
                </a:cubicBezTo>
                <a:lnTo>
                  <a:pt x="72" y="0"/>
                </a:ln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8" name="Google Shape;888;p36"/>
          <p:cNvSpPr/>
          <p:nvPr/>
        </p:nvSpPr>
        <p:spPr>
          <a:xfrm rot="8619804">
            <a:off x="553764" y="1005454"/>
            <a:ext cx="649" cy="649"/>
          </a:xfrm>
          <a:custGeom>
            <a:avLst/>
            <a:gdLst/>
            <a:ahLst/>
            <a:cxnLst/>
            <a:rect l="l" t="t" r="r" b="b"/>
            <a:pathLst>
              <a:path w="13" h="13" extrusionOk="0">
                <a:moveTo>
                  <a:pt x="1" y="1"/>
                </a:moveTo>
                <a:lnTo>
                  <a:pt x="13" y="12"/>
                </a:lnTo>
                <a:cubicBezTo>
                  <a:pt x="13" y="1"/>
                  <a:pt x="13" y="1"/>
                  <a:pt x="1" y="1"/>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9" name="Google Shape;889;p36"/>
          <p:cNvSpPr/>
          <p:nvPr/>
        </p:nvSpPr>
        <p:spPr>
          <a:xfrm rot="8619804">
            <a:off x="723680" y="1291413"/>
            <a:ext cx="649" cy="1249"/>
          </a:xfrm>
          <a:custGeom>
            <a:avLst/>
            <a:gdLst/>
            <a:ahLst/>
            <a:cxnLst/>
            <a:rect l="l" t="t" r="r" b="b"/>
            <a:pathLst>
              <a:path w="13" h="25" extrusionOk="0">
                <a:moveTo>
                  <a:pt x="1" y="1"/>
                </a:moveTo>
                <a:cubicBezTo>
                  <a:pt x="13" y="25"/>
                  <a:pt x="1" y="1"/>
                  <a:pt x="1" y="1"/>
                </a:cubicBezTo>
                <a:cubicBezTo>
                  <a:pt x="1" y="1"/>
                  <a:pt x="1" y="1"/>
                  <a:pt x="1" y="1"/>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0" name="Google Shape;890;p36"/>
          <p:cNvSpPr/>
          <p:nvPr/>
        </p:nvSpPr>
        <p:spPr>
          <a:xfrm rot="8619804">
            <a:off x="760405" y="1329812"/>
            <a:ext cx="1849" cy="1800"/>
          </a:xfrm>
          <a:custGeom>
            <a:avLst/>
            <a:gdLst/>
            <a:ahLst/>
            <a:cxnLst/>
            <a:rect l="l" t="t" r="r" b="b"/>
            <a:pathLst>
              <a:path w="37" h="36" extrusionOk="0">
                <a:moveTo>
                  <a:pt x="1" y="0"/>
                </a:moveTo>
                <a:cubicBezTo>
                  <a:pt x="13" y="12"/>
                  <a:pt x="25" y="24"/>
                  <a:pt x="37" y="36"/>
                </a:cubicBezTo>
                <a:cubicBezTo>
                  <a:pt x="37" y="12"/>
                  <a:pt x="37" y="0"/>
                  <a:pt x="1"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1" name="Google Shape;891;p36"/>
          <p:cNvSpPr/>
          <p:nvPr/>
        </p:nvSpPr>
        <p:spPr>
          <a:xfrm rot="8619804">
            <a:off x="759233" y="1327994"/>
            <a:ext cx="1249" cy="2449"/>
          </a:xfrm>
          <a:custGeom>
            <a:avLst/>
            <a:gdLst/>
            <a:ahLst/>
            <a:cxnLst/>
            <a:rect l="l" t="t" r="r" b="b"/>
            <a:pathLst>
              <a:path w="25" h="49" extrusionOk="0">
                <a:moveTo>
                  <a:pt x="13" y="1"/>
                </a:moveTo>
                <a:cubicBezTo>
                  <a:pt x="1" y="13"/>
                  <a:pt x="1" y="37"/>
                  <a:pt x="13" y="49"/>
                </a:cubicBezTo>
                <a:cubicBezTo>
                  <a:pt x="25" y="37"/>
                  <a:pt x="25" y="13"/>
                  <a:pt x="13" y="1"/>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2" name="Google Shape;892;p36"/>
          <p:cNvSpPr/>
          <p:nvPr/>
        </p:nvSpPr>
        <p:spPr>
          <a:xfrm rot="8619804">
            <a:off x="794156" y="1357128"/>
            <a:ext cx="2449" cy="600"/>
          </a:xfrm>
          <a:custGeom>
            <a:avLst/>
            <a:gdLst/>
            <a:ahLst/>
            <a:cxnLst/>
            <a:rect l="l" t="t" r="r" b="b"/>
            <a:pathLst>
              <a:path w="49" h="12" extrusionOk="0">
                <a:moveTo>
                  <a:pt x="1" y="1"/>
                </a:moveTo>
                <a:cubicBezTo>
                  <a:pt x="1" y="9"/>
                  <a:pt x="2" y="11"/>
                  <a:pt x="5" y="11"/>
                </a:cubicBezTo>
                <a:cubicBezTo>
                  <a:pt x="11" y="11"/>
                  <a:pt x="25" y="1"/>
                  <a:pt x="48" y="1"/>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3" name="Google Shape;893;p36"/>
          <p:cNvSpPr/>
          <p:nvPr/>
        </p:nvSpPr>
        <p:spPr>
          <a:xfrm rot="8619804">
            <a:off x="772295" y="1352492"/>
            <a:ext cx="3000" cy="2400"/>
          </a:xfrm>
          <a:custGeom>
            <a:avLst/>
            <a:gdLst/>
            <a:ahLst/>
            <a:cxnLst/>
            <a:rect l="l" t="t" r="r" b="b"/>
            <a:pathLst>
              <a:path w="60" h="48" extrusionOk="0">
                <a:moveTo>
                  <a:pt x="0" y="0"/>
                </a:moveTo>
                <a:lnTo>
                  <a:pt x="12" y="48"/>
                </a:lnTo>
                <a:cubicBezTo>
                  <a:pt x="60" y="24"/>
                  <a:pt x="36" y="24"/>
                  <a:pt x="0"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4" name="Google Shape;894;p36"/>
          <p:cNvSpPr/>
          <p:nvPr/>
        </p:nvSpPr>
        <p:spPr>
          <a:xfrm rot="8619804">
            <a:off x="783229" y="1331305"/>
            <a:ext cx="649" cy="3049"/>
          </a:xfrm>
          <a:custGeom>
            <a:avLst/>
            <a:gdLst/>
            <a:ahLst/>
            <a:cxnLst/>
            <a:rect l="l" t="t" r="r" b="b"/>
            <a:pathLst>
              <a:path w="13" h="61" extrusionOk="0">
                <a:moveTo>
                  <a:pt x="0" y="1"/>
                </a:moveTo>
                <a:lnTo>
                  <a:pt x="0" y="24"/>
                </a:lnTo>
                <a:lnTo>
                  <a:pt x="12" y="60"/>
                </a:lnTo>
                <a:lnTo>
                  <a:pt x="0" y="1"/>
                </a:ln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5" name="Google Shape;895;p36"/>
          <p:cNvSpPr/>
          <p:nvPr/>
        </p:nvSpPr>
        <p:spPr>
          <a:xfrm rot="8619804">
            <a:off x="697006" y="1225273"/>
            <a:ext cx="3049" cy="2000"/>
          </a:xfrm>
          <a:custGeom>
            <a:avLst/>
            <a:gdLst/>
            <a:ahLst/>
            <a:cxnLst/>
            <a:rect l="l" t="t" r="r" b="b"/>
            <a:pathLst>
              <a:path w="61" h="40" extrusionOk="0">
                <a:moveTo>
                  <a:pt x="14" y="1"/>
                </a:moveTo>
                <a:cubicBezTo>
                  <a:pt x="6" y="1"/>
                  <a:pt x="1" y="5"/>
                  <a:pt x="1" y="16"/>
                </a:cubicBezTo>
                <a:lnTo>
                  <a:pt x="60" y="40"/>
                </a:lnTo>
                <a:cubicBezTo>
                  <a:pt x="60" y="23"/>
                  <a:pt x="31" y="1"/>
                  <a:pt x="14" y="1"/>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6" name="Google Shape;896;p36"/>
          <p:cNvSpPr/>
          <p:nvPr/>
        </p:nvSpPr>
        <p:spPr>
          <a:xfrm rot="8619804">
            <a:off x="689895" y="1158736"/>
            <a:ext cx="3600" cy="3000"/>
          </a:xfrm>
          <a:custGeom>
            <a:avLst/>
            <a:gdLst/>
            <a:ahLst/>
            <a:cxnLst/>
            <a:rect l="l" t="t" r="r" b="b"/>
            <a:pathLst>
              <a:path w="72" h="60" extrusionOk="0">
                <a:moveTo>
                  <a:pt x="72" y="0"/>
                </a:moveTo>
                <a:cubicBezTo>
                  <a:pt x="36" y="0"/>
                  <a:pt x="0" y="24"/>
                  <a:pt x="12" y="60"/>
                </a:cubicBezTo>
                <a:cubicBezTo>
                  <a:pt x="36" y="36"/>
                  <a:pt x="72" y="24"/>
                  <a:pt x="72"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7" name="Google Shape;897;p36"/>
          <p:cNvSpPr/>
          <p:nvPr/>
        </p:nvSpPr>
        <p:spPr>
          <a:xfrm rot="8619804">
            <a:off x="585182" y="1004141"/>
            <a:ext cx="649" cy="2300"/>
          </a:xfrm>
          <a:custGeom>
            <a:avLst/>
            <a:gdLst/>
            <a:ahLst/>
            <a:cxnLst/>
            <a:rect l="l" t="t" r="r" b="b"/>
            <a:pathLst>
              <a:path w="13" h="46" extrusionOk="0">
                <a:moveTo>
                  <a:pt x="1" y="1"/>
                </a:moveTo>
                <a:cubicBezTo>
                  <a:pt x="1" y="1"/>
                  <a:pt x="1" y="46"/>
                  <a:pt x="6" y="46"/>
                </a:cubicBezTo>
                <a:cubicBezTo>
                  <a:pt x="7" y="46"/>
                  <a:pt x="10" y="40"/>
                  <a:pt x="13" y="24"/>
                </a:cubicBezTo>
                <a:lnTo>
                  <a:pt x="1" y="1"/>
                </a:ln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9" name="Google Shape;876;p36">
            <a:extLst>
              <a:ext uri="{FF2B5EF4-FFF2-40B4-BE49-F238E27FC236}">
                <a16:creationId xmlns:a16="http://schemas.microsoft.com/office/drawing/2014/main" id="{7F22CE48-87A8-83A6-988C-7BA567429F12}"/>
              </a:ext>
            </a:extLst>
          </p:cNvPr>
          <p:cNvSpPr txBox="1">
            <a:spLocks/>
          </p:cNvSpPr>
          <p:nvPr/>
        </p:nvSpPr>
        <p:spPr>
          <a:xfrm>
            <a:off x="905319" y="2022763"/>
            <a:ext cx="9785379" cy="1248816"/>
          </a:xfrm>
          <a:prstGeom prst="rect">
            <a:avLst/>
          </a:prstGeom>
        </p:spPr>
        <p:txBody>
          <a:bodyPr spcFirstLastPara="1" vert="horz" wrap="square" lIns="121900" tIns="121900" rIns="121900" bIns="121900" rtlCol="0" anchor="t"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9pPr>
          </a:lstStyle>
          <a:p>
            <a:r>
              <a:rPr lang="en-GB" sz="1850">
                <a:latin typeface="Segoe UI"/>
              </a:rPr>
              <a:t>We could put some input to the regression equation, that could give the overall evaluation on how would the rental fee goes in the future.</a:t>
            </a:r>
            <a:endParaRPr lang="en-US" sz="1850">
              <a:latin typeface="Segoe UI"/>
            </a:endParaRPr>
          </a:p>
          <a:p>
            <a:r>
              <a:rPr lang="en-GB" sz="1850">
                <a:latin typeface="Segoe UI"/>
              </a:rPr>
              <a:t>The regression equation:</a:t>
            </a:r>
          </a:p>
        </p:txBody>
      </p:sp>
      <p:sp>
        <p:nvSpPr>
          <p:cNvPr id="8" name="Rectangle 7">
            <a:extLst>
              <a:ext uri="{FF2B5EF4-FFF2-40B4-BE49-F238E27FC236}">
                <a16:creationId xmlns:a16="http://schemas.microsoft.com/office/drawing/2014/main" id="{79FC93ED-E8EE-A007-FDA3-6506BDDEB671}"/>
              </a:ext>
            </a:extLst>
          </p:cNvPr>
          <p:cNvSpPr/>
          <p:nvPr/>
        </p:nvSpPr>
        <p:spPr>
          <a:xfrm>
            <a:off x="1000084" y="3991445"/>
            <a:ext cx="10512865" cy="2165515"/>
          </a:xfrm>
          <a:prstGeom prst="rect">
            <a:avLst/>
          </a:prstGeom>
          <a:solidFill>
            <a:schemeClr val="bg2">
              <a:lumMod val="90000"/>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D42BCBD6-7D0B-6DA2-85A0-14C6F1B9FAF0}"/>
              </a:ext>
            </a:extLst>
          </p:cNvPr>
          <p:cNvSpPr txBox="1"/>
          <p:nvPr/>
        </p:nvSpPr>
        <p:spPr>
          <a:xfrm>
            <a:off x="1128820" y="4192727"/>
            <a:ext cx="10265970" cy="1754326"/>
          </a:xfrm>
          <a:prstGeom prst="rect">
            <a:avLst/>
          </a:prstGeom>
          <a:noFill/>
        </p:spPr>
        <p:txBody>
          <a:bodyPr wrap="square" rtlCol="0">
            <a:spAutoFit/>
          </a:bodyPr>
          <a:lstStyle/>
          <a:p>
            <a:r>
              <a:rPr lang="en-MY" b="1"/>
              <a:t>For example:</a:t>
            </a:r>
          </a:p>
          <a:p>
            <a:r>
              <a:rPr lang="en-AU"/>
              <a:t>In the year of 2026, the estimated </a:t>
            </a:r>
            <a:r>
              <a:rPr lang="en-US" altLang="zh-CN"/>
              <a:t>mean </a:t>
            </a:r>
            <a:r>
              <a:rPr lang="en-AU"/>
              <a:t>room price would be:</a:t>
            </a:r>
          </a:p>
          <a:p>
            <a:endParaRPr lang="en-AU"/>
          </a:p>
          <a:p>
            <a:pPr algn="ctr"/>
            <a:r>
              <a:rPr lang="cy-GB" b="1"/>
              <a:t>ŷ</a:t>
            </a:r>
            <a:r>
              <a:rPr lang="en-AU" b="1"/>
              <a:t> = RM 2327.11</a:t>
            </a:r>
          </a:p>
          <a:p>
            <a:endParaRPr lang="en-AU" b="1"/>
          </a:p>
          <a:p>
            <a:r>
              <a:rPr lang="en-AU"/>
              <a:t>compare to mean room price when 2021 which is RM 1705.44</a:t>
            </a:r>
            <a:endParaRPr lang="en-AU">
              <a:solidFill>
                <a:srgbClr val="C00000"/>
              </a:solidFill>
            </a:endParaRPr>
          </a:p>
        </p:txBody>
      </p:sp>
      <p:sp>
        <p:nvSpPr>
          <p:cNvPr id="2" name="Google Shape;962;p41">
            <a:extLst>
              <a:ext uri="{FF2B5EF4-FFF2-40B4-BE49-F238E27FC236}">
                <a16:creationId xmlns:a16="http://schemas.microsoft.com/office/drawing/2014/main" id="{31DB6D4A-95E7-9D77-0FD8-664DD8F09408}"/>
              </a:ext>
            </a:extLst>
          </p:cNvPr>
          <p:cNvSpPr txBox="1">
            <a:spLocks noGrp="1"/>
          </p:cNvSpPr>
          <p:nvPr/>
        </p:nvSpPr>
        <p:spPr>
          <a:xfrm>
            <a:off x="794216" y="121464"/>
            <a:ext cx="10600573" cy="704347"/>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US" altLang="zh-CN" sz="4000">
                <a:solidFill>
                  <a:srgbClr val="434377"/>
                </a:solidFill>
                <a:latin typeface="Bebas Neue"/>
              </a:rPr>
              <a:t>Section 6: Discussion</a:t>
            </a:r>
            <a:endParaRPr lang="en" sz="4000">
              <a:solidFill>
                <a:srgbClr val="434377"/>
              </a:solidFill>
              <a:latin typeface="Bebas Neue"/>
            </a:endParaRPr>
          </a:p>
        </p:txBody>
      </p:sp>
      <p:sp>
        <p:nvSpPr>
          <p:cNvPr id="3" name="Google Shape;472;p31">
            <a:extLst>
              <a:ext uri="{FF2B5EF4-FFF2-40B4-BE49-F238E27FC236}">
                <a16:creationId xmlns:a16="http://schemas.microsoft.com/office/drawing/2014/main" id="{B3DE2205-9AA5-6AC4-FE45-CD5E803BBDF1}"/>
              </a:ext>
            </a:extLst>
          </p:cNvPr>
          <p:cNvSpPr txBox="1">
            <a:spLocks noGrp="1"/>
          </p:cNvSpPr>
          <p:nvPr/>
        </p:nvSpPr>
        <p:spPr>
          <a:xfrm>
            <a:off x="1240756" y="1412925"/>
            <a:ext cx="9257852" cy="1004400"/>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1400"/>
              <a:buFont typeface="Nunito"/>
              <a:buNone/>
              <a:defRPr sz="1867" b="0" kern="1200" cap="all" spc="30" baseline="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r>
              <a:rPr lang="en" sz="2000" cap="none">
                <a:latin typeface="Univers Condensed"/>
              </a:rPr>
              <a:t>How to predict the movement of rental in future years based on previous trends?</a:t>
            </a:r>
            <a:endParaRPr lang="en-US" sz="2000" cap="none">
              <a:latin typeface="Univers Condensed"/>
            </a:endParaRPr>
          </a:p>
        </p:txBody>
      </p:sp>
      <p:sp>
        <p:nvSpPr>
          <p:cNvPr id="4" name="Title 10">
            <a:extLst>
              <a:ext uri="{FF2B5EF4-FFF2-40B4-BE49-F238E27FC236}">
                <a16:creationId xmlns:a16="http://schemas.microsoft.com/office/drawing/2014/main" id="{CE36E26C-A2D1-7796-68DB-48D4F3A81DF3}"/>
              </a:ext>
            </a:extLst>
          </p:cNvPr>
          <p:cNvSpPr>
            <a:spLocks noGrp="1"/>
          </p:cNvSpPr>
          <p:nvPr/>
        </p:nvSpPr>
        <p:spPr>
          <a:xfrm>
            <a:off x="196629" y="1216282"/>
            <a:ext cx="1102800" cy="708800"/>
          </a:xfrm>
          <a:prstGeom prst="rect">
            <a:avLst/>
          </a:prstGeom>
        </p:spPr>
        <p:txBody>
          <a:bodyPr spcFirstLastPara="1" vert="horz" wrap="square" lIns="91425" tIns="91425" rIns="91425" bIns="91425" rtlCol="0" anchor="ctr" anchorCtr="0">
            <a:noAutofit/>
          </a:bodyPr>
          <a:lstStyle>
            <a:lvl1pPr lvl="0" algn="r" defTabSz="914400" rtl="0" eaLnBrk="1" latinLnBrk="0" hangingPunct="1">
              <a:lnSpc>
                <a:spcPct val="100000"/>
              </a:lnSpc>
              <a:spcBef>
                <a:spcPts val="0"/>
              </a:spcBef>
              <a:spcAft>
                <a:spcPts val="0"/>
              </a:spcAft>
              <a:buSzPts val="3000"/>
              <a:buNone/>
              <a:defRPr sz="4933" b="0" kern="1200" cap="all" spc="30" baseline="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GB" sz="4800">
                <a:solidFill>
                  <a:srgbClr val="A27451"/>
                </a:solidFill>
                <a:latin typeface="Constantia"/>
              </a:rPr>
              <a:t>02</a:t>
            </a:r>
            <a:endParaRPr lang="en-GB" sz="6000">
              <a:solidFill>
                <a:srgbClr val="A27451"/>
              </a:solidFill>
              <a:latin typeface="Constantia"/>
            </a:endParaRPr>
          </a:p>
        </p:txBody>
      </p:sp>
      <p:pic>
        <p:nvPicPr>
          <p:cNvPr id="11" name="Picture 10">
            <a:extLst>
              <a:ext uri="{FF2B5EF4-FFF2-40B4-BE49-F238E27FC236}">
                <a16:creationId xmlns:a16="http://schemas.microsoft.com/office/drawing/2014/main" id="{922097B3-02EE-9246-721B-63A762649ECD}"/>
              </a:ext>
            </a:extLst>
          </p:cNvPr>
          <p:cNvPicPr>
            <a:picLocks noChangeAspect="1"/>
          </p:cNvPicPr>
          <p:nvPr/>
        </p:nvPicPr>
        <p:blipFill>
          <a:blip r:embed="rId3"/>
          <a:stretch>
            <a:fillRect/>
          </a:stretch>
        </p:blipFill>
        <p:spPr>
          <a:xfrm>
            <a:off x="2828469" y="3114631"/>
            <a:ext cx="6535062" cy="628738"/>
          </a:xfrm>
          <a:prstGeom prst="rect">
            <a:avLst/>
          </a:prstGeom>
        </p:spPr>
      </p:pic>
    </p:spTree>
    <p:extLst>
      <p:ext uri="{BB962C8B-B14F-4D97-AF65-F5344CB8AC3E}">
        <p14:creationId xmlns:p14="http://schemas.microsoft.com/office/powerpoint/2010/main" val="355277657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8" grpId="0" animBg="1"/>
      <p:bldP spid="1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14" name="Rectangle 13">
            <a:extLst>
              <a:ext uri="{FF2B5EF4-FFF2-40B4-BE49-F238E27FC236}">
                <a16:creationId xmlns:a16="http://schemas.microsoft.com/office/drawing/2014/main" id="{16C69DD7-49CE-83F6-03C1-8E371C17680D}"/>
              </a:ext>
            </a:extLst>
          </p:cNvPr>
          <p:cNvSpPr/>
          <p:nvPr/>
        </p:nvSpPr>
        <p:spPr>
          <a:xfrm>
            <a:off x="794214" y="4355690"/>
            <a:ext cx="10577746" cy="7801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15" name="Google Shape;481;p31">
            <a:extLst>
              <a:ext uri="{FF2B5EF4-FFF2-40B4-BE49-F238E27FC236}">
                <a16:creationId xmlns:a16="http://schemas.microsoft.com/office/drawing/2014/main" id="{DE7B27A2-8EAE-D2F6-E09A-0662F317686F}"/>
              </a:ext>
            </a:extLst>
          </p:cNvPr>
          <p:cNvSpPr txBox="1">
            <a:spLocks noGrp="1"/>
          </p:cNvSpPr>
          <p:nvPr/>
        </p:nvSpPr>
        <p:spPr>
          <a:xfrm>
            <a:off x="1697235" y="4493889"/>
            <a:ext cx="8944162" cy="1004400"/>
          </a:xfrm>
          <a:prstGeom prst="rect">
            <a:avLst/>
          </a:prstGeom>
          <a:noFill/>
          <a:ln>
            <a:noFill/>
          </a:ln>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1400"/>
              <a:buFont typeface="Nunito"/>
              <a:buNone/>
              <a:defRPr sz="1867" b="0" kern="1200" cap="all" spc="30" baseline="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r>
              <a:rPr lang="en" sz="1850" cap="none">
                <a:noFill/>
                <a:latin typeface="Univers Condensed"/>
              </a:rPr>
              <a:t>For property developers, where to potentially build a new housing area?</a:t>
            </a:r>
            <a:endParaRPr lang="en-US" sz="1850" cap="none">
              <a:noFill/>
              <a:latin typeface="Univers Condensed"/>
            </a:endParaRPr>
          </a:p>
        </p:txBody>
      </p:sp>
      <p:sp>
        <p:nvSpPr>
          <p:cNvPr id="16" name="Title 22">
            <a:extLst>
              <a:ext uri="{FF2B5EF4-FFF2-40B4-BE49-F238E27FC236}">
                <a16:creationId xmlns:a16="http://schemas.microsoft.com/office/drawing/2014/main" id="{81098B1E-A04F-9A90-5DB8-D632DF97A54F}"/>
              </a:ext>
            </a:extLst>
          </p:cNvPr>
          <p:cNvSpPr>
            <a:spLocks noGrp="1"/>
          </p:cNvSpPr>
          <p:nvPr/>
        </p:nvSpPr>
        <p:spPr>
          <a:xfrm>
            <a:off x="618546" y="4270143"/>
            <a:ext cx="1102800" cy="708800"/>
          </a:xfrm>
          <a:prstGeom prst="rect">
            <a:avLst/>
          </a:prstGeom>
          <a:noFill/>
          <a:ln>
            <a:noFill/>
          </a:ln>
        </p:spPr>
        <p:txBody>
          <a:bodyPr spcFirstLastPara="1" vert="horz" wrap="square" lIns="91425" tIns="91425" rIns="91425" bIns="91425" rtlCol="0" anchor="ctr" anchorCtr="0">
            <a:noAutofit/>
          </a:bodyPr>
          <a:lstStyle>
            <a:lvl1pPr lvl="0" algn="r" defTabSz="914400" rtl="0" eaLnBrk="1" latinLnBrk="0" hangingPunct="1">
              <a:lnSpc>
                <a:spcPct val="100000"/>
              </a:lnSpc>
              <a:spcBef>
                <a:spcPts val="0"/>
              </a:spcBef>
              <a:spcAft>
                <a:spcPts val="0"/>
              </a:spcAft>
              <a:buSzPts val="3000"/>
              <a:buNone/>
              <a:defRPr sz="4933" b="0" kern="1200" cap="all" spc="30" baseline="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GB" sz="4900">
                <a:noFill/>
                <a:latin typeface="Constantia"/>
              </a:rPr>
              <a:t>04</a:t>
            </a:r>
            <a:endParaRPr lang="en-GB">
              <a:noFill/>
              <a:latin typeface="Constantia"/>
            </a:endParaRPr>
          </a:p>
        </p:txBody>
      </p:sp>
      <p:sp>
        <p:nvSpPr>
          <p:cNvPr id="876" name="Google Shape;876;p36"/>
          <p:cNvSpPr txBox="1">
            <a:spLocks noGrp="1"/>
          </p:cNvSpPr>
          <p:nvPr>
            <p:ph type="title" idx="7"/>
          </p:nvPr>
        </p:nvSpPr>
        <p:spPr>
          <a:xfrm>
            <a:off x="921473" y="2238042"/>
            <a:ext cx="10545845" cy="1550741"/>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 sz="1850">
                <a:latin typeface="Segoe UI"/>
              </a:rPr>
              <a:t>For rental, the specific requirement could be inserted to the equation, and it could present a tenant either the locus, that is available, or the rental price (if specified the location)</a:t>
            </a:r>
            <a:br>
              <a:rPr lang="en" sz="1850">
                <a:latin typeface="Segoe UI"/>
              </a:rPr>
            </a:br>
            <a:r>
              <a:rPr lang="en" sz="1850">
                <a:latin typeface="Segoe UI"/>
              </a:rPr>
              <a:t>The equation of hyperplane based on all the 7 significant factors that affect the rent:</a:t>
            </a:r>
          </a:p>
        </p:txBody>
      </p:sp>
      <p:sp>
        <p:nvSpPr>
          <p:cNvPr id="880" name="Google Shape;880;p36"/>
          <p:cNvSpPr/>
          <p:nvPr/>
        </p:nvSpPr>
        <p:spPr>
          <a:xfrm rot="8619804">
            <a:off x="910596" y="1224077"/>
            <a:ext cx="5600" cy="19648"/>
          </a:xfrm>
          <a:custGeom>
            <a:avLst/>
            <a:gdLst/>
            <a:ahLst/>
            <a:cxnLst/>
            <a:rect l="l" t="t" r="r" b="b"/>
            <a:pathLst>
              <a:path w="112" h="393" extrusionOk="0">
                <a:moveTo>
                  <a:pt x="20" y="0"/>
                </a:moveTo>
                <a:cubicBezTo>
                  <a:pt x="8" y="0"/>
                  <a:pt x="1" y="47"/>
                  <a:pt x="5" y="183"/>
                </a:cubicBezTo>
                <a:cubicBezTo>
                  <a:pt x="7" y="120"/>
                  <a:pt x="11" y="96"/>
                  <a:pt x="17" y="96"/>
                </a:cubicBezTo>
                <a:cubicBezTo>
                  <a:pt x="38" y="96"/>
                  <a:pt x="78" y="393"/>
                  <a:pt x="98" y="393"/>
                </a:cubicBezTo>
                <a:cubicBezTo>
                  <a:pt x="106" y="393"/>
                  <a:pt x="112" y="347"/>
                  <a:pt x="112" y="219"/>
                </a:cubicBezTo>
                <a:lnTo>
                  <a:pt x="112" y="219"/>
                </a:lnTo>
                <a:cubicBezTo>
                  <a:pt x="111" y="221"/>
                  <a:pt x="110" y="222"/>
                  <a:pt x="110" y="222"/>
                </a:cubicBezTo>
                <a:cubicBezTo>
                  <a:pt x="97" y="222"/>
                  <a:pt x="47" y="0"/>
                  <a:pt x="20"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1" name="Google Shape;881;p36"/>
          <p:cNvSpPr/>
          <p:nvPr/>
        </p:nvSpPr>
        <p:spPr>
          <a:xfrm rot="8619804">
            <a:off x="768170" y="1318910"/>
            <a:ext cx="649" cy="900"/>
          </a:xfrm>
          <a:custGeom>
            <a:avLst/>
            <a:gdLst/>
            <a:ahLst/>
            <a:cxnLst/>
            <a:rect l="l" t="t" r="r" b="b"/>
            <a:pathLst>
              <a:path w="13" h="18" extrusionOk="0">
                <a:moveTo>
                  <a:pt x="1" y="0"/>
                </a:moveTo>
                <a:cubicBezTo>
                  <a:pt x="1" y="9"/>
                  <a:pt x="7" y="17"/>
                  <a:pt x="10" y="17"/>
                </a:cubicBezTo>
                <a:cubicBezTo>
                  <a:pt x="12" y="17"/>
                  <a:pt x="13" y="16"/>
                  <a:pt x="13" y="12"/>
                </a:cubicBezTo>
                <a:cubicBezTo>
                  <a:pt x="13" y="12"/>
                  <a:pt x="13" y="0"/>
                  <a:pt x="1"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2" name="Google Shape;882;p36"/>
          <p:cNvSpPr/>
          <p:nvPr/>
        </p:nvSpPr>
        <p:spPr>
          <a:xfrm rot="8619804">
            <a:off x="763697" y="1306964"/>
            <a:ext cx="649" cy="649"/>
          </a:xfrm>
          <a:custGeom>
            <a:avLst/>
            <a:gdLst/>
            <a:ahLst/>
            <a:cxnLst/>
            <a:rect l="l" t="t" r="r" b="b"/>
            <a:pathLst>
              <a:path w="13" h="13" extrusionOk="0">
                <a:moveTo>
                  <a:pt x="12" y="0"/>
                </a:moveTo>
                <a:cubicBezTo>
                  <a:pt x="12" y="0"/>
                  <a:pt x="0" y="12"/>
                  <a:pt x="12" y="12"/>
                </a:cubicBezTo>
                <a:lnTo>
                  <a:pt x="12" y="0"/>
                </a:ln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3" name="Google Shape;883;p36"/>
          <p:cNvSpPr/>
          <p:nvPr/>
        </p:nvSpPr>
        <p:spPr>
          <a:xfrm rot="8619804">
            <a:off x="753392" y="1285966"/>
            <a:ext cx="49" cy="649"/>
          </a:xfrm>
          <a:custGeom>
            <a:avLst/>
            <a:gdLst/>
            <a:ahLst/>
            <a:cxnLst/>
            <a:rect l="l" t="t" r="r" b="b"/>
            <a:pathLst>
              <a:path w="1" h="13" extrusionOk="0">
                <a:moveTo>
                  <a:pt x="1" y="13"/>
                </a:moveTo>
                <a:lnTo>
                  <a:pt x="1" y="13"/>
                </a:lnTo>
                <a:cubicBezTo>
                  <a:pt x="1" y="1"/>
                  <a:pt x="1" y="13"/>
                  <a:pt x="1" y="13"/>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4" name="Google Shape;884;p36"/>
          <p:cNvSpPr/>
          <p:nvPr/>
        </p:nvSpPr>
        <p:spPr>
          <a:xfrm rot="8619804">
            <a:off x="666811" y="1105030"/>
            <a:ext cx="6000" cy="2649"/>
          </a:xfrm>
          <a:custGeom>
            <a:avLst/>
            <a:gdLst/>
            <a:ahLst/>
            <a:cxnLst/>
            <a:rect l="l" t="t" r="r" b="b"/>
            <a:pathLst>
              <a:path w="120" h="53" extrusionOk="0">
                <a:moveTo>
                  <a:pt x="33" y="0"/>
                </a:moveTo>
                <a:cubicBezTo>
                  <a:pt x="19" y="0"/>
                  <a:pt x="8" y="6"/>
                  <a:pt x="1" y="24"/>
                </a:cubicBezTo>
                <a:cubicBezTo>
                  <a:pt x="8" y="16"/>
                  <a:pt x="15" y="13"/>
                  <a:pt x="21" y="13"/>
                </a:cubicBezTo>
                <a:cubicBezTo>
                  <a:pt x="44" y="13"/>
                  <a:pt x="58" y="53"/>
                  <a:pt x="82" y="53"/>
                </a:cubicBezTo>
                <a:cubicBezTo>
                  <a:pt x="93" y="53"/>
                  <a:pt x="105" y="45"/>
                  <a:pt x="120" y="24"/>
                </a:cubicBezTo>
                <a:lnTo>
                  <a:pt x="120" y="24"/>
                </a:lnTo>
                <a:cubicBezTo>
                  <a:pt x="118" y="25"/>
                  <a:pt x="116" y="25"/>
                  <a:pt x="113" y="25"/>
                </a:cubicBezTo>
                <a:cubicBezTo>
                  <a:pt x="94" y="25"/>
                  <a:pt x="60" y="0"/>
                  <a:pt x="33"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5" name="Google Shape;885;p36"/>
          <p:cNvSpPr/>
          <p:nvPr/>
        </p:nvSpPr>
        <p:spPr>
          <a:xfrm rot="8619804">
            <a:off x="696277" y="1221914"/>
            <a:ext cx="1249" cy="1249"/>
          </a:xfrm>
          <a:custGeom>
            <a:avLst/>
            <a:gdLst/>
            <a:ahLst/>
            <a:cxnLst/>
            <a:rect l="l" t="t" r="r" b="b"/>
            <a:pathLst>
              <a:path w="25" h="25" extrusionOk="0">
                <a:moveTo>
                  <a:pt x="25" y="0"/>
                </a:moveTo>
                <a:lnTo>
                  <a:pt x="1" y="24"/>
                </a:lnTo>
                <a:cubicBezTo>
                  <a:pt x="13" y="24"/>
                  <a:pt x="25" y="12"/>
                  <a:pt x="25"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6" name="Google Shape;886;p36"/>
          <p:cNvSpPr/>
          <p:nvPr/>
        </p:nvSpPr>
        <p:spPr>
          <a:xfrm rot="8619804">
            <a:off x="675267" y="1241989"/>
            <a:ext cx="1800" cy="4200"/>
          </a:xfrm>
          <a:custGeom>
            <a:avLst/>
            <a:gdLst/>
            <a:ahLst/>
            <a:cxnLst/>
            <a:rect l="l" t="t" r="r" b="b"/>
            <a:pathLst>
              <a:path w="36" h="84" extrusionOk="0">
                <a:moveTo>
                  <a:pt x="36" y="0"/>
                </a:moveTo>
                <a:cubicBezTo>
                  <a:pt x="24" y="36"/>
                  <a:pt x="12" y="60"/>
                  <a:pt x="0" y="84"/>
                </a:cubicBezTo>
                <a:cubicBezTo>
                  <a:pt x="12" y="60"/>
                  <a:pt x="24" y="36"/>
                  <a:pt x="36"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7" name="Google Shape;887;p36"/>
          <p:cNvSpPr/>
          <p:nvPr/>
        </p:nvSpPr>
        <p:spPr>
          <a:xfrm rot="8619804">
            <a:off x="673222" y="1228425"/>
            <a:ext cx="3649" cy="1200"/>
          </a:xfrm>
          <a:custGeom>
            <a:avLst/>
            <a:gdLst/>
            <a:ahLst/>
            <a:cxnLst/>
            <a:rect l="l" t="t" r="r" b="b"/>
            <a:pathLst>
              <a:path w="73" h="24" extrusionOk="0">
                <a:moveTo>
                  <a:pt x="72" y="0"/>
                </a:moveTo>
                <a:cubicBezTo>
                  <a:pt x="36" y="0"/>
                  <a:pt x="1" y="0"/>
                  <a:pt x="24" y="24"/>
                </a:cubicBezTo>
                <a:lnTo>
                  <a:pt x="72" y="0"/>
                </a:ln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8" name="Google Shape;888;p36"/>
          <p:cNvSpPr/>
          <p:nvPr/>
        </p:nvSpPr>
        <p:spPr>
          <a:xfrm rot="8619804">
            <a:off x="553764" y="1005454"/>
            <a:ext cx="649" cy="649"/>
          </a:xfrm>
          <a:custGeom>
            <a:avLst/>
            <a:gdLst/>
            <a:ahLst/>
            <a:cxnLst/>
            <a:rect l="l" t="t" r="r" b="b"/>
            <a:pathLst>
              <a:path w="13" h="13" extrusionOk="0">
                <a:moveTo>
                  <a:pt x="1" y="1"/>
                </a:moveTo>
                <a:lnTo>
                  <a:pt x="13" y="12"/>
                </a:lnTo>
                <a:cubicBezTo>
                  <a:pt x="13" y="1"/>
                  <a:pt x="13" y="1"/>
                  <a:pt x="1" y="1"/>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9" name="Google Shape;889;p36"/>
          <p:cNvSpPr/>
          <p:nvPr/>
        </p:nvSpPr>
        <p:spPr>
          <a:xfrm rot="8619804">
            <a:off x="723680" y="1291413"/>
            <a:ext cx="649" cy="1249"/>
          </a:xfrm>
          <a:custGeom>
            <a:avLst/>
            <a:gdLst/>
            <a:ahLst/>
            <a:cxnLst/>
            <a:rect l="l" t="t" r="r" b="b"/>
            <a:pathLst>
              <a:path w="13" h="25" extrusionOk="0">
                <a:moveTo>
                  <a:pt x="1" y="1"/>
                </a:moveTo>
                <a:cubicBezTo>
                  <a:pt x="13" y="25"/>
                  <a:pt x="1" y="1"/>
                  <a:pt x="1" y="1"/>
                </a:cubicBezTo>
                <a:cubicBezTo>
                  <a:pt x="1" y="1"/>
                  <a:pt x="1" y="1"/>
                  <a:pt x="1" y="1"/>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0" name="Google Shape;890;p36"/>
          <p:cNvSpPr/>
          <p:nvPr/>
        </p:nvSpPr>
        <p:spPr>
          <a:xfrm rot="8619804">
            <a:off x="760405" y="1329812"/>
            <a:ext cx="1849" cy="1800"/>
          </a:xfrm>
          <a:custGeom>
            <a:avLst/>
            <a:gdLst/>
            <a:ahLst/>
            <a:cxnLst/>
            <a:rect l="l" t="t" r="r" b="b"/>
            <a:pathLst>
              <a:path w="37" h="36" extrusionOk="0">
                <a:moveTo>
                  <a:pt x="1" y="0"/>
                </a:moveTo>
                <a:cubicBezTo>
                  <a:pt x="13" y="12"/>
                  <a:pt x="25" y="24"/>
                  <a:pt x="37" y="36"/>
                </a:cubicBezTo>
                <a:cubicBezTo>
                  <a:pt x="37" y="12"/>
                  <a:pt x="37" y="0"/>
                  <a:pt x="1"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1" name="Google Shape;891;p36"/>
          <p:cNvSpPr/>
          <p:nvPr/>
        </p:nvSpPr>
        <p:spPr>
          <a:xfrm rot="8619804">
            <a:off x="759233" y="1327994"/>
            <a:ext cx="1249" cy="2449"/>
          </a:xfrm>
          <a:custGeom>
            <a:avLst/>
            <a:gdLst/>
            <a:ahLst/>
            <a:cxnLst/>
            <a:rect l="l" t="t" r="r" b="b"/>
            <a:pathLst>
              <a:path w="25" h="49" extrusionOk="0">
                <a:moveTo>
                  <a:pt x="13" y="1"/>
                </a:moveTo>
                <a:cubicBezTo>
                  <a:pt x="1" y="13"/>
                  <a:pt x="1" y="37"/>
                  <a:pt x="13" y="49"/>
                </a:cubicBezTo>
                <a:cubicBezTo>
                  <a:pt x="25" y="37"/>
                  <a:pt x="25" y="13"/>
                  <a:pt x="13" y="1"/>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2" name="Google Shape;892;p36"/>
          <p:cNvSpPr/>
          <p:nvPr/>
        </p:nvSpPr>
        <p:spPr>
          <a:xfrm rot="8619804">
            <a:off x="794156" y="1357128"/>
            <a:ext cx="2449" cy="600"/>
          </a:xfrm>
          <a:custGeom>
            <a:avLst/>
            <a:gdLst/>
            <a:ahLst/>
            <a:cxnLst/>
            <a:rect l="l" t="t" r="r" b="b"/>
            <a:pathLst>
              <a:path w="49" h="12" extrusionOk="0">
                <a:moveTo>
                  <a:pt x="1" y="1"/>
                </a:moveTo>
                <a:cubicBezTo>
                  <a:pt x="1" y="9"/>
                  <a:pt x="2" y="11"/>
                  <a:pt x="5" y="11"/>
                </a:cubicBezTo>
                <a:cubicBezTo>
                  <a:pt x="11" y="11"/>
                  <a:pt x="25" y="1"/>
                  <a:pt x="48" y="1"/>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3" name="Google Shape;893;p36"/>
          <p:cNvSpPr/>
          <p:nvPr/>
        </p:nvSpPr>
        <p:spPr>
          <a:xfrm rot="8619804">
            <a:off x="772295" y="1352492"/>
            <a:ext cx="3000" cy="2400"/>
          </a:xfrm>
          <a:custGeom>
            <a:avLst/>
            <a:gdLst/>
            <a:ahLst/>
            <a:cxnLst/>
            <a:rect l="l" t="t" r="r" b="b"/>
            <a:pathLst>
              <a:path w="60" h="48" extrusionOk="0">
                <a:moveTo>
                  <a:pt x="0" y="0"/>
                </a:moveTo>
                <a:lnTo>
                  <a:pt x="12" y="48"/>
                </a:lnTo>
                <a:cubicBezTo>
                  <a:pt x="60" y="24"/>
                  <a:pt x="36" y="24"/>
                  <a:pt x="0"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4" name="Google Shape;894;p36"/>
          <p:cNvSpPr/>
          <p:nvPr/>
        </p:nvSpPr>
        <p:spPr>
          <a:xfrm rot="8619804">
            <a:off x="783229" y="1331305"/>
            <a:ext cx="649" cy="3049"/>
          </a:xfrm>
          <a:custGeom>
            <a:avLst/>
            <a:gdLst/>
            <a:ahLst/>
            <a:cxnLst/>
            <a:rect l="l" t="t" r="r" b="b"/>
            <a:pathLst>
              <a:path w="13" h="61" extrusionOk="0">
                <a:moveTo>
                  <a:pt x="0" y="1"/>
                </a:moveTo>
                <a:lnTo>
                  <a:pt x="0" y="24"/>
                </a:lnTo>
                <a:lnTo>
                  <a:pt x="12" y="60"/>
                </a:lnTo>
                <a:lnTo>
                  <a:pt x="0" y="1"/>
                </a:ln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5" name="Google Shape;895;p36"/>
          <p:cNvSpPr/>
          <p:nvPr/>
        </p:nvSpPr>
        <p:spPr>
          <a:xfrm rot="8619804">
            <a:off x="697006" y="1225273"/>
            <a:ext cx="3049" cy="2000"/>
          </a:xfrm>
          <a:custGeom>
            <a:avLst/>
            <a:gdLst/>
            <a:ahLst/>
            <a:cxnLst/>
            <a:rect l="l" t="t" r="r" b="b"/>
            <a:pathLst>
              <a:path w="61" h="40" extrusionOk="0">
                <a:moveTo>
                  <a:pt x="14" y="1"/>
                </a:moveTo>
                <a:cubicBezTo>
                  <a:pt x="6" y="1"/>
                  <a:pt x="1" y="5"/>
                  <a:pt x="1" y="16"/>
                </a:cubicBezTo>
                <a:lnTo>
                  <a:pt x="60" y="40"/>
                </a:lnTo>
                <a:cubicBezTo>
                  <a:pt x="60" y="23"/>
                  <a:pt x="31" y="1"/>
                  <a:pt x="14" y="1"/>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6" name="Google Shape;896;p36"/>
          <p:cNvSpPr/>
          <p:nvPr/>
        </p:nvSpPr>
        <p:spPr>
          <a:xfrm rot="8619804">
            <a:off x="689895" y="1158736"/>
            <a:ext cx="3600" cy="3000"/>
          </a:xfrm>
          <a:custGeom>
            <a:avLst/>
            <a:gdLst/>
            <a:ahLst/>
            <a:cxnLst/>
            <a:rect l="l" t="t" r="r" b="b"/>
            <a:pathLst>
              <a:path w="72" h="60" extrusionOk="0">
                <a:moveTo>
                  <a:pt x="72" y="0"/>
                </a:moveTo>
                <a:cubicBezTo>
                  <a:pt x="36" y="0"/>
                  <a:pt x="0" y="24"/>
                  <a:pt x="12" y="60"/>
                </a:cubicBezTo>
                <a:cubicBezTo>
                  <a:pt x="36" y="36"/>
                  <a:pt x="72" y="24"/>
                  <a:pt x="72"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7" name="Google Shape;897;p36"/>
          <p:cNvSpPr/>
          <p:nvPr/>
        </p:nvSpPr>
        <p:spPr>
          <a:xfrm rot="8619804">
            <a:off x="585182" y="1004141"/>
            <a:ext cx="649" cy="2300"/>
          </a:xfrm>
          <a:custGeom>
            <a:avLst/>
            <a:gdLst/>
            <a:ahLst/>
            <a:cxnLst/>
            <a:rect l="l" t="t" r="r" b="b"/>
            <a:pathLst>
              <a:path w="13" h="46" extrusionOk="0">
                <a:moveTo>
                  <a:pt x="1" y="1"/>
                </a:moveTo>
                <a:cubicBezTo>
                  <a:pt x="1" y="1"/>
                  <a:pt x="1" y="46"/>
                  <a:pt x="6" y="46"/>
                </a:cubicBezTo>
                <a:cubicBezTo>
                  <a:pt x="7" y="46"/>
                  <a:pt x="10" y="40"/>
                  <a:pt x="13" y="24"/>
                </a:cubicBezTo>
                <a:lnTo>
                  <a:pt x="1" y="1"/>
                </a:ln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199A87C-F0A5-2256-ED9C-1842CA8CB394}"/>
                  </a:ext>
                </a:extLst>
              </p:cNvPr>
              <p:cNvSpPr txBox="1"/>
              <p:nvPr/>
            </p:nvSpPr>
            <p:spPr>
              <a:xfrm>
                <a:off x="1000084" y="3429000"/>
                <a:ext cx="1039470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2000" i="1" smtClean="0">
                          <a:latin typeface="Cambria Math" panose="02040503050406030204" pitchFamily="18" charset="0"/>
                        </a:rPr>
                        <m:t>𝐸</m:t>
                      </m:r>
                      <m:d>
                        <m:dPr>
                          <m:ctrlPr>
                            <a:rPr lang="en-AU" sz="2000" i="1" smtClean="0">
                              <a:latin typeface="Cambria Math" panose="02040503050406030204" pitchFamily="18" charset="0"/>
                            </a:rPr>
                          </m:ctrlPr>
                        </m:dPr>
                        <m:e>
                          <m:r>
                            <a:rPr lang="en-AU" sz="2000" i="1" smtClean="0">
                              <a:latin typeface="Cambria Math" panose="02040503050406030204" pitchFamily="18" charset="0"/>
                            </a:rPr>
                            <m:t>𝑋</m:t>
                          </m:r>
                        </m:e>
                      </m:d>
                      <m:r>
                        <a:rPr lang="en-AU" sz="2000" i="1" smtClean="0">
                          <a:latin typeface="Cambria Math" panose="02040503050406030204" pitchFamily="18" charset="0"/>
                        </a:rPr>
                        <m:t>= 20.91</m:t>
                      </m:r>
                      <m:sSub>
                        <m:sSubPr>
                          <m:ctrlPr>
                            <a:rPr lang="en-AU" sz="2000" i="1">
                              <a:latin typeface="Cambria Math" panose="02040503050406030204" pitchFamily="18" charset="0"/>
                            </a:rPr>
                          </m:ctrlPr>
                        </m:sSubPr>
                        <m:e>
                          <m:r>
                            <a:rPr lang="en-AU" sz="2000" i="1">
                              <a:latin typeface="Cambria Math" panose="02040503050406030204" pitchFamily="18" charset="0"/>
                            </a:rPr>
                            <m:t>𝑥</m:t>
                          </m:r>
                        </m:e>
                        <m:sub>
                          <m:r>
                            <a:rPr lang="en-AU" sz="2000" i="1">
                              <a:latin typeface="Cambria Math" panose="02040503050406030204" pitchFamily="18" charset="0"/>
                            </a:rPr>
                            <m:t>1</m:t>
                          </m:r>
                        </m:sub>
                      </m:sSub>
                      <m:r>
                        <a:rPr lang="en-AU" sz="2000" i="1">
                          <a:latin typeface="Cambria Math" panose="02040503050406030204" pitchFamily="18" charset="0"/>
                        </a:rPr>
                        <m:t> </m:t>
                      </m:r>
                      <m:r>
                        <a:rPr lang="en-MY" sz="2000" b="0" i="1" smtClean="0">
                          <a:latin typeface="Cambria Math" panose="02040503050406030204" pitchFamily="18" charset="0"/>
                        </a:rPr>
                        <m:t>−</m:t>
                      </m:r>
                      <m:r>
                        <a:rPr lang="en-AU" sz="2000" i="1">
                          <a:latin typeface="Cambria Math" panose="02040503050406030204" pitchFamily="18" charset="0"/>
                        </a:rPr>
                        <m:t>170</m:t>
                      </m:r>
                      <m:sSub>
                        <m:sSubPr>
                          <m:ctrlPr>
                            <a:rPr lang="en-AU" sz="2000" i="1">
                              <a:latin typeface="Cambria Math" panose="02040503050406030204" pitchFamily="18" charset="0"/>
                            </a:rPr>
                          </m:ctrlPr>
                        </m:sSubPr>
                        <m:e>
                          <m:r>
                            <a:rPr lang="en-AU" sz="2000" i="1">
                              <a:latin typeface="Cambria Math" panose="02040503050406030204" pitchFamily="18" charset="0"/>
                            </a:rPr>
                            <m:t>𝑥</m:t>
                          </m:r>
                        </m:e>
                        <m:sub>
                          <m:r>
                            <a:rPr lang="en-AU" sz="2000" i="1">
                              <a:latin typeface="Cambria Math" panose="02040503050406030204" pitchFamily="18" charset="0"/>
                            </a:rPr>
                            <m:t>2</m:t>
                          </m:r>
                        </m:sub>
                      </m:sSub>
                      <m:r>
                        <a:rPr lang="en-AU" sz="2000" i="1">
                          <a:latin typeface="Cambria Math" panose="02040503050406030204" pitchFamily="18" charset="0"/>
                        </a:rPr>
                        <m:t> </m:t>
                      </m:r>
                      <m:r>
                        <a:rPr lang="en-MY" sz="2000" b="0" i="1" smtClean="0">
                          <a:latin typeface="Cambria Math" panose="02040503050406030204" pitchFamily="18" charset="0"/>
                        </a:rPr>
                        <m:t>−</m:t>
                      </m:r>
                      <m:r>
                        <a:rPr lang="en-AU" sz="2000" i="1">
                          <a:latin typeface="Cambria Math" panose="02040503050406030204" pitchFamily="18" charset="0"/>
                        </a:rPr>
                        <m:t>14.63</m:t>
                      </m:r>
                      <m:sSub>
                        <m:sSubPr>
                          <m:ctrlPr>
                            <a:rPr lang="en-AU" sz="2000" i="1">
                              <a:latin typeface="Cambria Math" panose="02040503050406030204" pitchFamily="18" charset="0"/>
                            </a:rPr>
                          </m:ctrlPr>
                        </m:sSubPr>
                        <m:e>
                          <m:r>
                            <a:rPr lang="en-AU" sz="2000" i="1">
                              <a:latin typeface="Cambria Math" panose="02040503050406030204" pitchFamily="18" charset="0"/>
                            </a:rPr>
                            <m:t>𝑥</m:t>
                          </m:r>
                        </m:e>
                        <m:sub>
                          <m:r>
                            <a:rPr lang="en-AU" sz="2000" i="1">
                              <a:latin typeface="Cambria Math" panose="02040503050406030204" pitchFamily="18" charset="0"/>
                            </a:rPr>
                            <m:t>3</m:t>
                          </m:r>
                        </m:sub>
                      </m:sSub>
                      <m:r>
                        <a:rPr lang="en-AU" sz="2000" i="1">
                          <a:latin typeface="Cambria Math" panose="02040503050406030204" pitchFamily="18" charset="0"/>
                        </a:rPr>
                        <m:t> +122.71</m:t>
                      </m:r>
                      <m:sSub>
                        <m:sSubPr>
                          <m:ctrlPr>
                            <a:rPr lang="en-AU" sz="2000" i="1">
                              <a:latin typeface="Cambria Math" panose="02040503050406030204" pitchFamily="18" charset="0"/>
                            </a:rPr>
                          </m:ctrlPr>
                        </m:sSubPr>
                        <m:e>
                          <m:r>
                            <a:rPr lang="en-AU" sz="2000" i="1">
                              <a:latin typeface="Cambria Math" panose="02040503050406030204" pitchFamily="18" charset="0"/>
                            </a:rPr>
                            <m:t>𝑥</m:t>
                          </m:r>
                        </m:e>
                        <m:sub>
                          <m:r>
                            <a:rPr lang="en-AU" sz="2000" i="1">
                              <a:latin typeface="Cambria Math" panose="02040503050406030204" pitchFamily="18" charset="0"/>
                            </a:rPr>
                            <m:t>4</m:t>
                          </m:r>
                        </m:sub>
                      </m:sSub>
                      <m:r>
                        <a:rPr lang="en-AU" sz="2000" i="1">
                          <a:latin typeface="Cambria Math" panose="02040503050406030204" pitchFamily="18" charset="0"/>
                        </a:rPr>
                        <m:t> +1.24</m:t>
                      </m:r>
                      <m:sSub>
                        <m:sSubPr>
                          <m:ctrlPr>
                            <a:rPr lang="en-AU" sz="2000" i="1">
                              <a:latin typeface="Cambria Math" panose="02040503050406030204" pitchFamily="18" charset="0"/>
                            </a:rPr>
                          </m:ctrlPr>
                        </m:sSubPr>
                        <m:e>
                          <m:r>
                            <a:rPr lang="en-AU" sz="2000" i="1">
                              <a:latin typeface="Cambria Math" panose="02040503050406030204" pitchFamily="18" charset="0"/>
                            </a:rPr>
                            <m:t>𝑥</m:t>
                          </m:r>
                        </m:e>
                        <m:sub>
                          <m:r>
                            <a:rPr lang="en-AU" sz="2000" i="1">
                              <a:latin typeface="Cambria Math" panose="02040503050406030204" pitchFamily="18" charset="0"/>
                            </a:rPr>
                            <m:t>5</m:t>
                          </m:r>
                        </m:sub>
                      </m:sSub>
                      <m:r>
                        <a:rPr lang="en-AU" sz="2000" i="1">
                          <a:latin typeface="Cambria Math" panose="02040503050406030204" pitchFamily="18" charset="0"/>
                        </a:rPr>
                        <m:t> +21.40</m:t>
                      </m:r>
                      <m:sSub>
                        <m:sSubPr>
                          <m:ctrlPr>
                            <a:rPr lang="en-AU" sz="2000" i="1">
                              <a:latin typeface="Cambria Math" panose="02040503050406030204" pitchFamily="18" charset="0"/>
                            </a:rPr>
                          </m:ctrlPr>
                        </m:sSubPr>
                        <m:e>
                          <m:r>
                            <a:rPr lang="en-AU" sz="2000" i="1">
                              <a:latin typeface="Cambria Math" panose="02040503050406030204" pitchFamily="18" charset="0"/>
                            </a:rPr>
                            <m:t>𝑥</m:t>
                          </m:r>
                        </m:e>
                        <m:sub>
                          <m:r>
                            <a:rPr lang="en-AU" sz="2000" i="1">
                              <a:latin typeface="Cambria Math" panose="02040503050406030204" pitchFamily="18" charset="0"/>
                            </a:rPr>
                            <m:t>6</m:t>
                          </m:r>
                        </m:sub>
                      </m:sSub>
                      <m:r>
                        <a:rPr lang="en-AU" sz="2000" i="1">
                          <a:latin typeface="Cambria Math" panose="02040503050406030204" pitchFamily="18" charset="0"/>
                        </a:rPr>
                        <m:t> </m:t>
                      </m:r>
                      <m:r>
                        <a:rPr lang="en-MY" sz="2000" b="0" i="1" smtClean="0">
                          <a:latin typeface="Cambria Math" panose="02040503050406030204" pitchFamily="18" charset="0"/>
                        </a:rPr>
                        <m:t>−</m:t>
                      </m:r>
                      <m:r>
                        <a:rPr lang="en-AU" sz="2000" i="1">
                          <a:latin typeface="Cambria Math" panose="02040503050406030204" pitchFamily="18" charset="0"/>
                        </a:rPr>
                        <m:t>19.57</m:t>
                      </m:r>
                      <m:sSub>
                        <m:sSubPr>
                          <m:ctrlPr>
                            <a:rPr lang="en-AU" sz="2000" i="1">
                              <a:latin typeface="Cambria Math" panose="02040503050406030204" pitchFamily="18" charset="0"/>
                            </a:rPr>
                          </m:ctrlPr>
                        </m:sSubPr>
                        <m:e>
                          <m:r>
                            <a:rPr lang="en-AU" sz="2000" i="1">
                              <a:latin typeface="Cambria Math" panose="02040503050406030204" pitchFamily="18" charset="0"/>
                            </a:rPr>
                            <m:t>𝑥</m:t>
                          </m:r>
                        </m:e>
                        <m:sub>
                          <m:r>
                            <a:rPr lang="en-AU" sz="2000" i="1">
                              <a:latin typeface="Cambria Math" panose="02040503050406030204" pitchFamily="18" charset="0"/>
                            </a:rPr>
                            <m:t>7</m:t>
                          </m:r>
                        </m:sub>
                      </m:sSub>
                      <m:r>
                        <a:rPr lang="en-AU" sz="2000" i="1">
                          <a:latin typeface="Cambria Math" panose="02040503050406030204" pitchFamily="18" charset="0"/>
                        </a:rPr>
                        <m:t> </m:t>
                      </m:r>
                      <m:r>
                        <a:rPr lang="en-MY" sz="2000" b="0" i="1" smtClean="0">
                          <a:latin typeface="Cambria Math" panose="02040503050406030204" pitchFamily="18" charset="0"/>
                        </a:rPr>
                        <m:t>−</m:t>
                      </m:r>
                      <m:r>
                        <a:rPr lang="en-AU" sz="2000" i="1">
                          <a:latin typeface="Cambria Math" panose="02040503050406030204" pitchFamily="18" charset="0"/>
                        </a:rPr>
                        <m:t>41431.6</m:t>
                      </m:r>
                    </m:oMath>
                  </m:oMathPara>
                </a14:m>
                <a:endParaRPr lang="en-AU" sz="2000"/>
              </a:p>
            </p:txBody>
          </p:sp>
        </mc:Choice>
        <mc:Fallback xmlns="">
          <p:sp>
            <p:nvSpPr>
              <p:cNvPr id="2" name="TextBox 1">
                <a:extLst>
                  <a:ext uri="{FF2B5EF4-FFF2-40B4-BE49-F238E27FC236}">
                    <a16:creationId xmlns:a16="http://schemas.microsoft.com/office/drawing/2014/main" id="{7199A87C-F0A5-2256-ED9C-1842CA8CB394}"/>
                  </a:ext>
                </a:extLst>
              </p:cNvPr>
              <p:cNvSpPr txBox="1">
                <a:spLocks noRot="1" noChangeAspect="1" noMove="1" noResize="1" noEditPoints="1" noAdjustHandles="1" noChangeArrowheads="1" noChangeShapeType="1" noTextEdit="1"/>
              </p:cNvSpPr>
              <p:nvPr/>
            </p:nvSpPr>
            <p:spPr>
              <a:xfrm>
                <a:off x="1000084" y="3429000"/>
                <a:ext cx="10394705" cy="307777"/>
              </a:xfrm>
              <a:prstGeom prst="rect">
                <a:avLst/>
              </a:prstGeom>
              <a:blipFill>
                <a:blip r:embed="rId3"/>
                <a:stretch>
                  <a:fillRect l="-59" r="-117" b="-16000"/>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A1EA9040-9694-8F5B-A4A2-B0142412017C}"/>
              </a:ext>
            </a:extLst>
          </p:cNvPr>
          <p:cNvSpPr/>
          <p:nvPr/>
        </p:nvSpPr>
        <p:spPr>
          <a:xfrm>
            <a:off x="1000084" y="3991445"/>
            <a:ext cx="10512865" cy="2165515"/>
          </a:xfrm>
          <a:prstGeom prst="rect">
            <a:avLst/>
          </a:prstGeom>
          <a:solidFill>
            <a:schemeClr val="bg2">
              <a:lumMod val="90000"/>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10537170-0D09-6075-1A75-2EADFE51F94B}"/>
              </a:ext>
            </a:extLst>
          </p:cNvPr>
          <p:cNvSpPr txBox="1"/>
          <p:nvPr/>
        </p:nvSpPr>
        <p:spPr>
          <a:xfrm>
            <a:off x="1128820" y="4192727"/>
            <a:ext cx="10265970" cy="1754326"/>
          </a:xfrm>
          <a:prstGeom prst="rect">
            <a:avLst/>
          </a:prstGeom>
          <a:noFill/>
        </p:spPr>
        <p:txBody>
          <a:bodyPr wrap="square" rtlCol="0">
            <a:spAutoFit/>
          </a:bodyPr>
          <a:lstStyle/>
          <a:p>
            <a:r>
              <a:rPr lang="en-MY" b="1"/>
              <a:t>For example:</a:t>
            </a:r>
          </a:p>
          <a:p>
            <a:r>
              <a:rPr lang="en-AU"/>
              <a:t>Unit that is built in 2021 with 1 room, 1 parking, 1 bathroom, with a size of 400 </a:t>
            </a:r>
            <a:r>
              <a:rPr lang="en-AU" err="1"/>
              <a:t>sqft</a:t>
            </a:r>
            <a:r>
              <a:rPr lang="en-AU"/>
              <a:t>, 3 facilities, with distance to the centre of 3km brings:</a:t>
            </a:r>
          </a:p>
          <a:p>
            <a:endParaRPr lang="en-AU"/>
          </a:p>
          <a:p>
            <a:pPr algn="ctr"/>
            <a:r>
              <a:rPr lang="en-AU" b="1"/>
              <a:t>E(X) = RM 1267.08</a:t>
            </a:r>
          </a:p>
          <a:p>
            <a:endParaRPr lang="en-AU"/>
          </a:p>
        </p:txBody>
      </p:sp>
      <p:sp>
        <p:nvSpPr>
          <p:cNvPr id="6" name="Google Shape;962;p41">
            <a:extLst>
              <a:ext uri="{FF2B5EF4-FFF2-40B4-BE49-F238E27FC236}">
                <a16:creationId xmlns:a16="http://schemas.microsoft.com/office/drawing/2014/main" id="{FB4BF049-6CAE-20F1-2B13-D1B031C1987D}"/>
              </a:ext>
            </a:extLst>
          </p:cNvPr>
          <p:cNvSpPr txBox="1">
            <a:spLocks noGrp="1"/>
          </p:cNvSpPr>
          <p:nvPr/>
        </p:nvSpPr>
        <p:spPr>
          <a:xfrm>
            <a:off x="794216" y="121464"/>
            <a:ext cx="10600573" cy="704347"/>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US" altLang="zh-CN" sz="4000">
                <a:solidFill>
                  <a:srgbClr val="434377"/>
                </a:solidFill>
                <a:latin typeface="Bebas Neue"/>
              </a:rPr>
              <a:t>Section 6: Discussion</a:t>
            </a:r>
            <a:endParaRPr lang="en" sz="4000">
              <a:solidFill>
                <a:srgbClr val="434377"/>
              </a:solidFill>
              <a:latin typeface="Bebas Neue"/>
            </a:endParaRPr>
          </a:p>
        </p:txBody>
      </p:sp>
      <p:sp>
        <p:nvSpPr>
          <p:cNvPr id="9" name="Google Shape;472;p31">
            <a:extLst>
              <a:ext uri="{FF2B5EF4-FFF2-40B4-BE49-F238E27FC236}">
                <a16:creationId xmlns:a16="http://schemas.microsoft.com/office/drawing/2014/main" id="{AF1DF90B-2AA8-A15A-B34A-88074441A50E}"/>
              </a:ext>
            </a:extLst>
          </p:cNvPr>
          <p:cNvSpPr txBox="1">
            <a:spLocks noGrp="1"/>
          </p:cNvSpPr>
          <p:nvPr/>
        </p:nvSpPr>
        <p:spPr>
          <a:xfrm>
            <a:off x="1240755" y="1412925"/>
            <a:ext cx="10512865" cy="1004400"/>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1400"/>
              <a:buFont typeface="Nunito"/>
              <a:buNone/>
              <a:defRPr sz="1867" b="0" kern="1200" cap="all" spc="30" baseline="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r>
              <a:rPr lang="en" sz="2000" cap="none">
                <a:latin typeface="Univers Condensed"/>
              </a:rPr>
              <a:t>How to find the most suitable rental area (or property name, type etc.) to be invested, or rented?</a:t>
            </a:r>
            <a:endParaRPr lang="en-US" sz="2000" cap="none">
              <a:latin typeface="Univers Condensed"/>
            </a:endParaRPr>
          </a:p>
        </p:txBody>
      </p:sp>
      <p:sp>
        <p:nvSpPr>
          <p:cNvPr id="10" name="Title 10">
            <a:extLst>
              <a:ext uri="{FF2B5EF4-FFF2-40B4-BE49-F238E27FC236}">
                <a16:creationId xmlns:a16="http://schemas.microsoft.com/office/drawing/2014/main" id="{38FC01AA-66BC-1043-EDF8-E04AE1F210FC}"/>
              </a:ext>
            </a:extLst>
          </p:cNvPr>
          <p:cNvSpPr>
            <a:spLocks noGrp="1"/>
          </p:cNvSpPr>
          <p:nvPr/>
        </p:nvSpPr>
        <p:spPr>
          <a:xfrm>
            <a:off x="196629" y="1216282"/>
            <a:ext cx="1102800" cy="708800"/>
          </a:xfrm>
          <a:prstGeom prst="rect">
            <a:avLst/>
          </a:prstGeom>
        </p:spPr>
        <p:txBody>
          <a:bodyPr spcFirstLastPara="1" vert="horz" wrap="square" lIns="91425" tIns="91425" rIns="91425" bIns="91425" rtlCol="0" anchor="ctr" anchorCtr="0">
            <a:noAutofit/>
          </a:bodyPr>
          <a:lstStyle>
            <a:lvl1pPr lvl="0" algn="r" defTabSz="914400" rtl="0" eaLnBrk="1" latinLnBrk="0" hangingPunct="1">
              <a:lnSpc>
                <a:spcPct val="100000"/>
              </a:lnSpc>
              <a:spcBef>
                <a:spcPts val="0"/>
              </a:spcBef>
              <a:spcAft>
                <a:spcPts val="0"/>
              </a:spcAft>
              <a:buSzPts val="3000"/>
              <a:buNone/>
              <a:defRPr sz="4933" b="0" kern="1200" cap="all" spc="30" baseline="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GB" sz="4800">
                <a:solidFill>
                  <a:srgbClr val="A27451"/>
                </a:solidFill>
                <a:latin typeface="Constantia"/>
              </a:rPr>
              <a:t>03</a:t>
            </a:r>
            <a:endParaRPr lang="en-GB" sz="6000">
              <a:solidFill>
                <a:srgbClr val="A27451"/>
              </a:solidFill>
              <a:latin typeface="Constantia"/>
            </a:endParaRPr>
          </a:p>
        </p:txBody>
      </p:sp>
    </p:spTree>
    <p:extLst>
      <p:ext uri="{BB962C8B-B14F-4D97-AF65-F5344CB8AC3E}">
        <p14:creationId xmlns:p14="http://schemas.microsoft.com/office/powerpoint/2010/main" val="24318057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6" grpId="0"/>
      <p:bldP spid="2" grpId="0"/>
      <p:bldP spid="3" grpId="0" animBg="1"/>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80" name="Google Shape;880;p36"/>
          <p:cNvSpPr/>
          <p:nvPr/>
        </p:nvSpPr>
        <p:spPr>
          <a:xfrm rot="8619804">
            <a:off x="910596" y="1224077"/>
            <a:ext cx="5600" cy="19648"/>
          </a:xfrm>
          <a:custGeom>
            <a:avLst/>
            <a:gdLst/>
            <a:ahLst/>
            <a:cxnLst/>
            <a:rect l="l" t="t" r="r" b="b"/>
            <a:pathLst>
              <a:path w="112" h="393" extrusionOk="0">
                <a:moveTo>
                  <a:pt x="20" y="0"/>
                </a:moveTo>
                <a:cubicBezTo>
                  <a:pt x="8" y="0"/>
                  <a:pt x="1" y="47"/>
                  <a:pt x="5" y="183"/>
                </a:cubicBezTo>
                <a:cubicBezTo>
                  <a:pt x="7" y="120"/>
                  <a:pt x="11" y="96"/>
                  <a:pt x="17" y="96"/>
                </a:cubicBezTo>
                <a:cubicBezTo>
                  <a:pt x="38" y="96"/>
                  <a:pt x="78" y="393"/>
                  <a:pt x="98" y="393"/>
                </a:cubicBezTo>
                <a:cubicBezTo>
                  <a:pt x="106" y="393"/>
                  <a:pt x="112" y="347"/>
                  <a:pt x="112" y="219"/>
                </a:cubicBezTo>
                <a:lnTo>
                  <a:pt x="112" y="219"/>
                </a:lnTo>
                <a:cubicBezTo>
                  <a:pt x="111" y="221"/>
                  <a:pt x="110" y="222"/>
                  <a:pt x="110" y="222"/>
                </a:cubicBezTo>
                <a:cubicBezTo>
                  <a:pt x="97" y="222"/>
                  <a:pt x="47" y="0"/>
                  <a:pt x="20"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1" name="Google Shape;881;p36"/>
          <p:cNvSpPr/>
          <p:nvPr/>
        </p:nvSpPr>
        <p:spPr>
          <a:xfrm rot="8619804">
            <a:off x="768170" y="1318910"/>
            <a:ext cx="649" cy="900"/>
          </a:xfrm>
          <a:custGeom>
            <a:avLst/>
            <a:gdLst/>
            <a:ahLst/>
            <a:cxnLst/>
            <a:rect l="l" t="t" r="r" b="b"/>
            <a:pathLst>
              <a:path w="13" h="18" extrusionOk="0">
                <a:moveTo>
                  <a:pt x="1" y="0"/>
                </a:moveTo>
                <a:cubicBezTo>
                  <a:pt x="1" y="9"/>
                  <a:pt x="7" y="17"/>
                  <a:pt x="10" y="17"/>
                </a:cubicBezTo>
                <a:cubicBezTo>
                  <a:pt x="12" y="17"/>
                  <a:pt x="13" y="16"/>
                  <a:pt x="13" y="12"/>
                </a:cubicBezTo>
                <a:cubicBezTo>
                  <a:pt x="13" y="12"/>
                  <a:pt x="13" y="0"/>
                  <a:pt x="1"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2" name="Google Shape;882;p36"/>
          <p:cNvSpPr/>
          <p:nvPr/>
        </p:nvSpPr>
        <p:spPr>
          <a:xfrm rot="8619804">
            <a:off x="763697" y="1306964"/>
            <a:ext cx="649" cy="649"/>
          </a:xfrm>
          <a:custGeom>
            <a:avLst/>
            <a:gdLst/>
            <a:ahLst/>
            <a:cxnLst/>
            <a:rect l="l" t="t" r="r" b="b"/>
            <a:pathLst>
              <a:path w="13" h="13" extrusionOk="0">
                <a:moveTo>
                  <a:pt x="12" y="0"/>
                </a:moveTo>
                <a:cubicBezTo>
                  <a:pt x="12" y="0"/>
                  <a:pt x="0" y="12"/>
                  <a:pt x="12" y="12"/>
                </a:cubicBezTo>
                <a:lnTo>
                  <a:pt x="12" y="0"/>
                </a:ln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3" name="Google Shape;883;p36"/>
          <p:cNvSpPr/>
          <p:nvPr/>
        </p:nvSpPr>
        <p:spPr>
          <a:xfrm rot="8619804">
            <a:off x="753392" y="1285966"/>
            <a:ext cx="49" cy="649"/>
          </a:xfrm>
          <a:custGeom>
            <a:avLst/>
            <a:gdLst/>
            <a:ahLst/>
            <a:cxnLst/>
            <a:rect l="l" t="t" r="r" b="b"/>
            <a:pathLst>
              <a:path w="1" h="13" extrusionOk="0">
                <a:moveTo>
                  <a:pt x="1" y="13"/>
                </a:moveTo>
                <a:lnTo>
                  <a:pt x="1" y="13"/>
                </a:lnTo>
                <a:cubicBezTo>
                  <a:pt x="1" y="1"/>
                  <a:pt x="1" y="13"/>
                  <a:pt x="1" y="13"/>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4" name="Google Shape;884;p36"/>
          <p:cNvSpPr/>
          <p:nvPr/>
        </p:nvSpPr>
        <p:spPr>
          <a:xfrm rot="8619804">
            <a:off x="666811" y="1105030"/>
            <a:ext cx="6000" cy="2649"/>
          </a:xfrm>
          <a:custGeom>
            <a:avLst/>
            <a:gdLst/>
            <a:ahLst/>
            <a:cxnLst/>
            <a:rect l="l" t="t" r="r" b="b"/>
            <a:pathLst>
              <a:path w="120" h="53" extrusionOk="0">
                <a:moveTo>
                  <a:pt x="33" y="0"/>
                </a:moveTo>
                <a:cubicBezTo>
                  <a:pt x="19" y="0"/>
                  <a:pt x="8" y="6"/>
                  <a:pt x="1" y="24"/>
                </a:cubicBezTo>
                <a:cubicBezTo>
                  <a:pt x="8" y="16"/>
                  <a:pt x="15" y="13"/>
                  <a:pt x="21" y="13"/>
                </a:cubicBezTo>
                <a:cubicBezTo>
                  <a:pt x="44" y="13"/>
                  <a:pt x="58" y="53"/>
                  <a:pt x="82" y="53"/>
                </a:cubicBezTo>
                <a:cubicBezTo>
                  <a:pt x="93" y="53"/>
                  <a:pt x="105" y="45"/>
                  <a:pt x="120" y="24"/>
                </a:cubicBezTo>
                <a:lnTo>
                  <a:pt x="120" y="24"/>
                </a:lnTo>
                <a:cubicBezTo>
                  <a:pt x="118" y="25"/>
                  <a:pt x="116" y="25"/>
                  <a:pt x="113" y="25"/>
                </a:cubicBezTo>
                <a:cubicBezTo>
                  <a:pt x="94" y="25"/>
                  <a:pt x="60" y="0"/>
                  <a:pt x="33"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5" name="Google Shape;885;p36"/>
          <p:cNvSpPr/>
          <p:nvPr/>
        </p:nvSpPr>
        <p:spPr>
          <a:xfrm rot="8619804">
            <a:off x="696277" y="1221914"/>
            <a:ext cx="1249" cy="1249"/>
          </a:xfrm>
          <a:custGeom>
            <a:avLst/>
            <a:gdLst/>
            <a:ahLst/>
            <a:cxnLst/>
            <a:rect l="l" t="t" r="r" b="b"/>
            <a:pathLst>
              <a:path w="25" h="25" extrusionOk="0">
                <a:moveTo>
                  <a:pt x="25" y="0"/>
                </a:moveTo>
                <a:lnTo>
                  <a:pt x="1" y="24"/>
                </a:lnTo>
                <a:cubicBezTo>
                  <a:pt x="13" y="24"/>
                  <a:pt x="25" y="12"/>
                  <a:pt x="25"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6" name="Google Shape;886;p36"/>
          <p:cNvSpPr/>
          <p:nvPr/>
        </p:nvSpPr>
        <p:spPr>
          <a:xfrm rot="8619804">
            <a:off x="675267" y="1241989"/>
            <a:ext cx="1800" cy="4200"/>
          </a:xfrm>
          <a:custGeom>
            <a:avLst/>
            <a:gdLst/>
            <a:ahLst/>
            <a:cxnLst/>
            <a:rect l="l" t="t" r="r" b="b"/>
            <a:pathLst>
              <a:path w="36" h="84" extrusionOk="0">
                <a:moveTo>
                  <a:pt x="36" y="0"/>
                </a:moveTo>
                <a:cubicBezTo>
                  <a:pt x="24" y="36"/>
                  <a:pt x="12" y="60"/>
                  <a:pt x="0" y="84"/>
                </a:cubicBezTo>
                <a:cubicBezTo>
                  <a:pt x="12" y="60"/>
                  <a:pt x="24" y="36"/>
                  <a:pt x="36"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7" name="Google Shape;887;p36"/>
          <p:cNvSpPr/>
          <p:nvPr/>
        </p:nvSpPr>
        <p:spPr>
          <a:xfrm rot="8619804">
            <a:off x="673222" y="1228425"/>
            <a:ext cx="3649" cy="1200"/>
          </a:xfrm>
          <a:custGeom>
            <a:avLst/>
            <a:gdLst/>
            <a:ahLst/>
            <a:cxnLst/>
            <a:rect l="l" t="t" r="r" b="b"/>
            <a:pathLst>
              <a:path w="73" h="24" extrusionOk="0">
                <a:moveTo>
                  <a:pt x="72" y="0"/>
                </a:moveTo>
                <a:cubicBezTo>
                  <a:pt x="36" y="0"/>
                  <a:pt x="1" y="0"/>
                  <a:pt x="24" y="24"/>
                </a:cubicBezTo>
                <a:lnTo>
                  <a:pt x="72" y="0"/>
                </a:ln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8" name="Google Shape;888;p36"/>
          <p:cNvSpPr/>
          <p:nvPr/>
        </p:nvSpPr>
        <p:spPr>
          <a:xfrm rot="8619804">
            <a:off x="553764" y="1005454"/>
            <a:ext cx="649" cy="649"/>
          </a:xfrm>
          <a:custGeom>
            <a:avLst/>
            <a:gdLst/>
            <a:ahLst/>
            <a:cxnLst/>
            <a:rect l="l" t="t" r="r" b="b"/>
            <a:pathLst>
              <a:path w="13" h="13" extrusionOk="0">
                <a:moveTo>
                  <a:pt x="1" y="1"/>
                </a:moveTo>
                <a:lnTo>
                  <a:pt x="13" y="12"/>
                </a:lnTo>
                <a:cubicBezTo>
                  <a:pt x="13" y="1"/>
                  <a:pt x="13" y="1"/>
                  <a:pt x="1" y="1"/>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89" name="Google Shape;889;p36"/>
          <p:cNvSpPr/>
          <p:nvPr/>
        </p:nvSpPr>
        <p:spPr>
          <a:xfrm rot="8619804">
            <a:off x="723680" y="1291413"/>
            <a:ext cx="649" cy="1249"/>
          </a:xfrm>
          <a:custGeom>
            <a:avLst/>
            <a:gdLst/>
            <a:ahLst/>
            <a:cxnLst/>
            <a:rect l="l" t="t" r="r" b="b"/>
            <a:pathLst>
              <a:path w="13" h="25" extrusionOk="0">
                <a:moveTo>
                  <a:pt x="1" y="1"/>
                </a:moveTo>
                <a:cubicBezTo>
                  <a:pt x="13" y="25"/>
                  <a:pt x="1" y="1"/>
                  <a:pt x="1" y="1"/>
                </a:cubicBezTo>
                <a:cubicBezTo>
                  <a:pt x="1" y="1"/>
                  <a:pt x="1" y="1"/>
                  <a:pt x="1" y="1"/>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0" name="Google Shape;890;p36"/>
          <p:cNvSpPr/>
          <p:nvPr/>
        </p:nvSpPr>
        <p:spPr>
          <a:xfrm rot="8619804">
            <a:off x="760405" y="1329812"/>
            <a:ext cx="1849" cy="1800"/>
          </a:xfrm>
          <a:custGeom>
            <a:avLst/>
            <a:gdLst/>
            <a:ahLst/>
            <a:cxnLst/>
            <a:rect l="l" t="t" r="r" b="b"/>
            <a:pathLst>
              <a:path w="37" h="36" extrusionOk="0">
                <a:moveTo>
                  <a:pt x="1" y="0"/>
                </a:moveTo>
                <a:cubicBezTo>
                  <a:pt x="13" y="12"/>
                  <a:pt x="25" y="24"/>
                  <a:pt x="37" y="36"/>
                </a:cubicBezTo>
                <a:cubicBezTo>
                  <a:pt x="37" y="12"/>
                  <a:pt x="37" y="0"/>
                  <a:pt x="1"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1" name="Google Shape;891;p36"/>
          <p:cNvSpPr/>
          <p:nvPr/>
        </p:nvSpPr>
        <p:spPr>
          <a:xfrm rot="8619804">
            <a:off x="759233" y="1327994"/>
            <a:ext cx="1249" cy="2449"/>
          </a:xfrm>
          <a:custGeom>
            <a:avLst/>
            <a:gdLst/>
            <a:ahLst/>
            <a:cxnLst/>
            <a:rect l="l" t="t" r="r" b="b"/>
            <a:pathLst>
              <a:path w="25" h="49" extrusionOk="0">
                <a:moveTo>
                  <a:pt x="13" y="1"/>
                </a:moveTo>
                <a:cubicBezTo>
                  <a:pt x="1" y="13"/>
                  <a:pt x="1" y="37"/>
                  <a:pt x="13" y="49"/>
                </a:cubicBezTo>
                <a:cubicBezTo>
                  <a:pt x="25" y="37"/>
                  <a:pt x="25" y="13"/>
                  <a:pt x="13" y="1"/>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2" name="Google Shape;892;p36"/>
          <p:cNvSpPr/>
          <p:nvPr/>
        </p:nvSpPr>
        <p:spPr>
          <a:xfrm rot="8619804">
            <a:off x="794156" y="1357128"/>
            <a:ext cx="2449" cy="600"/>
          </a:xfrm>
          <a:custGeom>
            <a:avLst/>
            <a:gdLst/>
            <a:ahLst/>
            <a:cxnLst/>
            <a:rect l="l" t="t" r="r" b="b"/>
            <a:pathLst>
              <a:path w="49" h="12" extrusionOk="0">
                <a:moveTo>
                  <a:pt x="1" y="1"/>
                </a:moveTo>
                <a:cubicBezTo>
                  <a:pt x="1" y="9"/>
                  <a:pt x="2" y="11"/>
                  <a:pt x="5" y="11"/>
                </a:cubicBezTo>
                <a:cubicBezTo>
                  <a:pt x="11" y="11"/>
                  <a:pt x="25" y="1"/>
                  <a:pt x="48" y="1"/>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3" name="Google Shape;893;p36"/>
          <p:cNvSpPr/>
          <p:nvPr/>
        </p:nvSpPr>
        <p:spPr>
          <a:xfrm rot="8619804">
            <a:off x="772295" y="1352492"/>
            <a:ext cx="3000" cy="2400"/>
          </a:xfrm>
          <a:custGeom>
            <a:avLst/>
            <a:gdLst/>
            <a:ahLst/>
            <a:cxnLst/>
            <a:rect l="l" t="t" r="r" b="b"/>
            <a:pathLst>
              <a:path w="60" h="48" extrusionOk="0">
                <a:moveTo>
                  <a:pt x="0" y="0"/>
                </a:moveTo>
                <a:lnTo>
                  <a:pt x="12" y="48"/>
                </a:lnTo>
                <a:cubicBezTo>
                  <a:pt x="60" y="24"/>
                  <a:pt x="36" y="24"/>
                  <a:pt x="0"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4" name="Google Shape;894;p36"/>
          <p:cNvSpPr/>
          <p:nvPr/>
        </p:nvSpPr>
        <p:spPr>
          <a:xfrm rot="8619804">
            <a:off x="783229" y="1331305"/>
            <a:ext cx="649" cy="3049"/>
          </a:xfrm>
          <a:custGeom>
            <a:avLst/>
            <a:gdLst/>
            <a:ahLst/>
            <a:cxnLst/>
            <a:rect l="l" t="t" r="r" b="b"/>
            <a:pathLst>
              <a:path w="13" h="61" extrusionOk="0">
                <a:moveTo>
                  <a:pt x="0" y="1"/>
                </a:moveTo>
                <a:lnTo>
                  <a:pt x="0" y="24"/>
                </a:lnTo>
                <a:lnTo>
                  <a:pt x="12" y="60"/>
                </a:lnTo>
                <a:lnTo>
                  <a:pt x="0" y="1"/>
                </a:ln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5" name="Google Shape;895;p36"/>
          <p:cNvSpPr/>
          <p:nvPr/>
        </p:nvSpPr>
        <p:spPr>
          <a:xfrm rot="8619804">
            <a:off x="697006" y="1225273"/>
            <a:ext cx="3049" cy="2000"/>
          </a:xfrm>
          <a:custGeom>
            <a:avLst/>
            <a:gdLst/>
            <a:ahLst/>
            <a:cxnLst/>
            <a:rect l="l" t="t" r="r" b="b"/>
            <a:pathLst>
              <a:path w="61" h="40" extrusionOk="0">
                <a:moveTo>
                  <a:pt x="14" y="1"/>
                </a:moveTo>
                <a:cubicBezTo>
                  <a:pt x="6" y="1"/>
                  <a:pt x="1" y="5"/>
                  <a:pt x="1" y="16"/>
                </a:cubicBezTo>
                <a:lnTo>
                  <a:pt x="60" y="40"/>
                </a:lnTo>
                <a:cubicBezTo>
                  <a:pt x="60" y="23"/>
                  <a:pt x="31" y="1"/>
                  <a:pt x="14" y="1"/>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6" name="Google Shape;896;p36"/>
          <p:cNvSpPr/>
          <p:nvPr/>
        </p:nvSpPr>
        <p:spPr>
          <a:xfrm rot="8619804">
            <a:off x="689895" y="1158736"/>
            <a:ext cx="3600" cy="3000"/>
          </a:xfrm>
          <a:custGeom>
            <a:avLst/>
            <a:gdLst/>
            <a:ahLst/>
            <a:cxnLst/>
            <a:rect l="l" t="t" r="r" b="b"/>
            <a:pathLst>
              <a:path w="72" h="60" extrusionOk="0">
                <a:moveTo>
                  <a:pt x="72" y="0"/>
                </a:moveTo>
                <a:cubicBezTo>
                  <a:pt x="36" y="0"/>
                  <a:pt x="0" y="24"/>
                  <a:pt x="12" y="60"/>
                </a:cubicBezTo>
                <a:cubicBezTo>
                  <a:pt x="36" y="36"/>
                  <a:pt x="72" y="24"/>
                  <a:pt x="72" y="0"/>
                </a:cubicBez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97" name="Google Shape;897;p36"/>
          <p:cNvSpPr/>
          <p:nvPr/>
        </p:nvSpPr>
        <p:spPr>
          <a:xfrm rot="8619804">
            <a:off x="585182" y="1004141"/>
            <a:ext cx="649" cy="2300"/>
          </a:xfrm>
          <a:custGeom>
            <a:avLst/>
            <a:gdLst/>
            <a:ahLst/>
            <a:cxnLst/>
            <a:rect l="l" t="t" r="r" b="b"/>
            <a:pathLst>
              <a:path w="13" h="46" extrusionOk="0">
                <a:moveTo>
                  <a:pt x="1" y="1"/>
                </a:moveTo>
                <a:cubicBezTo>
                  <a:pt x="1" y="1"/>
                  <a:pt x="1" y="46"/>
                  <a:pt x="6" y="46"/>
                </a:cubicBezTo>
                <a:cubicBezTo>
                  <a:pt x="7" y="46"/>
                  <a:pt x="10" y="40"/>
                  <a:pt x="13" y="24"/>
                </a:cubicBezTo>
                <a:lnTo>
                  <a:pt x="1" y="1"/>
                </a:lnTo>
                <a:close/>
              </a:path>
            </a:pathLst>
          </a:custGeom>
          <a:solidFill>
            <a:srgbClr val="00000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9" name="Google Shape;876;p36">
            <a:extLst>
              <a:ext uri="{FF2B5EF4-FFF2-40B4-BE49-F238E27FC236}">
                <a16:creationId xmlns:a16="http://schemas.microsoft.com/office/drawing/2014/main" id="{7F22CE48-87A8-83A6-988C-7BA567429F12}"/>
              </a:ext>
            </a:extLst>
          </p:cNvPr>
          <p:cNvSpPr txBox="1">
            <a:spLocks/>
          </p:cNvSpPr>
          <p:nvPr/>
        </p:nvSpPr>
        <p:spPr>
          <a:xfrm>
            <a:off x="584563" y="2134954"/>
            <a:ext cx="10622199" cy="1105041"/>
          </a:xfrm>
          <a:prstGeom prst="rect">
            <a:avLst/>
          </a:prstGeom>
        </p:spPr>
        <p:txBody>
          <a:bodyPr spcFirstLastPara="1" vert="horz" wrap="square" lIns="121900" tIns="121900" rIns="121900" bIns="121900" rtlCol="0" anchor="t"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9pPr>
          </a:lstStyle>
          <a:p>
            <a:pPr algn="just"/>
            <a:r>
              <a:rPr lang="en-GB" sz="1850">
                <a:latin typeface="Segoe UI"/>
              </a:rPr>
              <a:t>Based on a heatmap created when analysing </a:t>
            </a:r>
            <a:r>
              <a:rPr lang="en-GB" sz="1850" b="1" i="1">
                <a:solidFill>
                  <a:schemeClr val="accent5">
                    <a:lumMod val="50000"/>
                  </a:schemeClr>
                </a:solidFill>
                <a:latin typeface="Constantia"/>
              </a:rPr>
              <a:t>Rent vs City</a:t>
            </a:r>
            <a:r>
              <a:rPr lang="en-GB" sz="1850">
                <a:latin typeface="Segoe UI"/>
              </a:rPr>
              <a:t>, property developers is suggested to build a new property at the yellow and green areas because these are the areas that have potential to give back a high return of investment (ROI).</a:t>
            </a:r>
            <a:endParaRPr lang="en-US" sz="1850">
              <a:latin typeface="Segoe UI"/>
            </a:endParaRPr>
          </a:p>
        </p:txBody>
      </p:sp>
      <p:pic>
        <p:nvPicPr>
          <p:cNvPr id="2" name="Picture 1">
            <a:extLst>
              <a:ext uri="{FF2B5EF4-FFF2-40B4-BE49-F238E27FC236}">
                <a16:creationId xmlns:a16="http://schemas.microsoft.com/office/drawing/2014/main" id="{EC154D42-6F23-0B95-F8E7-7111BB4AD5F1}"/>
              </a:ext>
            </a:extLst>
          </p:cNvPr>
          <p:cNvPicPr>
            <a:picLocks noChangeAspect="1"/>
          </p:cNvPicPr>
          <p:nvPr/>
        </p:nvPicPr>
        <p:blipFill rotWithShape="1">
          <a:blip r:embed="rId3"/>
          <a:srcRect l="10735" t="28124" b="44253"/>
          <a:stretch/>
        </p:blipFill>
        <p:spPr>
          <a:xfrm>
            <a:off x="905319" y="3290481"/>
            <a:ext cx="10116451" cy="2708306"/>
          </a:xfrm>
          <a:prstGeom prst="rect">
            <a:avLst/>
          </a:prstGeom>
          <a:ln w="28575">
            <a:solidFill>
              <a:schemeClr val="tx1"/>
            </a:solidFill>
          </a:ln>
        </p:spPr>
      </p:pic>
      <p:sp>
        <p:nvSpPr>
          <p:cNvPr id="4" name="Google Shape;962;p41">
            <a:extLst>
              <a:ext uri="{FF2B5EF4-FFF2-40B4-BE49-F238E27FC236}">
                <a16:creationId xmlns:a16="http://schemas.microsoft.com/office/drawing/2014/main" id="{EC6D8600-E8B8-58D5-C90B-5C6D7E840B3A}"/>
              </a:ext>
            </a:extLst>
          </p:cNvPr>
          <p:cNvSpPr txBox="1">
            <a:spLocks noGrp="1"/>
          </p:cNvSpPr>
          <p:nvPr/>
        </p:nvSpPr>
        <p:spPr>
          <a:xfrm>
            <a:off x="794216" y="121464"/>
            <a:ext cx="10600573" cy="704347"/>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US" altLang="zh-CN" sz="4000">
                <a:solidFill>
                  <a:srgbClr val="434377"/>
                </a:solidFill>
                <a:latin typeface="Bebas Neue"/>
              </a:rPr>
              <a:t>Section 6: Discussion</a:t>
            </a:r>
            <a:endParaRPr lang="en" sz="4000">
              <a:solidFill>
                <a:srgbClr val="434377"/>
              </a:solidFill>
              <a:latin typeface="Bebas Neue"/>
            </a:endParaRPr>
          </a:p>
        </p:txBody>
      </p:sp>
      <p:sp>
        <p:nvSpPr>
          <p:cNvPr id="7" name="Google Shape;472;p31">
            <a:extLst>
              <a:ext uri="{FF2B5EF4-FFF2-40B4-BE49-F238E27FC236}">
                <a16:creationId xmlns:a16="http://schemas.microsoft.com/office/drawing/2014/main" id="{3664CBF5-FB9B-4B24-E57B-FDA676E58B6F}"/>
              </a:ext>
            </a:extLst>
          </p:cNvPr>
          <p:cNvSpPr txBox="1">
            <a:spLocks noGrp="1"/>
          </p:cNvSpPr>
          <p:nvPr/>
        </p:nvSpPr>
        <p:spPr>
          <a:xfrm>
            <a:off x="1240756" y="1412925"/>
            <a:ext cx="9257852" cy="1004400"/>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100000"/>
              </a:lnSpc>
              <a:spcBef>
                <a:spcPts val="0"/>
              </a:spcBef>
              <a:spcAft>
                <a:spcPts val="0"/>
              </a:spcAft>
              <a:buSzPts val="1400"/>
              <a:buFont typeface="Nunito"/>
              <a:buNone/>
              <a:defRPr sz="1867" b="0" kern="1200" cap="all" spc="30" baseline="0">
                <a:solidFill>
                  <a:schemeClr val="dk2"/>
                </a:solidFill>
                <a:latin typeface="Bitter"/>
                <a:ea typeface="Bitter"/>
                <a:cs typeface="Bitter"/>
                <a:sym typeface="Bitter"/>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r>
              <a:rPr lang="en" sz="2000" cap="none">
                <a:latin typeface="Univers Condensed"/>
              </a:rPr>
              <a:t>For property developers, where to potentially build a new housing area?</a:t>
            </a:r>
            <a:endParaRPr lang="en-US" sz="2000" cap="none">
              <a:latin typeface="Univers Condensed"/>
            </a:endParaRPr>
          </a:p>
        </p:txBody>
      </p:sp>
      <p:sp>
        <p:nvSpPr>
          <p:cNvPr id="8" name="Title 10">
            <a:extLst>
              <a:ext uri="{FF2B5EF4-FFF2-40B4-BE49-F238E27FC236}">
                <a16:creationId xmlns:a16="http://schemas.microsoft.com/office/drawing/2014/main" id="{C65D294C-9045-62A7-FAAF-B3ED22137964}"/>
              </a:ext>
            </a:extLst>
          </p:cNvPr>
          <p:cNvSpPr>
            <a:spLocks noGrp="1"/>
          </p:cNvSpPr>
          <p:nvPr/>
        </p:nvSpPr>
        <p:spPr>
          <a:xfrm>
            <a:off x="196629" y="1216282"/>
            <a:ext cx="1102800" cy="708800"/>
          </a:xfrm>
          <a:prstGeom prst="rect">
            <a:avLst/>
          </a:prstGeom>
        </p:spPr>
        <p:txBody>
          <a:bodyPr spcFirstLastPara="1" vert="horz" wrap="square" lIns="91425" tIns="91425" rIns="91425" bIns="91425" rtlCol="0" anchor="ctr" anchorCtr="0">
            <a:noAutofit/>
          </a:bodyPr>
          <a:lstStyle>
            <a:lvl1pPr lvl="0" algn="r" defTabSz="914400" rtl="0" eaLnBrk="1" latinLnBrk="0" hangingPunct="1">
              <a:lnSpc>
                <a:spcPct val="100000"/>
              </a:lnSpc>
              <a:spcBef>
                <a:spcPts val="0"/>
              </a:spcBef>
              <a:spcAft>
                <a:spcPts val="0"/>
              </a:spcAft>
              <a:buSzPts val="3000"/>
              <a:buNone/>
              <a:defRPr sz="4933" b="0" kern="1200" cap="all" spc="30" baseline="0">
                <a:solidFill>
                  <a:schemeClr val="accent1"/>
                </a:solidFill>
                <a:latin typeface="Bitter"/>
                <a:ea typeface="Bitter"/>
                <a:cs typeface="Bitter"/>
                <a:sym typeface="Bitter"/>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GB" sz="4800">
                <a:solidFill>
                  <a:srgbClr val="A27451"/>
                </a:solidFill>
                <a:latin typeface="Constantia"/>
              </a:rPr>
              <a:t>04</a:t>
            </a:r>
            <a:endParaRPr lang="en-GB" sz="6000">
              <a:solidFill>
                <a:srgbClr val="A27451"/>
              </a:solidFill>
              <a:latin typeface="Constantia"/>
            </a:endParaRPr>
          </a:p>
        </p:txBody>
      </p:sp>
    </p:spTree>
    <p:extLst>
      <p:ext uri="{BB962C8B-B14F-4D97-AF65-F5344CB8AC3E}">
        <p14:creationId xmlns:p14="http://schemas.microsoft.com/office/powerpoint/2010/main" val="402581098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281" name="TextBox 280">
            <a:extLst>
              <a:ext uri="{FF2B5EF4-FFF2-40B4-BE49-F238E27FC236}">
                <a16:creationId xmlns:a16="http://schemas.microsoft.com/office/drawing/2014/main" id="{9C2A5057-DBEB-1A58-FF5A-1EE75BAB451A}"/>
              </a:ext>
            </a:extLst>
          </p:cNvPr>
          <p:cNvSpPr txBox="1"/>
          <p:nvPr/>
        </p:nvSpPr>
        <p:spPr>
          <a:xfrm>
            <a:off x="2696210" y="1924319"/>
            <a:ext cx="6878319" cy="646331"/>
          </a:xfrm>
          <a:prstGeom prst="rect">
            <a:avLst/>
          </a:prstGeom>
          <a:noFill/>
          <a:ln>
            <a:noFill/>
          </a:ln>
        </p:spPr>
        <p:txBody>
          <a:bodyPr wrap="square">
            <a:spAutoFit/>
          </a:bodyPr>
          <a:lstStyle/>
          <a:p>
            <a:r>
              <a:rPr lang="en-GB" sz="3600" b="1">
                <a:latin typeface="Univers Condensed"/>
              </a:rPr>
              <a:t>Research questions</a:t>
            </a:r>
            <a:endParaRPr lang="en-AU" sz="3600" b="1"/>
          </a:p>
        </p:txBody>
      </p:sp>
      <p:sp>
        <p:nvSpPr>
          <p:cNvPr id="5" name="Rectangle 4">
            <a:extLst>
              <a:ext uri="{FF2B5EF4-FFF2-40B4-BE49-F238E27FC236}">
                <a16:creationId xmlns:a16="http://schemas.microsoft.com/office/drawing/2014/main" id="{A9EBFC3C-5159-7B9A-BA1F-D491DB95F382}"/>
              </a:ext>
            </a:extLst>
          </p:cNvPr>
          <p:cNvSpPr/>
          <p:nvPr/>
        </p:nvSpPr>
        <p:spPr>
          <a:xfrm>
            <a:off x="0" y="1361440"/>
            <a:ext cx="2235200" cy="528320"/>
          </a:xfrm>
          <a:prstGeom prst="rect">
            <a:avLst/>
          </a:prstGeom>
          <a:solidFill>
            <a:srgbClr val="C00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Google Shape;962;p41">
            <a:extLst>
              <a:ext uri="{FF2B5EF4-FFF2-40B4-BE49-F238E27FC236}">
                <a16:creationId xmlns:a16="http://schemas.microsoft.com/office/drawing/2014/main" id="{72F3DF1A-FA2C-2469-B4B5-1387AD92C622}"/>
              </a:ext>
            </a:extLst>
          </p:cNvPr>
          <p:cNvSpPr txBox="1">
            <a:spLocks noGrp="1"/>
          </p:cNvSpPr>
          <p:nvPr>
            <p:ph type="title"/>
          </p:nvPr>
        </p:nvSpPr>
        <p:spPr>
          <a:xfrm>
            <a:off x="792970" y="16229"/>
            <a:ext cx="11072323" cy="77623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GB" sz="5400">
                <a:solidFill>
                  <a:schemeClr val="bg2">
                    <a:lumMod val="50000"/>
                  </a:schemeClr>
                </a:solidFill>
                <a:latin typeface="Bebas Neue"/>
              </a:rPr>
              <a:t>overview</a:t>
            </a:r>
          </a:p>
        </p:txBody>
      </p:sp>
      <p:sp>
        <p:nvSpPr>
          <p:cNvPr id="261" name="Rectangle 260">
            <a:extLst>
              <a:ext uri="{FF2B5EF4-FFF2-40B4-BE49-F238E27FC236}">
                <a16:creationId xmlns:a16="http://schemas.microsoft.com/office/drawing/2014/main" id="{0FDA8375-4C15-23B6-31B8-7E874F9CAF70}"/>
              </a:ext>
            </a:extLst>
          </p:cNvPr>
          <p:cNvSpPr/>
          <p:nvPr/>
        </p:nvSpPr>
        <p:spPr>
          <a:xfrm>
            <a:off x="18288" y="2016664"/>
            <a:ext cx="2235200" cy="528320"/>
          </a:xfrm>
          <a:prstGeom prst="rect">
            <a:avLst/>
          </a:prstGeom>
          <a:solidFill>
            <a:srgbClr val="FFC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2" name="Rectangle 261">
            <a:extLst>
              <a:ext uri="{FF2B5EF4-FFF2-40B4-BE49-F238E27FC236}">
                <a16:creationId xmlns:a16="http://schemas.microsoft.com/office/drawing/2014/main" id="{7F38F1B7-6215-6A45-7937-62FADEBB94C7}"/>
              </a:ext>
            </a:extLst>
          </p:cNvPr>
          <p:cNvSpPr/>
          <p:nvPr/>
        </p:nvSpPr>
        <p:spPr>
          <a:xfrm>
            <a:off x="53340" y="2682866"/>
            <a:ext cx="2235200" cy="528320"/>
          </a:xfrm>
          <a:prstGeom prst="rect">
            <a:avLst/>
          </a:prstGeom>
          <a:solidFill>
            <a:srgbClr val="FFFF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3" name="Rectangle 262">
            <a:extLst>
              <a:ext uri="{FF2B5EF4-FFF2-40B4-BE49-F238E27FC236}">
                <a16:creationId xmlns:a16="http://schemas.microsoft.com/office/drawing/2014/main" id="{BFD3E4A5-6D4F-8744-B441-C7E3AEC64359}"/>
              </a:ext>
            </a:extLst>
          </p:cNvPr>
          <p:cNvSpPr/>
          <p:nvPr/>
        </p:nvSpPr>
        <p:spPr>
          <a:xfrm>
            <a:off x="40640" y="3349068"/>
            <a:ext cx="2235200" cy="528320"/>
          </a:xfrm>
          <a:prstGeom prst="rect">
            <a:avLst/>
          </a:prstGeom>
          <a:solidFill>
            <a:srgbClr val="92D05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4" name="Rectangle 263">
            <a:extLst>
              <a:ext uri="{FF2B5EF4-FFF2-40B4-BE49-F238E27FC236}">
                <a16:creationId xmlns:a16="http://schemas.microsoft.com/office/drawing/2014/main" id="{D49B5F23-211B-2F77-1191-CEB9467833F2}"/>
              </a:ext>
            </a:extLst>
          </p:cNvPr>
          <p:cNvSpPr/>
          <p:nvPr/>
        </p:nvSpPr>
        <p:spPr>
          <a:xfrm>
            <a:off x="81280" y="4015270"/>
            <a:ext cx="2235200" cy="528320"/>
          </a:xfrm>
          <a:prstGeom prst="rect">
            <a:avLst/>
          </a:prstGeom>
          <a:solidFill>
            <a:srgbClr val="0070C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2" name="TextBox 281">
            <a:extLst>
              <a:ext uri="{FF2B5EF4-FFF2-40B4-BE49-F238E27FC236}">
                <a16:creationId xmlns:a16="http://schemas.microsoft.com/office/drawing/2014/main" id="{2724724F-E306-8C47-A497-550147B29830}"/>
              </a:ext>
            </a:extLst>
          </p:cNvPr>
          <p:cNvSpPr txBox="1"/>
          <p:nvPr/>
        </p:nvSpPr>
        <p:spPr>
          <a:xfrm>
            <a:off x="2731261" y="2668163"/>
            <a:ext cx="6878320" cy="646331"/>
          </a:xfrm>
          <a:prstGeom prst="rect">
            <a:avLst/>
          </a:prstGeom>
          <a:noFill/>
          <a:ln>
            <a:noFill/>
          </a:ln>
        </p:spPr>
        <p:txBody>
          <a:bodyPr wrap="square">
            <a:spAutoFit/>
          </a:bodyPr>
          <a:lstStyle/>
          <a:p>
            <a:r>
              <a:rPr lang="en-GB" sz="3600" b="1">
                <a:latin typeface="Univers Condensed"/>
              </a:rPr>
              <a:t>Data pre-processing</a:t>
            </a:r>
          </a:p>
        </p:txBody>
      </p:sp>
      <p:sp>
        <p:nvSpPr>
          <p:cNvPr id="288" name="Rectangle 287">
            <a:extLst>
              <a:ext uri="{FF2B5EF4-FFF2-40B4-BE49-F238E27FC236}">
                <a16:creationId xmlns:a16="http://schemas.microsoft.com/office/drawing/2014/main" id="{BA7F8A5C-6517-FF51-0273-471D92DDD097}"/>
              </a:ext>
            </a:extLst>
          </p:cNvPr>
          <p:cNvSpPr/>
          <p:nvPr/>
        </p:nvSpPr>
        <p:spPr>
          <a:xfrm>
            <a:off x="-520066" y="6091398"/>
            <a:ext cx="1881505" cy="400110"/>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5" name="Rectangle 264">
            <a:extLst>
              <a:ext uri="{FF2B5EF4-FFF2-40B4-BE49-F238E27FC236}">
                <a16:creationId xmlns:a16="http://schemas.microsoft.com/office/drawing/2014/main" id="{CF63AB26-5D48-4936-2A75-453F631D6184}"/>
              </a:ext>
            </a:extLst>
          </p:cNvPr>
          <p:cNvSpPr/>
          <p:nvPr/>
        </p:nvSpPr>
        <p:spPr>
          <a:xfrm>
            <a:off x="731520" y="4681472"/>
            <a:ext cx="2235200" cy="528320"/>
          </a:xfrm>
          <a:prstGeom prst="rect">
            <a:avLst/>
          </a:prstGeom>
          <a:solidFill>
            <a:srgbClr val="00206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6" name="Rectangle 265">
            <a:extLst>
              <a:ext uri="{FF2B5EF4-FFF2-40B4-BE49-F238E27FC236}">
                <a16:creationId xmlns:a16="http://schemas.microsoft.com/office/drawing/2014/main" id="{5DDD9953-028D-AEA9-6F7F-612B09FB6E1C}"/>
              </a:ext>
            </a:extLst>
          </p:cNvPr>
          <p:cNvSpPr/>
          <p:nvPr/>
        </p:nvSpPr>
        <p:spPr>
          <a:xfrm>
            <a:off x="0" y="5439584"/>
            <a:ext cx="2235200" cy="528320"/>
          </a:xfrm>
          <a:prstGeom prst="rect">
            <a:avLst/>
          </a:prstGeom>
          <a:solidFill>
            <a:srgbClr val="7030A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4" name="Rectangle: Rounded Corners 253">
            <a:extLst>
              <a:ext uri="{FF2B5EF4-FFF2-40B4-BE49-F238E27FC236}">
                <a16:creationId xmlns:a16="http://schemas.microsoft.com/office/drawing/2014/main" id="{DC1FC88D-8429-5281-1D64-F9180008EE5C}"/>
              </a:ext>
            </a:extLst>
          </p:cNvPr>
          <p:cNvSpPr/>
          <p:nvPr/>
        </p:nvSpPr>
        <p:spPr>
          <a:xfrm>
            <a:off x="-465275" y="978186"/>
            <a:ext cx="1440000" cy="5788374"/>
          </a:xfrm>
          <a:prstGeom prst="roundRect">
            <a:avLst>
              <a:gd name="adj" fmla="val 15141"/>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4" name="TextBox 273">
            <a:extLst>
              <a:ext uri="{FF2B5EF4-FFF2-40B4-BE49-F238E27FC236}">
                <a16:creationId xmlns:a16="http://schemas.microsoft.com/office/drawing/2014/main" id="{B96D11E9-8110-BAF3-E9DE-D6DACE433439}"/>
              </a:ext>
            </a:extLst>
          </p:cNvPr>
          <p:cNvSpPr txBox="1"/>
          <p:nvPr/>
        </p:nvSpPr>
        <p:spPr>
          <a:xfrm>
            <a:off x="1967738" y="1763660"/>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2</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5" name="TextBox 274">
            <a:extLst>
              <a:ext uri="{FF2B5EF4-FFF2-40B4-BE49-F238E27FC236}">
                <a16:creationId xmlns:a16="http://schemas.microsoft.com/office/drawing/2014/main" id="{87CC5273-E3FA-6BE6-8080-6FE757DE0730}"/>
              </a:ext>
            </a:extLst>
          </p:cNvPr>
          <p:cNvSpPr txBox="1"/>
          <p:nvPr/>
        </p:nvSpPr>
        <p:spPr>
          <a:xfrm>
            <a:off x="1981708" y="242977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3</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6" name="TextBox 275">
            <a:extLst>
              <a:ext uri="{FF2B5EF4-FFF2-40B4-BE49-F238E27FC236}">
                <a16:creationId xmlns:a16="http://schemas.microsoft.com/office/drawing/2014/main" id="{D2E2BE5F-C829-9B6D-64BD-2D8A74E69D93}"/>
              </a:ext>
            </a:extLst>
          </p:cNvPr>
          <p:cNvSpPr txBox="1"/>
          <p:nvPr/>
        </p:nvSpPr>
        <p:spPr>
          <a:xfrm>
            <a:off x="1969008" y="3103601"/>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4</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7" name="TextBox 276">
            <a:extLst>
              <a:ext uri="{FF2B5EF4-FFF2-40B4-BE49-F238E27FC236}">
                <a16:creationId xmlns:a16="http://schemas.microsoft.com/office/drawing/2014/main" id="{3D08F43D-BDF0-521F-D637-143709B30C70}"/>
              </a:ext>
            </a:extLst>
          </p:cNvPr>
          <p:cNvSpPr txBox="1"/>
          <p:nvPr/>
        </p:nvSpPr>
        <p:spPr>
          <a:xfrm>
            <a:off x="2009648" y="377249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5</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8" name="TextBox 277">
            <a:extLst>
              <a:ext uri="{FF2B5EF4-FFF2-40B4-BE49-F238E27FC236}">
                <a16:creationId xmlns:a16="http://schemas.microsoft.com/office/drawing/2014/main" id="{C417BB84-9C18-6B03-2B85-A70E76B42033}"/>
              </a:ext>
            </a:extLst>
          </p:cNvPr>
          <p:cNvSpPr txBox="1"/>
          <p:nvPr/>
        </p:nvSpPr>
        <p:spPr>
          <a:xfrm>
            <a:off x="2659888" y="446437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6</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9" name="TextBox 278">
            <a:extLst>
              <a:ext uri="{FF2B5EF4-FFF2-40B4-BE49-F238E27FC236}">
                <a16:creationId xmlns:a16="http://schemas.microsoft.com/office/drawing/2014/main" id="{0A7296AF-53ED-E45A-C765-02A5DB122934}"/>
              </a:ext>
            </a:extLst>
          </p:cNvPr>
          <p:cNvSpPr txBox="1"/>
          <p:nvPr/>
        </p:nvSpPr>
        <p:spPr>
          <a:xfrm>
            <a:off x="1949450" y="520923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7</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83" name="TextBox 282">
            <a:extLst>
              <a:ext uri="{FF2B5EF4-FFF2-40B4-BE49-F238E27FC236}">
                <a16:creationId xmlns:a16="http://schemas.microsoft.com/office/drawing/2014/main" id="{2EDC6EDD-704F-DE4B-7ACA-9183014412D4}"/>
              </a:ext>
            </a:extLst>
          </p:cNvPr>
          <p:cNvSpPr txBox="1"/>
          <p:nvPr/>
        </p:nvSpPr>
        <p:spPr>
          <a:xfrm>
            <a:off x="2697480" y="3338218"/>
            <a:ext cx="6878320" cy="646331"/>
          </a:xfrm>
          <a:prstGeom prst="rect">
            <a:avLst/>
          </a:prstGeom>
          <a:noFill/>
          <a:ln>
            <a:noFill/>
          </a:ln>
        </p:spPr>
        <p:txBody>
          <a:bodyPr wrap="square">
            <a:spAutoFit/>
          </a:bodyPr>
          <a:lstStyle/>
          <a:p>
            <a:r>
              <a:rPr lang="en-GB" sz="3600" b="1">
                <a:latin typeface="Univers Condensed"/>
              </a:rPr>
              <a:t>Exploratory Data Analysis</a:t>
            </a:r>
          </a:p>
        </p:txBody>
      </p:sp>
      <p:sp>
        <p:nvSpPr>
          <p:cNvPr id="284" name="TextBox 283">
            <a:extLst>
              <a:ext uri="{FF2B5EF4-FFF2-40B4-BE49-F238E27FC236}">
                <a16:creationId xmlns:a16="http://schemas.microsoft.com/office/drawing/2014/main" id="{01DD0F52-0C73-9181-AADA-746B0F4EB196}"/>
              </a:ext>
            </a:extLst>
          </p:cNvPr>
          <p:cNvSpPr txBox="1"/>
          <p:nvPr/>
        </p:nvSpPr>
        <p:spPr>
          <a:xfrm>
            <a:off x="2738120" y="4064728"/>
            <a:ext cx="6878320" cy="646331"/>
          </a:xfrm>
          <a:prstGeom prst="rect">
            <a:avLst/>
          </a:prstGeom>
          <a:noFill/>
          <a:ln>
            <a:noFill/>
          </a:ln>
        </p:spPr>
        <p:txBody>
          <a:bodyPr wrap="square">
            <a:spAutoFit/>
          </a:bodyPr>
          <a:lstStyle/>
          <a:p>
            <a:r>
              <a:rPr lang="en-GB" sz="3600" b="1">
                <a:latin typeface="Univers Condensed"/>
              </a:rPr>
              <a:t>Evaluation &amp; Modelling</a:t>
            </a:r>
          </a:p>
        </p:txBody>
      </p:sp>
      <p:sp>
        <p:nvSpPr>
          <p:cNvPr id="285" name="TextBox 284">
            <a:extLst>
              <a:ext uri="{FF2B5EF4-FFF2-40B4-BE49-F238E27FC236}">
                <a16:creationId xmlns:a16="http://schemas.microsoft.com/office/drawing/2014/main" id="{3E5235F2-7ADD-81EF-E9BA-739B20980FAF}"/>
              </a:ext>
            </a:extLst>
          </p:cNvPr>
          <p:cNvSpPr txBox="1"/>
          <p:nvPr/>
        </p:nvSpPr>
        <p:spPr>
          <a:xfrm>
            <a:off x="3409441" y="4769587"/>
            <a:ext cx="6878320" cy="646331"/>
          </a:xfrm>
          <a:prstGeom prst="rect">
            <a:avLst/>
          </a:prstGeom>
          <a:noFill/>
          <a:ln>
            <a:noFill/>
          </a:ln>
        </p:spPr>
        <p:txBody>
          <a:bodyPr wrap="square">
            <a:spAutoFit/>
          </a:bodyPr>
          <a:lstStyle/>
          <a:p>
            <a:r>
              <a:rPr lang="en-GB" sz="3600" b="1">
                <a:latin typeface="Univers Condensed"/>
              </a:rPr>
              <a:t>Discussion</a:t>
            </a:r>
          </a:p>
        </p:txBody>
      </p:sp>
      <p:sp>
        <p:nvSpPr>
          <p:cNvPr id="286" name="TextBox 285">
            <a:extLst>
              <a:ext uri="{FF2B5EF4-FFF2-40B4-BE49-F238E27FC236}">
                <a16:creationId xmlns:a16="http://schemas.microsoft.com/office/drawing/2014/main" id="{1BA364F2-C6F6-E5FF-03E2-A1BA1114CD74}"/>
              </a:ext>
            </a:extLst>
          </p:cNvPr>
          <p:cNvSpPr txBox="1"/>
          <p:nvPr/>
        </p:nvSpPr>
        <p:spPr>
          <a:xfrm>
            <a:off x="2700475" y="5445067"/>
            <a:ext cx="6878320" cy="646331"/>
          </a:xfrm>
          <a:prstGeom prst="rect">
            <a:avLst/>
          </a:prstGeom>
          <a:noFill/>
          <a:ln>
            <a:noFill/>
          </a:ln>
        </p:spPr>
        <p:txBody>
          <a:bodyPr wrap="square">
            <a:spAutoFit/>
          </a:bodyPr>
          <a:lstStyle/>
          <a:p>
            <a:r>
              <a:rPr lang="en-GB" sz="3600" b="1">
                <a:latin typeface="Univers Condensed"/>
              </a:rPr>
              <a:t>Conclusion</a:t>
            </a:r>
          </a:p>
        </p:txBody>
      </p:sp>
      <p:sp>
        <p:nvSpPr>
          <p:cNvPr id="2" name="Rectangle 1">
            <a:extLst>
              <a:ext uri="{FF2B5EF4-FFF2-40B4-BE49-F238E27FC236}">
                <a16:creationId xmlns:a16="http://schemas.microsoft.com/office/drawing/2014/main" id="{66569A99-3F8B-B0F1-BA2D-AF7E1158B44E}"/>
              </a:ext>
            </a:extLst>
          </p:cNvPr>
          <p:cNvSpPr/>
          <p:nvPr/>
        </p:nvSpPr>
        <p:spPr>
          <a:xfrm>
            <a:off x="7880292" y="1289571"/>
            <a:ext cx="2476050" cy="44736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F697FF5A-42E9-9413-F87B-7C1E24CFCE63}"/>
              </a:ext>
            </a:extLst>
          </p:cNvPr>
          <p:cNvSpPr txBox="1"/>
          <p:nvPr/>
        </p:nvSpPr>
        <p:spPr>
          <a:xfrm>
            <a:off x="2656840" y="1302434"/>
            <a:ext cx="6878320" cy="646331"/>
          </a:xfrm>
          <a:prstGeom prst="rect">
            <a:avLst/>
          </a:prstGeom>
          <a:noFill/>
          <a:ln>
            <a:noFill/>
          </a:ln>
        </p:spPr>
        <p:txBody>
          <a:bodyPr wrap="square">
            <a:spAutoFit/>
          </a:bodyPr>
          <a:lstStyle/>
          <a:p>
            <a:r>
              <a:rPr lang="en-GB" sz="3600" b="1">
                <a:latin typeface="Univers Condensed"/>
              </a:rPr>
              <a:t>Background</a:t>
            </a:r>
            <a:endParaRPr lang="en-AU" sz="3600" b="1"/>
          </a:p>
        </p:txBody>
      </p:sp>
      <p:cxnSp>
        <p:nvCxnSpPr>
          <p:cNvPr id="3" name="Straight Connector 2">
            <a:extLst>
              <a:ext uri="{FF2B5EF4-FFF2-40B4-BE49-F238E27FC236}">
                <a16:creationId xmlns:a16="http://schemas.microsoft.com/office/drawing/2014/main" id="{F353DF56-15D6-475A-DAC5-19E22F775426}"/>
              </a:ext>
            </a:extLst>
          </p:cNvPr>
          <p:cNvCxnSpPr>
            <a:cxnSpLocks/>
          </p:cNvCxnSpPr>
          <p:nvPr/>
        </p:nvCxnSpPr>
        <p:spPr>
          <a:xfrm>
            <a:off x="7859210" y="1302434"/>
            <a:ext cx="0" cy="4473663"/>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8050D822-D05E-0482-81E2-F1128D3A3CF0}"/>
              </a:ext>
            </a:extLst>
          </p:cNvPr>
          <p:cNvSpPr/>
          <p:nvPr/>
        </p:nvSpPr>
        <p:spPr>
          <a:xfrm>
            <a:off x="7842845" y="4672638"/>
            <a:ext cx="45719" cy="5243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438A107E-4195-BBCD-62DF-F72D684A1360}"/>
              </a:ext>
            </a:extLst>
          </p:cNvPr>
          <p:cNvSpPr txBox="1"/>
          <p:nvPr/>
        </p:nvSpPr>
        <p:spPr>
          <a:xfrm>
            <a:off x="1928368" y="109476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1</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7" name="Google Shape;962;p41">
            <a:extLst>
              <a:ext uri="{FF2B5EF4-FFF2-40B4-BE49-F238E27FC236}">
                <a16:creationId xmlns:a16="http://schemas.microsoft.com/office/drawing/2014/main" id="{7B51EA65-68EB-4C2D-8628-BF503F8544A9}"/>
              </a:ext>
            </a:extLst>
          </p:cNvPr>
          <p:cNvSpPr txBox="1">
            <a:spLocks noGrp="1"/>
          </p:cNvSpPr>
          <p:nvPr/>
        </p:nvSpPr>
        <p:spPr>
          <a:xfrm>
            <a:off x="8270240" y="2969161"/>
            <a:ext cx="3248620"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4400">
                <a:solidFill>
                  <a:srgbClr val="434377"/>
                </a:solidFill>
                <a:latin typeface="Bebas Neue"/>
              </a:rPr>
              <a:t>Section 6: </a:t>
            </a:r>
          </a:p>
          <a:p>
            <a:r>
              <a:rPr lang="en-US" altLang="zh-CN" sz="6600">
                <a:solidFill>
                  <a:srgbClr val="434377"/>
                </a:solidFill>
                <a:latin typeface="Bebas Neue"/>
              </a:rPr>
              <a:t>Discussion</a:t>
            </a:r>
            <a:endParaRPr lang="en" sz="6600">
              <a:solidFill>
                <a:srgbClr val="434377"/>
              </a:solidFill>
              <a:latin typeface="Bebas Neue"/>
            </a:endParaRPr>
          </a:p>
        </p:txBody>
      </p:sp>
    </p:spTree>
    <p:extLst>
      <p:ext uri="{BB962C8B-B14F-4D97-AF65-F5344CB8AC3E}">
        <p14:creationId xmlns:p14="http://schemas.microsoft.com/office/powerpoint/2010/main" val="28567549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281" name="TextBox 280">
            <a:extLst>
              <a:ext uri="{FF2B5EF4-FFF2-40B4-BE49-F238E27FC236}">
                <a16:creationId xmlns:a16="http://schemas.microsoft.com/office/drawing/2014/main" id="{9C2A5057-DBEB-1A58-FF5A-1EE75BAB451A}"/>
              </a:ext>
            </a:extLst>
          </p:cNvPr>
          <p:cNvSpPr txBox="1"/>
          <p:nvPr/>
        </p:nvSpPr>
        <p:spPr>
          <a:xfrm>
            <a:off x="2696210" y="1924319"/>
            <a:ext cx="6878319" cy="646331"/>
          </a:xfrm>
          <a:prstGeom prst="rect">
            <a:avLst/>
          </a:prstGeom>
          <a:noFill/>
          <a:ln>
            <a:noFill/>
          </a:ln>
        </p:spPr>
        <p:txBody>
          <a:bodyPr wrap="square">
            <a:spAutoFit/>
          </a:bodyPr>
          <a:lstStyle/>
          <a:p>
            <a:r>
              <a:rPr lang="en-GB" sz="3600" b="1">
                <a:latin typeface="Univers Condensed"/>
              </a:rPr>
              <a:t>Research questions</a:t>
            </a:r>
            <a:endParaRPr lang="en-AU" sz="3600" b="1"/>
          </a:p>
        </p:txBody>
      </p:sp>
      <p:sp>
        <p:nvSpPr>
          <p:cNvPr id="5" name="Rectangle 4">
            <a:extLst>
              <a:ext uri="{FF2B5EF4-FFF2-40B4-BE49-F238E27FC236}">
                <a16:creationId xmlns:a16="http://schemas.microsoft.com/office/drawing/2014/main" id="{A9EBFC3C-5159-7B9A-BA1F-D491DB95F382}"/>
              </a:ext>
            </a:extLst>
          </p:cNvPr>
          <p:cNvSpPr/>
          <p:nvPr/>
        </p:nvSpPr>
        <p:spPr>
          <a:xfrm>
            <a:off x="0" y="1361440"/>
            <a:ext cx="2235200" cy="528320"/>
          </a:xfrm>
          <a:prstGeom prst="rect">
            <a:avLst/>
          </a:prstGeom>
          <a:solidFill>
            <a:srgbClr val="C00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Google Shape;962;p41">
            <a:extLst>
              <a:ext uri="{FF2B5EF4-FFF2-40B4-BE49-F238E27FC236}">
                <a16:creationId xmlns:a16="http://schemas.microsoft.com/office/drawing/2014/main" id="{72F3DF1A-FA2C-2469-B4B5-1387AD92C622}"/>
              </a:ext>
            </a:extLst>
          </p:cNvPr>
          <p:cNvSpPr txBox="1">
            <a:spLocks noGrp="1"/>
          </p:cNvSpPr>
          <p:nvPr>
            <p:ph type="title"/>
          </p:nvPr>
        </p:nvSpPr>
        <p:spPr>
          <a:xfrm>
            <a:off x="792970" y="16229"/>
            <a:ext cx="11072323" cy="77623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GB" sz="5400">
                <a:solidFill>
                  <a:schemeClr val="bg2">
                    <a:lumMod val="50000"/>
                  </a:schemeClr>
                </a:solidFill>
                <a:latin typeface="Bebas Neue"/>
              </a:rPr>
              <a:t>overview</a:t>
            </a:r>
          </a:p>
        </p:txBody>
      </p:sp>
      <p:sp>
        <p:nvSpPr>
          <p:cNvPr id="261" name="Rectangle 260">
            <a:extLst>
              <a:ext uri="{FF2B5EF4-FFF2-40B4-BE49-F238E27FC236}">
                <a16:creationId xmlns:a16="http://schemas.microsoft.com/office/drawing/2014/main" id="{0FDA8375-4C15-23B6-31B8-7E874F9CAF70}"/>
              </a:ext>
            </a:extLst>
          </p:cNvPr>
          <p:cNvSpPr/>
          <p:nvPr/>
        </p:nvSpPr>
        <p:spPr>
          <a:xfrm>
            <a:off x="18288" y="2016664"/>
            <a:ext cx="2235200" cy="528320"/>
          </a:xfrm>
          <a:prstGeom prst="rect">
            <a:avLst/>
          </a:prstGeom>
          <a:solidFill>
            <a:srgbClr val="FFC0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2" name="Rectangle 261">
            <a:extLst>
              <a:ext uri="{FF2B5EF4-FFF2-40B4-BE49-F238E27FC236}">
                <a16:creationId xmlns:a16="http://schemas.microsoft.com/office/drawing/2014/main" id="{7F38F1B7-6215-6A45-7937-62FADEBB94C7}"/>
              </a:ext>
            </a:extLst>
          </p:cNvPr>
          <p:cNvSpPr/>
          <p:nvPr/>
        </p:nvSpPr>
        <p:spPr>
          <a:xfrm>
            <a:off x="53340" y="2682866"/>
            <a:ext cx="2235200" cy="528320"/>
          </a:xfrm>
          <a:prstGeom prst="rect">
            <a:avLst/>
          </a:prstGeom>
          <a:solidFill>
            <a:srgbClr val="FFFF0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3" name="Rectangle 262">
            <a:extLst>
              <a:ext uri="{FF2B5EF4-FFF2-40B4-BE49-F238E27FC236}">
                <a16:creationId xmlns:a16="http://schemas.microsoft.com/office/drawing/2014/main" id="{BFD3E4A5-6D4F-8744-B441-C7E3AEC64359}"/>
              </a:ext>
            </a:extLst>
          </p:cNvPr>
          <p:cNvSpPr/>
          <p:nvPr/>
        </p:nvSpPr>
        <p:spPr>
          <a:xfrm>
            <a:off x="40640" y="3349068"/>
            <a:ext cx="2235200" cy="528320"/>
          </a:xfrm>
          <a:prstGeom prst="rect">
            <a:avLst/>
          </a:prstGeom>
          <a:solidFill>
            <a:srgbClr val="92D05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4" name="Rectangle 263">
            <a:extLst>
              <a:ext uri="{FF2B5EF4-FFF2-40B4-BE49-F238E27FC236}">
                <a16:creationId xmlns:a16="http://schemas.microsoft.com/office/drawing/2014/main" id="{D49B5F23-211B-2F77-1191-CEB9467833F2}"/>
              </a:ext>
            </a:extLst>
          </p:cNvPr>
          <p:cNvSpPr/>
          <p:nvPr/>
        </p:nvSpPr>
        <p:spPr>
          <a:xfrm>
            <a:off x="81280" y="4015270"/>
            <a:ext cx="2235200" cy="528320"/>
          </a:xfrm>
          <a:prstGeom prst="rect">
            <a:avLst/>
          </a:prstGeom>
          <a:solidFill>
            <a:srgbClr val="0070C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2" name="TextBox 281">
            <a:extLst>
              <a:ext uri="{FF2B5EF4-FFF2-40B4-BE49-F238E27FC236}">
                <a16:creationId xmlns:a16="http://schemas.microsoft.com/office/drawing/2014/main" id="{2724724F-E306-8C47-A497-550147B29830}"/>
              </a:ext>
            </a:extLst>
          </p:cNvPr>
          <p:cNvSpPr txBox="1"/>
          <p:nvPr/>
        </p:nvSpPr>
        <p:spPr>
          <a:xfrm>
            <a:off x="2731261" y="2668163"/>
            <a:ext cx="6878320" cy="646331"/>
          </a:xfrm>
          <a:prstGeom prst="rect">
            <a:avLst/>
          </a:prstGeom>
          <a:noFill/>
          <a:ln>
            <a:noFill/>
          </a:ln>
        </p:spPr>
        <p:txBody>
          <a:bodyPr wrap="square">
            <a:spAutoFit/>
          </a:bodyPr>
          <a:lstStyle/>
          <a:p>
            <a:r>
              <a:rPr lang="en-GB" sz="3600" b="1">
                <a:latin typeface="Univers Condensed"/>
              </a:rPr>
              <a:t>Data pre-processing</a:t>
            </a:r>
          </a:p>
        </p:txBody>
      </p:sp>
      <p:sp>
        <p:nvSpPr>
          <p:cNvPr id="288" name="Rectangle 287">
            <a:extLst>
              <a:ext uri="{FF2B5EF4-FFF2-40B4-BE49-F238E27FC236}">
                <a16:creationId xmlns:a16="http://schemas.microsoft.com/office/drawing/2014/main" id="{BA7F8A5C-6517-FF51-0273-471D92DDD097}"/>
              </a:ext>
            </a:extLst>
          </p:cNvPr>
          <p:cNvSpPr/>
          <p:nvPr/>
        </p:nvSpPr>
        <p:spPr>
          <a:xfrm>
            <a:off x="-520066" y="6091398"/>
            <a:ext cx="1881505" cy="400110"/>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5" name="Rectangle 264">
            <a:extLst>
              <a:ext uri="{FF2B5EF4-FFF2-40B4-BE49-F238E27FC236}">
                <a16:creationId xmlns:a16="http://schemas.microsoft.com/office/drawing/2014/main" id="{CF63AB26-5D48-4936-2A75-453F631D6184}"/>
              </a:ext>
            </a:extLst>
          </p:cNvPr>
          <p:cNvSpPr/>
          <p:nvPr/>
        </p:nvSpPr>
        <p:spPr>
          <a:xfrm>
            <a:off x="99060" y="4681472"/>
            <a:ext cx="2235200" cy="528320"/>
          </a:xfrm>
          <a:prstGeom prst="rect">
            <a:avLst/>
          </a:prstGeom>
          <a:solidFill>
            <a:srgbClr val="00206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6" name="Rectangle 265">
            <a:extLst>
              <a:ext uri="{FF2B5EF4-FFF2-40B4-BE49-F238E27FC236}">
                <a16:creationId xmlns:a16="http://schemas.microsoft.com/office/drawing/2014/main" id="{5DDD9953-028D-AEA9-6F7F-612B09FB6E1C}"/>
              </a:ext>
            </a:extLst>
          </p:cNvPr>
          <p:cNvSpPr/>
          <p:nvPr/>
        </p:nvSpPr>
        <p:spPr>
          <a:xfrm>
            <a:off x="708660" y="5439584"/>
            <a:ext cx="2235200" cy="528320"/>
          </a:xfrm>
          <a:prstGeom prst="rect">
            <a:avLst/>
          </a:prstGeom>
          <a:solidFill>
            <a:srgbClr val="7030A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4" name="Rectangle: Rounded Corners 253">
            <a:extLst>
              <a:ext uri="{FF2B5EF4-FFF2-40B4-BE49-F238E27FC236}">
                <a16:creationId xmlns:a16="http://schemas.microsoft.com/office/drawing/2014/main" id="{DC1FC88D-8429-5281-1D64-F9180008EE5C}"/>
              </a:ext>
            </a:extLst>
          </p:cNvPr>
          <p:cNvSpPr/>
          <p:nvPr/>
        </p:nvSpPr>
        <p:spPr>
          <a:xfrm>
            <a:off x="-465275" y="978186"/>
            <a:ext cx="1440000" cy="5788374"/>
          </a:xfrm>
          <a:prstGeom prst="roundRect">
            <a:avLst>
              <a:gd name="adj" fmla="val 15141"/>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4" name="TextBox 273">
            <a:extLst>
              <a:ext uri="{FF2B5EF4-FFF2-40B4-BE49-F238E27FC236}">
                <a16:creationId xmlns:a16="http://schemas.microsoft.com/office/drawing/2014/main" id="{B96D11E9-8110-BAF3-E9DE-D6DACE433439}"/>
              </a:ext>
            </a:extLst>
          </p:cNvPr>
          <p:cNvSpPr txBox="1"/>
          <p:nvPr/>
        </p:nvSpPr>
        <p:spPr>
          <a:xfrm>
            <a:off x="1967738" y="1763660"/>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2</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5" name="TextBox 274">
            <a:extLst>
              <a:ext uri="{FF2B5EF4-FFF2-40B4-BE49-F238E27FC236}">
                <a16:creationId xmlns:a16="http://schemas.microsoft.com/office/drawing/2014/main" id="{87CC5273-E3FA-6BE6-8080-6FE757DE0730}"/>
              </a:ext>
            </a:extLst>
          </p:cNvPr>
          <p:cNvSpPr txBox="1"/>
          <p:nvPr/>
        </p:nvSpPr>
        <p:spPr>
          <a:xfrm>
            <a:off x="1981708" y="242977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3</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6" name="TextBox 275">
            <a:extLst>
              <a:ext uri="{FF2B5EF4-FFF2-40B4-BE49-F238E27FC236}">
                <a16:creationId xmlns:a16="http://schemas.microsoft.com/office/drawing/2014/main" id="{D2E2BE5F-C829-9B6D-64BD-2D8A74E69D93}"/>
              </a:ext>
            </a:extLst>
          </p:cNvPr>
          <p:cNvSpPr txBox="1"/>
          <p:nvPr/>
        </p:nvSpPr>
        <p:spPr>
          <a:xfrm>
            <a:off x="1969008" y="3103601"/>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4</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7" name="TextBox 276">
            <a:extLst>
              <a:ext uri="{FF2B5EF4-FFF2-40B4-BE49-F238E27FC236}">
                <a16:creationId xmlns:a16="http://schemas.microsoft.com/office/drawing/2014/main" id="{3D08F43D-BDF0-521F-D637-143709B30C70}"/>
              </a:ext>
            </a:extLst>
          </p:cNvPr>
          <p:cNvSpPr txBox="1"/>
          <p:nvPr/>
        </p:nvSpPr>
        <p:spPr>
          <a:xfrm>
            <a:off x="2009648" y="377249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5</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8" name="TextBox 277">
            <a:extLst>
              <a:ext uri="{FF2B5EF4-FFF2-40B4-BE49-F238E27FC236}">
                <a16:creationId xmlns:a16="http://schemas.microsoft.com/office/drawing/2014/main" id="{C417BB84-9C18-6B03-2B85-A70E76B42033}"/>
              </a:ext>
            </a:extLst>
          </p:cNvPr>
          <p:cNvSpPr txBox="1"/>
          <p:nvPr/>
        </p:nvSpPr>
        <p:spPr>
          <a:xfrm>
            <a:off x="2027428" y="4464375"/>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6</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79" name="TextBox 278">
            <a:extLst>
              <a:ext uri="{FF2B5EF4-FFF2-40B4-BE49-F238E27FC236}">
                <a16:creationId xmlns:a16="http://schemas.microsoft.com/office/drawing/2014/main" id="{0A7296AF-53ED-E45A-C765-02A5DB122934}"/>
              </a:ext>
            </a:extLst>
          </p:cNvPr>
          <p:cNvSpPr txBox="1"/>
          <p:nvPr/>
        </p:nvSpPr>
        <p:spPr>
          <a:xfrm>
            <a:off x="2658110" y="520923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7</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83" name="TextBox 282">
            <a:extLst>
              <a:ext uri="{FF2B5EF4-FFF2-40B4-BE49-F238E27FC236}">
                <a16:creationId xmlns:a16="http://schemas.microsoft.com/office/drawing/2014/main" id="{2EDC6EDD-704F-DE4B-7ACA-9183014412D4}"/>
              </a:ext>
            </a:extLst>
          </p:cNvPr>
          <p:cNvSpPr txBox="1"/>
          <p:nvPr/>
        </p:nvSpPr>
        <p:spPr>
          <a:xfrm>
            <a:off x="2697480" y="3338218"/>
            <a:ext cx="6878320" cy="646331"/>
          </a:xfrm>
          <a:prstGeom prst="rect">
            <a:avLst/>
          </a:prstGeom>
          <a:noFill/>
          <a:ln>
            <a:noFill/>
          </a:ln>
        </p:spPr>
        <p:txBody>
          <a:bodyPr wrap="square">
            <a:spAutoFit/>
          </a:bodyPr>
          <a:lstStyle/>
          <a:p>
            <a:r>
              <a:rPr lang="en-GB" sz="3600" b="1">
                <a:latin typeface="Univers Condensed"/>
              </a:rPr>
              <a:t>Exploratory Data Analysis</a:t>
            </a:r>
          </a:p>
        </p:txBody>
      </p:sp>
      <p:sp>
        <p:nvSpPr>
          <p:cNvPr id="284" name="TextBox 283">
            <a:extLst>
              <a:ext uri="{FF2B5EF4-FFF2-40B4-BE49-F238E27FC236}">
                <a16:creationId xmlns:a16="http://schemas.microsoft.com/office/drawing/2014/main" id="{01DD0F52-0C73-9181-AADA-746B0F4EB196}"/>
              </a:ext>
            </a:extLst>
          </p:cNvPr>
          <p:cNvSpPr txBox="1"/>
          <p:nvPr/>
        </p:nvSpPr>
        <p:spPr>
          <a:xfrm>
            <a:off x="2738120" y="4064728"/>
            <a:ext cx="6878320" cy="646331"/>
          </a:xfrm>
          <a:prstGeom prst="rect">
            <a:avLst/>
          </a:prstGeom>
          <a:noFill/>
          <a:ln>
            <a:noFill/>
          </a:ln>
        </p:spPr>
        <p:txBody>
          <a:bodyPr wrap="square">
            <a:spAutoFit/>
          </a:bodyPr>
          <a:lstStyle/>
          <a:p>
            <a:r>
              <a:rPr lang="en-GB" sz="3600" b="1">
                <a:latin typeface="Univers Condensed"/>
              </a:rPr>
              <a:t>Evaluation &amp; Modelling</a:t>
            </a:r>
          </a:p>
        </p:txBody>
      </p:sp>
      <p:sp>
        <p:nvSpPr>
          <p:cNvPr id="285" name="TextBox 284">
            <a:extLst>
              <a:ext uri="{FF2B5EF4-FFF2-40B4-BE49-F238E27FC236}">
                <a16:creationId xmlns:a16="http://schemas.microsoft.com/office/drawing/2014/main" id="{3E5235F2-7ADD-81EF-E9BA-739B20980FAF}"/>
              </a:ext>
            </a:extLst>
          </p:cNvPr>
          <p:cNvSpPr txBox="1"/>
          <p:nvPr/>
        </p:nvSpPr>
        <p:spPr>
          <a:xfrm>
            <a:off x="2776981" y="4769587"/>
            <a:ext cx="6878320" cy="646331"/>
          </a:xfrm>
          <a:prstGeom prst="rect">
            <a:avLst/>
          </a:prstGeom>
          <a:noFill/>
          <a:ln>
            <a:noFill/>
          </a:ln>
        </p:spPr>
        <p:txBody>
          <a:bodyPr wrap="square">
            <a:spAutoFit/>
          </a:bodyPr>
          <a:lstStyle/>
          <a:p>
            <a:r>
              <a:rPr lang="en-GB" sz="3600" b="1">
                <a:latin typeface="Univers Condensed"/>
              </a:rPr>
              <a:t>Discussion</a:t>
            </a:r>
          </a:p>
        </p:txBody>
      </p:sp>
      <p:sp>
        <p:nvSpPr>
          <p:cNvPr id="286" name="TextBox 285">
            <a:extLst>
              <a:ext uri="{FF2B5EF4-FFF2-40B4-BE49-F238E27FC236}">
                <a16:creationId xmlns:a16="http://schemas.microsoft.com/office/drawing/2014/main" id="{1BA364F2-C6F6-E5FF-03E2-A1BA1114CD74}"/>
              </a:ext>
            </a:extLst>
          </p:cNvPr>
          <p:cNvSpPr txBox="1"/>
          <p:nvPr/>
        </p:nvSpPr>
        <p:spPr>
          <a:xfrm>
            <a:off x="3409135" y="5445067"/>
            <a:ext cx="6878320" cy="646331"/>
          </a:xfrm>
          <a:prstGeom prst="rect">
            <a:avLst/>
          </a:prstGeom>
          <a:noFill/>
          <a:ln>
            <a:noFill/>
          </a:ln>
        </p:spPr>
        <p:txBody>
          <a:bodyPr wrap="square">
            <a:spAutoFit/>
          </a:bodyPr>
          <a:lstStyle/>
          <a:p>
            <a:r>
              <a:rPr lang="en-GB" sz="3600" b="1">
                <a:latin typeface="Univers Condensed"/>
              </a:rPr>
              <a:t>Conclusion</a:t>
            </a:r>
          </a:p>
        </p:txBody>
      </p:sp>
      <p:sp>
        <p:nvSpPr>
          <p:cNvPr id="2" name="Rectangle 1">
            <a:extLst>
              <a:ext uri="{FF2B5EF4-FFF2-40B4-BE49-F238E27FC236}">
                <a16:creationId xmlns:a16="http://schemas.microsoft.com/office/drawing/2014/main" id="{66569A99-3F8B-B0F1-BA2D-AF7E1158B44E}"/>
              </a:ext>
            </a:extLst>
          </p:cNvPr>
          <p:cNvSpPr/>
          <p:nvPr/>
        </p:nvSpPr>
        <p:spPr>
          <a:xfrm>
            <a:off x="7880292" y="1289571"/>
            <a:ext cx="2476050" cy="44736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F697FF5A-42E9-9413-F87B-7C1E24CFCE63}"/>
              </a:ext>
            </a:extLst>
          </p:cNvPr>
          <p:cNvSpPr txBox="1"/>
          <p:nvPr/>
        </p:nvSpPr>
        <p:spPr>
          <a:xfrm>
            <a:off x="2656840" y="1302434"/>
            <a:ext cx="6878320" cy="646331"/>
          </a:xfrm>
          <a:prstGeom prst="rect">
            <a:avLst/>
          </a:prstGeom>
          <a:noFill/>
          <a:ln>
            <a:noFill/>
          </a:ln>
        </p:spPr>
        <p:txBody>
          <a:bodyPr wrap="square">
            <a:spAutoFit/>
          </a:bodyPr>
          <a:lstStyle/>
          <a:p>
            <a:r>
              <a:rPr lang="en-GB" sz="3600" b="1">
                <a:latin typeface="Univers Condensed"/>
              </a:rPr>
              <a:t>Background</a:t>
            </a:r>
            <a:endParaRPr lang="en-AU" sz="3600" b="1"/>
          </a:p>
        </p:txBody>
      </p:sp>
      <p:cxnSp>
        <p:nvCxnSpPr>
          <p:cNvPr id="3" name="Straight Connector 2">
            <a:extLst>
              <a:ext uri="{FF2B5EF4-FFF2-40B4-BE49-F238E27FC236}">
                <a16:creationId xmlns:a16="http://schemas.microsoft.com/office/drawing/2014/main" id="{F353DF56-15D6-475A-DAC5-19E22F775426}"/>
              </a:ext>
            </a:extLst>
          </p:cNvPr>
          <p:cNvCxnSpPr>
            <a:cxnSpLocks/>
          </p:cNvCxnSpPr>
          <p:nvPr/>
        </p:nvCxnSpPr>
        <p:spPr>
          <a:xfrm>
            <a:off x="7859210" y="1302434"/>
            <a:ext cx="0" cy="4473663"/>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8050D822-D05E-0482-81E2-F1128D3A3CF0}"/>
              </a:ext>
            </a:extLst>
          </p:cNvPr>
          <p:cNvSpPr/>
          <p:nvPr/>
        </p:nvSpPr>
        <p:spPr>
          <a:xfrm>
            <a:off x="7842845" y="5480358"/>
            <a:ext cx="45719" cy="5243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438A107E-4195-BBCD-62DF-F72D684A1360}"/>
              </a:ext>
            </a:extLst>
          </p:cNvPr>
          <p:cNvSpPr txBox="1"/>
          <p:nvPr/>
        </p:nvSpPr>
        <p:spPr>
          <a:xfrm>
            <a:off x="1928368" y="1094766"/>
            <a:ext cx="571500" cy="1107996"/>
          </a:xfrm>
          <a:prstGeom prst="rect">
            <a:avLst/>
          </a:prstGeom>
          <a:noFill/>
        </p:spPr>
        <p:txBody>
          <a:bodyPr wrap="square">
            <a:spAutoFit/>
          </a:bodyPr>
          <a:lstStyle/>
          <a:p>
            <a:r>
              <a:rPr lang="en" sz="6600" b="1" spc="50">
                <a:ln w="9525" cmpd="sng">
                  <a:solidFill>
                    <a:schemeClr val="accent1"/>
                  </a:solidFill>
                  <a:prstDash val="solid"/>
                </a:ln>
                <a:solidFill>
                  <a:srgbClr val="70AD47">
                    <a:tint val="1000"/>
                  </a:srgbClr>
                </a:solidFill>
                <a:effectLst>
                  <a:glow rad="38100">
                    <a:schemeClr val="accent1">
                      <a:alpha val="40000"/>
                    </a:schemeClr>
                  </a:glow>
                </a:effectLst>
                <a:latin typeface="Bebas Neue"/>
              </a:rPr>
              <a:t>1</a:t>
            </a:r>
            <a:endParaRPr lang="en-AU" sz="6600" b="1" spc="5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10" name="Google Shape;962;p41">
            <a:extLst>
              <a:ext uri="{FF2B5EF4-FFF2-40B4-BE49-F238E27FC236}">
                <a16:creationId xmlns:a16="http://schemas.microsoft.com/office/drawing/2014/main" id="{DBB7F2F8-C7E5-2E97-DB45-9086B7BBDADD}"/>
              </a:ext>
            </a:extLst>
          </p:cNvPr>
          <p:cNvSpPr txBox="1">
            <a:spLocks noGrp="1"/>
          </p:cNvSpPr>
          <p:nvPr/>
        </p:nvSpPr>
        <p:spPr>
          <a:xfrm>
            <a:off x="8049729" y="3178434"/>
            <a:ext cx="6654020" cy="776234"/>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r>
              <a:rPr lang="en" sz="4400">
                <a:solidFill>
                  <a:schemeClr val="accent5">
                    <a:lumMod val="50000"/>
                  </a:schemeClr>
                </a:solidFill>
                <a:latin typeface="Bebas Neue"/>
              </a:rPr>
              <a:t>Section 7: </a:t>
            </a:r>
          </a:p>
          <a:p>
            <a:r>
              <a:rPr lang="en-US" altLang="zh-CN" sz="6600" err="1">
                <a:solidFill>
                  <a:schemeClr val="accent5">
                    <a:lumMod val="50000"/>
                  </a:schemeClr>
                </a:solidFill>
                <a:latin typeface="Bebas Neue"/>
              </a:rPr>
              <a:t>cONCLUSION</a:t>
            </a:r>
            <a:endParaRPr lang="en" sz="6600">
              <a:solidFill>
                <a:schemeClr val="accent5">
                  <a:lumMod val="50000"/>
                </a:schemeClr>
              </a:solidFill>
              <a:latin typeface="Bebas Neue"/>
            </a:endParaRPr>
          </a:p>
        </p:txBody>
      </p:sp>
    </p:spTree>
    <p:extLst>
      <p:ext uri="{BB962C8B-B14F-4D97-AF65-F5344CB8AC3E}">
        <p14:creationId xmlns:p14="http://schemas.microsoft.com/office/powerpoint/2010/main" val="11256158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grpSp>
        <p:nvGrpSpPr>
          <p:cNvPr id="488" name="Google Shape;488;p32"/>
          <p:cNvGrpSpPr/>
          <p:nvPr/>
        </p:nvGrpSpPr>
        <p:grpSpPr>
          <a:xfrm>
            <a:off x="7265647" y="3257782"/>
            <a:ext cx="11665469" cy="3693654"/>
            <a:chOff x="2428445" y="3023741"/>
            <a:chExt cx="6715624" cy="2126378"/>
          </a:xfrm>
        </p:grpSpPr>
        <p:sp>
          <p:nvSpPr>
            <p:cNvPr id="489" name="Google Shape;489;p32"/>
            <p:cNvSpPr/>
            <p:nvPr/>
          </p:nvSpPr>
          <p:spPr>
            <a:xfrm>
              <a:off x="8152675" y="4587075"/>
              <a:ext cx="243600" cy="243600"/>
            </a:xfrm>
            <a:prstGeom prst="ellipse">
              <a:avLst/>
            </a:pr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90" name="Google Shape;490;p32"/>
            <p:cNvSpPr/>
            <p:nvPr/>
          </p:nvSpPr>
          <p:spPr>
            <a:xfrm>
              <a:off x="8314725" y="4795550"/>
              <a:ext cx="142800" cy="142800"/>
            </a:xfrm>
            <a:prstGeom prst="ellipse">
              <a:avLst/>
            </a:pr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nvGrpSpPr>
            <p:cNvPr id="491" name="Google Shape;491;p32"/>
            <p:cNvGrpSpPr/>
            <p:nvPr/>
          </p:nvGrpSpPr>
          <p:grpSpPr>
            <a:xfrm>
              <a:off x="2428445" y="3023741"/>
              <a:ext cx="6715624" cy="2126378"/>
              <a:chOff x="2428445" y="3016977"/>
              <a:chExt cx="6715624" cy="2126378"/>
            </a:xfrm>
          </p:grpSpPr>
          <p:sp>
            <p:nvSpPr>
              <p:cNvPr id="492" name="Google Shape;492;p32"/>
              <p:cNvSpPr/>
              <p:nvPr/>
            </p:nvSpPr>
            <p:spPr>
              <a:xfrm>
                <a:off x="4091604" y="3016977"/>
                <a:ext cx="2680923" cy="2126378"/>
              </a:xfrm>
              <a:custGeom>
                <a:avLst/>
                <a:gdLst/>
                <a:ahLst/>
                <a:cxnLst/>
                <a:rect l="l" t="t" r="r" b="b"/>
                <a:pathLst>
                  <a:path w="69998" h="55519" extrusionOk="0">
                    <a:moveTo>
                      <a:pt x="23253" y="0"/>
                    </a:moveTo>
                    <a:lnTo>
                      <a:pt x="23253" y="5239"/>
                    </a:lnTo>
                    <a:lnTo>
                      <a:pt x="20408" y="4084"/>
                    </a:lnTo>
                    <a:lnTo>
                      <a:pt x="20408" y="1762"/>
                    </a:lnTo>
                    <a:lnTo>
                      <a:pt x="20134" y="1762"/>
                    </a:lnTo>
                    <a:lnTo>
                      <a:pt x="20134" y="3977"/>
                    </a:lnTo>
                    <a:lnTo>
                      <a:pt x="17407" y="2893"/>
                    </a:lnTo>
                    <a:lnTo>
                      <a:pt x="12859" y="6168"/>
                    </a:lnTo>
                    <a:lnTo>
                      <a:pt x="12859" y="35707"/>
                    </a:lnTo>
                    <a:lnTo>
                      <a:pt x="10764" y="35707"/>
                    </a:lnTo>
                    <a:lnTo>
                      <a:pt x="10764" y="13823"/>
                    </a:lnTo>
                    <a:lnTo>
                      <a:pt x="9668" y="13823"/>
                    </a:lnTo>
                    <a:lnTo>
                      <a:pt x="9668" y="9870"/>
                    </a:lnTo>
                    <a:lnTo>
                      <a:pt x="8573" y="9870"/>
                    </a:lnTo>
                    <a:lnTo>
                      <a:pt x="8573" y="8358"/>
                    </a:lnTo>
                    <a:lnTo>
                      <a:pt x="7799" y="8358"/>
                    </a:lnTo>
                    <a:lnTo>
                      <a:pt x="7799" y="6465"/>
                    </a:lnTo>
                    <a:lnTo>
                      <a:pt x="7525" y="6465"/>
                    </a:lnTo>
                    <a:lnTo>
                      <a:pt x="7525" y="8358"/>
                    </a:lnTo>
                    <a:lnTo>
                      <a:pt x="5882" y="8358"/>
                    </a:lnTo>
                    <a:lnTo>
                      <a:pt x="5882" y="7608"/>
                    </a:lnTo>
                    <a:lnTo>
                      <a:pt x="3953" y="5334"/>
                    </a:lnTo>
                    <a:lnTo>
                      <a:pt x="1763" y="5334"/>
                    </a:lnTo>
                    <a:lnTo>
                      <a:pt x="1763" y="9870"/>
                    </a:lnTo>
                    <a:lnTo>
                      <a:pt x="1346" y="9870"/>
                    </a:lnTo>
                    <a:lnTo>
                      <a:pt x="1346" y="13823"/>
                    </a:lnTo>
                    <a:lnTo>
                      <a:pt x="1" y="13823"/>
                    </a:lnTo>
                    <a:lnTo>
                      <a:pt x="1" y="55400"/>
                    </a:lnTo>
                    <a:lnTo>
                      <a:pt x="29790" y="55400"/>
                    </a:lnTo>
                    <a:lnTo>
                      <a:pt x="29790" y="55519"/>
                    </a:lnTo>
                    <a:lnTo>
                      <a:pt x="37053" y="55519"/>
                    </a:lnTo>
                    <a:lnTo>
                      <a:pt x="37053" y="55400"/>
                    </a:lnTo>
                    <a:lnTo>
                      <a:pt x="69997" y="55400"/>
                    </a:lnTo>
                    <a:lnTo>
                      <a:pt x="69997" y="46030"/>
                    </a:lnTo>
                    <a:lnTo>
                      <a:pt x="55007" y="46030"/>
                    </a:lnTo>
                    <a:cubicBezTo>
                      <a:pt x="55424" y="44791"/>
                      <a:pt x="54495" y="43517"/>
                      <a:pt x="53198" y="43517"/>
                    </a:cubicBezTo>
                    <a:cubicBezTo>
                      <a:pt x="53126" y="43517"/>
                      <a:pt x="53055" y="43517"/>
                      <a:pt x="52995" y="43529"/>
                    </a:cubicBezTo>
                    <a:cubicBezTo>
                      <a:pt x="52768" y="42823"/>
                      <a:pt x="52147" y="42457"/>
                      <a:pt x="51522" y="42457"/>
                    </a:cubicBezTo>
                    <a:cubicBezTo>
                      <a:pt x="50968" y="42457"/>
                      <a:pt x="50411" y="42745"/>
                      <a:pt x="50126" y="43339"/>
                    </a:cubicBezTo>
                    <a:cubicBezTo>
                      <a:pt x="49967" y="43236"/>
                      <a:pt x="49805" y="43191"/>
                      <a:pt x="49651" y="43191"/>
                    </a:cubicBezTo>
                    <a:cubicBezTo>
                      <a:pt x="48987" y="43191"/>
                      <a:pt x="48475" y="44028"/>
                      <a:pt x="49007" y="44637"/>
                    </a:cubicBezTo>
                    <a:cubicBezTo>
                      <a:pt x="48780" y="44744"/>
                      <a:pt x="48590" y="44910"/>
                      <a:pt x="48447" y="45125"/>
                    </a:cubicBezTo>
                    <a:cubicBezTo>
                      <a:pt x="48447" y="45053"/>
                      <a:pt x="48459" y="44994"/>
                      <a:pt x="48459" y="44922"/>
                    </a:cubicBezTo>
                    <a:cubicBezTo>
                      <a:pt x="48459" y="43625"/>
                      <a:pt x="47697" y="42458"/>
                      <a:pt x="46518" y="41934"/>
                    </a:cubicBezTo>
                    <a:cubicBezTo>
                      <a:pt x="46149" y="40041"/>
                      <a:pt x="44482" y="38672"/>
                      <a:pt x="42565" y="38672"/>
                    </a:cubicBezTo>
                    <a:cubicBezTo>
                      <a:pt x="40637" y="38672"/>
                      <a:pt x="38970" y="40029"/>
                      <a:pt x="38601" y="41922"/>
                    </a:cubicBezTo>
                    <a:cubicBezTo>
                      <a:pt x="37946" y="42208"/>
                      <a:pt x="37398" y="42708"/>
                      <a:pt x="37053" y="43327"/>
                    </a:cubicBezTo>
                    <a:lnTo>
                      <a:pt x="37053" y="39053"/>
                    </a:lnTo>
                    <a:lnTo>
                      <a:pt x="29790" y="39053"/>
                    </a:lnTo>
                    <a:lnTo>
                      <a:pt x="29790" y="24765"/>
                    </a:lnTo>
                    <a:lnTo>
                      <a:pt x="25575" y="24765"/>
                    </a:lnTo>
                    <a:lnTo>
                      <a:pt x="25575" y="6168"/>
                    </a:lnTo>
                    <a:lnTo>
                      <a:pt x="23539" y="5346"/>
                    </a:lnTo>
                    <a:lnTo>
                      <a:pt x="23539" y="0"/>
                    </a:ln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93" name="Google Shape;493;p32"/>
              <p:cNvSpPr/>
              <p:nvPr/>
            </p:nvSpPr>
            <p:spPr>
              <a:xfrm>
                <a:off x="7250479" y="3943059"/>
                <a:ext cx="1503505" cy="1192968"/>
              </a:xfrm>
              <a:custGeom>
                <a:avLst/>
                <a:gdLst/>
                <a:ahLst/>
                <a:cxnLst/>
                <a:rect l="l" t="t" r="r" b="b"/>
                <a:pathLst>
                  <a:path w="39256" h="31148" extrusionOk="0">
                    <a:moveTo>
                      <a:pt x="18360" y="1"/>
                    </a:moveTo>
                    <a:lnTo>
                      <a:pt x="18360" y="560"/>
                    </a:lnTo>
                    <a:lnTo>
                      <a:pt x="18360" y="2799"/>
                    </a:lnTo>
                    <a:lnTo>
                      <a:pt x="5799" y="5442"/>
                    </a:lnTo>
                    <a:lnTo>
                      <a:pt x="5799" y="4930"/>
                    </a:lnTo>
                    <a:lnTo>
                      <a:pt x="5013" y="4930"/>
                    </a:lnTo>
                    <a:lnTo>
                      <a:pt x="5013" y="4037"/>
                    </a:lnTo>
                    <a:lnTo>
                      <a:pt x="4239" y="4037"/>
                    </a:lnTo>
                    <a:lnTo>
                      <a:pt x="4239" y="4930"/>
                    </a:lnTo>
                    <a:lnTo>
                      <a:pt x="4239" y="5013"/>
                    </a:lnTo>
                    <a:lnTo>
                      <a:pt x="4239" y="5763"/>
                    </a:lnTo>
                    <a:lnTo>
                      <a:pt x="4239" y="6097"/>
                    </a:lnTo>
                    <a:lnTo>
                      <a:pt x="2894" y="6097"/>
                    </a:lnTo>
                    <a:lnTo>
                      <a:pt x="3644" y="7156"/>
                    </a:lnTo>
                    <a:lnTo>
                      <a:pt x="4239" y="7156"/>
                    </a:lnTo>
                    <a:lnTo>
                      <a:pt x="4239" y="21003"/>
                    </a:lnTo>
                    <a:lnTo>
                      <a:pt x="3275" y="21003"/>
                    </a:lnTo>
                    <a:lnTo>
                      <a:pt x="3275" y="21337"/>
                    </a:lnTo>
                    <a:lnTo>
                      <a:pt x="3691" y="21337"/>
                    </a:lnTo>
                    <a:lnTo>
                      <a:pt x="3691" y="23003"/>
                    </a:lnTo>
                    <a:lnTo>
                      <a:pt x="0" y="24242"/>
                    </a:lnTo>
                    <a:lnTo>
                      <a:pt x="0" y="31147"/>
                    </a:lnTo>
                    <a:lnTo>
                      <a:pt x="39255" y="31147"/>
                    </a:lnTo>
                    <a:lnTo>
                      <a:pt x="39255" y="24242"/>
                    </a:lnTo>
                    <a:lnTo>
                      <a:pt x="35469" y="22980"/>
                    </a:lnTo>
                    <a:lnTo>
                      <a:pt x="35469" y="21337"/>
                    </a:lnTo>
                    <a:lnTo>
                      <a:pt x="35802" y="21337"/>
                    </a:lnTo>
                    <a:lnTo>
                      <a:pt x="35802" y="21003"/>
                    </a:lnTo>
                    <a:lnTo>
                      <a:pt x="34969" y="21003"/>
                    </a:lnTo>
                    <a:lnTo>
                      <a:pt x="34969" y="7156"/>
                    </a:lnTo>
                    <a:lnTo>
                      <a:pt x="35517" y="7156"/>
                    </a:lnTo>
                    <a:lnTo>
                      <a:pt x="36267" y="6097"/>
                    </a:lnTo>
                    <a:lnTo>
                      <a:pt x="34969" y="6097"/>
                    </a:lnTo>
                    <a:lnTo>
                      <a:pt x="34969" y="5763"/>
                    </a:lnTo>
                    <a:lnTo>
                      <a:pt x="34969" y="5013"/>
                    </a:lnTo>
                    <a:lnTo>
                      <a:pt x="34969" y="4930"/>
                    </a:lnTo>
                    <a:lnTo>
                      <a:pt x="34969" y="4037"/>
                    </a:lnTo>
                    <a:lnTo>
                      <a:pt x="34183" y="4037"/>
                    </a:lnTo>
                    <a:lnTo>
                      <a:pt x="34183" y="4930"/>
                    </a:lnTo>
                    <a:lnTo>
                      <a:pt x="33409" y="4930"/>
                    </a:lnTo>
                    <a:lnTo>
                      <a:pt x="33409" y="5442"/>
                    </a:lnTo>
                    <a:lnTo>
                      <a:pt x="20801" y="2787"/>
                    </a:lnTo>
                    <a:lnTo>
                      <a:pt x="20801" y="560"/>
                    </a:lnTo>
                    <a:lnTo>
                      <a:pt x="20801" y="1"/>
                    </a:lnTo>
                    <a:lnTo>
                      <a:pt x="20384" y="1"/>
                    </a:lnTo>
                    <a:lnTo>
                      <a:pt x="20384" y="560"/>
                    </a:lnTo>
                    <a:lnTo>
                      <a:pt x="19789" y="560"/>
                    </a:lnTo>
                    <a:lnTo>
                      <a:pt x="19789" y="1"/>
                    </a:lnTo>
                    <a:lnTo>
                      <a:pt x="19372" y="1"/>
                    </a:lnTo>
                    <a:lnTo>
                      <a:pt x="19372" y="560"/>
                    </a:lnTo>
                    <a:lnTo>
                      <a:pt x="18777" y="560"/>
                    </a:lnTo>
                    <a:lnTo>
                      <a:pt x="18777" y="1"/>
                    </a:ln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94" name="Google Shape;494;p32"/>
              <p:cNvSpPr/>
              <p:nvPr/>
            </p:nvSpPr>
            <p:spPr>
              <a:xfrm>
                <a:off x="3844734" y="4598337"/>
                <a:ext cx="397669" cy="453051"/>
              </a:xfrm>
              <a:custGeom>
                <a:avLst/>
                <a:gdLst/>
                <a:ahLst/>
                <a:cxnLst/>
                <a:rect l="l" t="t" r="r" b="b"/>
                <a:pathLst>
                  <a:path w="10383" h="11829" extrusionOk="0">
                    <a:moveTo>
                      <a:pt x="6132" y="5608"/>
                    </a:moveTo>
                    <a:cubicBezTo>
                      <a:pt x="6156" y="5798"/>
                      <a:pt x="6216" y="5977"/>
                      <a:pt x="6299" y="6155"/>
                    </a:cubicBezTo>
                    <a:lnTo>
                      <a:pt x="4811" y="7096"/>
                    </a:lnTo>
                    <a:lnTo>
                      <a:pt x="4811" y="6024"/>
                    </a:lnTo>
                    <a:cubicBezTo>
                      <a:pt x="5275" y="5989"/>
                      <a:pt x="5728" y="5846"/>
                      <a:pt x="6132" y="5608"/>
                    </a:cubicBezTo>
                    <a:close/>
                    <a:moveTo>
                      <a:pt x="4584" y="0"/>
                    </a:moveTo>
                    <a:cubicBezTo>
                      <a:pt x="3944" y="0"/>
                      <a:pt x="3287" y="209"/>
                      <a:pt x="2703" y="679"/>
                    </a:cubicBezTo>
                    <a:cubicBezTo>
                      <a:pt x="584" y="2393"/>
                      <a:pt x="1656" y="5822"/>
                      <a:pt x="4382" y="6013"/>
                    </a:cubicBezTo>
                    <a:lnTo>
                      <a:pt x="4382" y="8358"/>
                    </a:lnTo>
                    <a:lnTo>
                      <a:pt x="3132" y="7584"/>
                    </a:lnTo>
                    <a:cubicBezTo>
                      <a:pt x="3453" y="6846"/>
                      <a:pt x="3144" y="5989"/>
                      <a:pt x="2429" y="5608"/>
                    </a:cubicBezTo>
                    <a:cubicBezTo>
                      <a:pt x="2206" y="5493"/>
                      <a:pt x="1967" y="5438"/>
                      <a:pt x="1731" y="5438"/>
                    </a:cubicBezTo>
                    <a:cubicBezTo>
                      <a:pt x="1210" y="5438"/>
                      <a:pt x="704" y="5704"/>
                      <a:pt x="417" y="6179"/>
                    </a:cubicBezTo>
                    <a:cubicBezTo>
                      <a:pt x="1" y="6858"/>
                      <a:pt x="179" y="7763"/>
                      <a:pt x="834" y="8227"/>
                    </a:cubicBezTo>
                    <a:cubicBezTo>
                      <a:pt x="1102" y="8417"/>
                      <a:pt x="1413" y="8510"/>
                      <a:pt x="1721" y="8510"/>
                    </a:cubicBezTo>
                    <a:cubicBezTo>
                      <a:pt x="2165" y="8510"/>
                      <a:pt x="2604" y="8319"/>
                      <a:pt x="2906" y="7953"/>
                    </a:cubicBezTo>
                    <a:lnTo>
                      <a:pt x="4382" y="8870"/>
                    </a:lnTo>
                    <a:lnTo>
                      <a:pt x="4382" y="11632"/>
                    </a:lnTo>
                    <a:cubicBezTo>
                      <a:pt x="4394" y="11763"/>
                      <a:pt x="4495" y="11829"/>
                      <a:pt x="4596" y="11829"/>
                    </a:cubicBezTo>
                    <a:cubicBezTo>
                      <a:pt x="4698" y="11829"/>
                      <a:pt x="4799" y="11763"/>
                      <a:pt x="4811" y="11632"/>
                    </a:cubicBezTo>
                    <a:lnTo>
                      <a:pt x="4811" y="7620"/>
                    </a:lnTo>
                    <a:lnTo>
                      <a:pt x="6537" y="6524"/>
                    </a:lnTo>
                    <a:cubicBezTo>
                      <a:pt x="6924" y="7011"/>
                      <a:pt x="7477" y="7245"/>
                      <a:pt x="8027" y="7245"/>
                    </a:cubicBezTo>
                    <a:cubicBezTo>
                      <a:pt x="8730" y="7245"/>
                      <a:pt x="9429" y="6864"/>
                      <a:pt x="9776" y="6143"/>
                    </a:cubicBezTo>
                    <a:cubicBezTo>
                      <a:pt x="10383" y="4870"/>
                      <a:pt x="9454" y="3393"/>
                      <a:pt x="8037" y="3393"/>
                    </a:cubicBezTo>
                    <a:lnTo>
                      <a:pt x="8037" y="3381"/>
                    </a:lnTo>
                    <a:cubicBezTo>
                      <a:pt x="7883" y="3381"/>
                      <a:pt x="7728" y="3393"/>
                      <a:pt x="7573" y="3441"/>
                    </a:cubicBezTo>
                    <a:cubicBezTo>
                      <a:pt x="7850" y="1469"/>
                      <a:pt x="6280" y="0"/>
                      <a:pt x="4584" y="0"/>
                    </a:cubicBezTo>
                    <a:close/>
                  </a:path>
                </a:pathLst>
              </a:custGeom>
              <a:solidFill>
                <a:srgbClr val="A57569"/>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95" name="Google Shape;495;p32"/>
              <p:cNvSpPr/>
              <p:nvPr/>
            </p:nvSpPr>
            <p:spPr>
              <a:xfrm>
                <a:off x="3572972" y="4485205"/>
                <a:ext cx="5503174" cy="566534"/>
              </a:xfrm>
              <a:custGeom>
                <a:avLst/>
                <a:gdLst/>
                <a:ahLst/>
                <a:cxnLst/>
                <a:rect l="l" t="t" r="r" b="b"/>
                <a:pathLst>
                  <a:path w="143686" h="14792" extrusionOk="0">
                    <a:moveTo>
                      <a:pt x="7656" y="7002"/>
                    </a:moveTo>
                    <a:cubicBezTo>
                      <a:pt x="7692" y="7240"/>
                      <a:pt x="7763" y="7466"/>
                      <a:pt x="7871" y="7681"/>
                    </a:cubicBezTo>
                    <a:lnTo>
                      <a:pt x="6025" y="8871"/>
                    </a:lnTo>
                    <a:lnTo>
                      <a:pt x="6025" y="7514"/>
                    </a:lnTo>
                    <a:cubicBezTo>
                      <a:pt x="6597" y="7478"/>
                      <a:pt x="7156" y="7300"/>
                      <a:pt x="7656" y="7002"/>
                    </a:cubicBezTo>
                    <a:close/>
                    <a:moveTo>
                      <a:pt x="45554" y="8562"/>
                    </a:moveTo>
                    <a:cubicBezTo>
                      <a:pt x="45590" y="8752"/>
                      <a:pt x="45649" y="8931"/>
                      <a:pt x="45732" y="9109"/>
                    </a:cubicBezTo>
                    <a:lnTo>
                      <a:pt x="44244" y="10050"/>
                    </a:lnTo>
                    <a:lnTo>
                      <a:pt x="44244" y="8978"/>
                    </a:lnTo>
                    <a:cubicBezTo>
                      <a:pt x="44708" y="8943"/>
                      <a:pt x="45161" y="8800"/>
                      <a:pt x="45554" y="8562"/>
                    </a:cubicBezTo>
                    <a:close/>
                    <a:moveTo>
                      <a:pt x="35886" y="9788"/>
                    </a:moveTo>
                    <a:cubicBezTo>
                      <a:pt x="36172" y="10098"/>
                      <a:pt x="36565" y="10300"/>
                      <a:pt x="36993" y="10360"/>
                    </a:cubicBezTo>
                    <a:lnTo>
                      <a:pt x="36993" y="11288"/>
                    </a:lnTo>
                    <a:lnTo>
                      <a:pt x="35433" y="9955"/>
                    </a:lnTo>
                    <a:cubicBezTo>
                      <a:pt x="35588" y="9907"/>
                      <a:pt x="35731" y="9859"/>
                      <a:pt x="35886" y="9788"/>
                    </a:cubicBezTo>
                    <a:close/>
                    <a:moveTo>
                      <a:pt x="135779" y="9788"/>
                    </a:moveTo>
                    <a:cubicBezTo>
                      <a:pt x="136077" y="10098"/>
                      <a:pt x="136458" y="10300"/>
                      <a:pt x="136887" y="10360"/>
                    </a:cubicBezTo>
                    <a:lnTo>
                      <a:pt x="136887" y="11288"/>
                    </a:lnTo>
                    <a:lnTo>
                      <a:pt x="135327" y="9955"/>
                    </a:lnTo>
                    <a:cubicBezTo>
                      <a:pt x="135482" y="9907"/>
                      <a:pt x="135636" y="9859"/>
                      <a:pt x="135779" y="9788"/>
                    </a:cubicBezTo>
                    <a:close/>
                    <a:moveTo>
                      <a:pt x="38660" y="9788"/>
                    </a:moveTo>
                    <a:cubicBezTo>
                      <a:pt x="38815" y="9848"/>
                      <a:pt x="38970" y="9907"/>
                      <a:pt x="39136" y="9955"/>
                    </a:cubicBezTo>
                    <a:lnTo>
                      <a:pt x="37541" y="11312"/>
                    </a:lnTo>
                    <a:lnTo>
                      <a:pt x="37541" y="10360"/>
                    </a:lnTo>
                    <a:cubicBezTo>
                      <a:pt x="37970" y="10300"/>
                      <a:pt x="38362" y="10098"/>
                      <a:pt x="38660" y="9788"/>
                    </a:cubicBezTo>
                    <a:close/>
                    <a:moveTo>
                      <a:pt x="42800" y="8727"/>
                    </a:moveTo>
                    <a:cubicBezTo>
                      <a:pt x="43103" y="8858"/>
                      <a:pt x="43439" y="8942"/>
                      <a:pt x="43804" y="8967"/>
                    </a:cubicBezTo>
                    <a:lnTo>
                      <a:pt x="43804" y="11312"/>
                    </a:lnTo>
                    <a:lnTo>
                      <a:pt x="42565" y="10538"/>
                    </a:lnTo>
                    <a:cubicBezTo>
                      <a:pt x="42649" y="10348"/>
                      <a:pt x="42684" y="10145"/>
                      <a:pt x="42684" y="9931"/>
                    </a:cubicBezTo>
                    <a:cubicBezTo>
                      <a:pt x="42684" y="9609"/>
                      <a:pt x="42600" y="9332"/>
                      <a:pt x="42459" y="9107"/>
                    </a:cubicBezTo>
                    <a:lnTo>
                      <a:pt x="42459" y="9107"/>
                    </a:lnTo>
                    <a:cubicBezTo>
                      <a:pt x="42581" y="8989"/>
                      <a:pt x="42696" y="8862"/>
                      <a:pt x="42800" y="8727"/>
                    </a:cubicBezTo>
                    <a:close/>
                    <a:moveTo>
                      <a:pt x="138554" y="9788"/>
                    </a:moveTo>
                    <a:cubicBezTo>
                      <a:pt x="138708" y="9848"/>
                      <a:pt x="138863" y="9907"/>
                      <a:pt x="139030" y="9955"/>
                    </a:cubicBezTo>
                    <a:lnTo>
                      <a:pt x="137434" y="11312"/>
                    </a:lnTo>
                    <a:lnTo>
                      <a:pt x="137434" y="10360"/>
                    </a:lnTo>
                    <a:cubicBezTo>
                      <a:pt x="137863" y="10300"/>
                      <a:pt x="138256" y="10098"/>
                      <a:pt x="138554" y="9788"/>
                    </a:cubicBezTo>
                    <a:close/>
                    <a:moveTo>
                      <a:pt x="26086" y="5576"/>
                    </a:moveTo>
                    <a:cubicBezTo>
                      <a:pt x="25442" y="5576"/>
                      <a:pt x="24798" y="5910"/>
                      <a:pt x="24468" y="6597"/>
                    </a:cubicBezTo>
                    <a:cubicBezTo>
                      <a:pt x="24283" y="6483"/>
                      <a:pt x="24095" y="6432"/>
                      <a:pt x="23916" y="6432"/>
                    </a:cubicBezTo>
                    <a:cubicBezTo>
                      <a:pt x="23130" y="6432"/>
                      <a:pt x="22525" y="7405"/>
                      <a:pt x="23146" y="8133"/>
                    </a:cubicBezTo>
                    <a:cubicBezTo>
                      <a:pt x="22277" y="8550"/>
                      <a:pt x="21944" y="9621"/>
                      <a:pt x="22432" y="10467"/>
                    </a:cubicBezTo>
                    <a:cubicBezTo>
                      <a:pt x="22744" y="10999"/>
                      <a:pt x="23304" y="11294"/>
                      <a:pt x="23876" y="11294"/>
                    </a:cubicBezTo>
                    <a:cubicBezTo>
                      <a:pt x="24199" y="11294"/>
                      <a:pt x="24525" y="11200"/>
                      <a:pt x="24813" y="11002"/>
                    </a:cubicBezTo>
                    <a:cubicBezTo>
                      <a:pt x="25076" y="11197"/>
                      <a:pt x="25395" y="11304"/>
                      <a:pt x="25724" y="11304"/>
                    </a:cubicBezTo>
                    <a:cubicBezTo>
                      <a:pt x="25797" y="11304"/>
                      <a:pt x="25870" y="11299"/>
                      <a:pt x="25944" y="11288"/>
                    </a:cubicBezTo>
                    <a:lnTo>
                      <a:pt x="25944" y="14312"/>
                    </a:lnTo>
                    <a:cubicBezTo>
                      <a:pt x="25944" y="14426"/>
                      <a:pt x="26028" y="14482"/>
                      <a:pt x="26111" y="14482"/>
                    </a:cubicBezTo>
                    <a:cubicBezTo>
                      <a:pt x="26194" y="14482"/>
                      <a:pt x="26278" y="14426"/>
                      <a:pt x="26278" y="14312"/>
                    </a:cubicBezTo>
                    <a:lnTo>
                      <a:pt x="26278" y="11181"/>
                    </a:lnTo>
                    <a:cubicBezTo>
                      <a:pt x="26456" y="11110"/>
                      <a:pt x="26623" y="11002"/>
                      <a:pt x="26754" y="10860"/>
                    </a:cubicBezTo>
                    <a:cubicBezTo>
                      <a:pt x="27159" y="11145"/>
                      <a:pt x="27606" y="11274"/>
                      <a:pt x="28040" y="11274"/>
                    </a:cubicBezTo>
                    <a:cubicBezTo>
                      <a:pt x="29201" y="11274"/>
                      <a:pt x="30278" y="10355"/>
                      <a:pt x="30278" y="9038"/>
                    </a:cubicBezTo>
                    <a:cubicBezTo>
                      <a:pt x="30278" y="7807"/>
                      <a:pt x="29290" y="6811"/>
                      <a:pt x="28062" y="6811"/>
                    </a:cubicBezTo>
                    <a:cubicBezTo>
                      <a:pt x="28054" y="6811"/>
                      <a:pt x="28047" y="6811"/>
                      <a:pt x="28040" y="6811"/>
                    </a:cubicBezTo>
                    <a:cubicBezTo>
                      <a:pt x="27956" y="6811"/>
                      <a:pt x="27885" y="6823"/>
                      <a:pt x="27813" y="6823"/>
                    </a:cubicBezTo>
                    <a:cubicBezTo>
                      <a:pt x="27542" y="6002"/>
                      <a:pt x="26814" y="5576"/>
                      <a:pt x="26086" y="5576"/>
                    </a:cubicBezTo>
                    <a:close/>
                    <a:moveTo>
                      <a:pt x="5724" y="0"/>
                    </a:moveTo>
                    <a:cubicBezTo>
                      <a:pt x="4927" y="0"/>
                      <a:pt x="4108" y="261"/>
                      <a:pt x="3382" y="846"/>
                    </a:cubicBezTo>
                    <a:cubicBezTo>
                      <a:pt x="727" y="2990"/>
                      <a:pt x="2072" y="7276"/>
                      <a:pt x="5477" y="7514"/>
                    </a:cubicBezTo>
                    <a:lnTo>
                      <a:pt x="5477" y="10443"/>
                    </a:lnTo>
                    <a:lnTo>
                      <a:pt x="3918" y="9467"/>
                    </a:lnTo>
                    <a:cubicBezTo>
                      <a:pt x="4322" y="8550"/>
                      <a:pt x="3941" y="7466"/>
                      <a:pt x="3048" y="7014"/>
                    </a:cubicBezTo>
                    <a:cubicBezTo>
                      <a:pt x="2764" y="6866"/>
                      <a:pt x="2460" y="6796"/>
                      <a:pt x="2160" y="6796"/>
                    </a:cubicBezTo>
                    <a:cubicBezTo>
                      <a:pt x="1516" y="6796"/>
                      <a:pt x="893" y="7120"/>
                      <a:pt x="536" y="7704"/>
                    </a:cubicBezTo>
                    <a:cubicBezTo>
                      <a:pt x="0" y="8562"/>
                      <a:pt x="227" y="9681"/>
                      <a:pt x="1048" y="10264"/>
                    </a:cubicBezTo>
                    <a:cubicBezTo>
                      <a:pt x="1387" y="10505"/>
                      <a:pt x="1779" y="10622"/>
                      <a:pt x="2168" y="10622"/>
                    </a:cubicBezTo>
                    <a:cubicBezTo>
                      <a:pt x="2720" y="10622"/>
                      <a:pt x="3266" y="10385"/>
                      <a:pt x="3644" y="9931"/>
                    </a:cubicBezTo>
                    <a:lnTo>
                      <a:pt x="5477" y="11074"/>
                    </a:lnTo>
                    <a:lnTo>
                      <a:pt x="5477" y="14527"/>
                    </a:lnTo>
                    <a:cubicBezTo>
                      <a:pt x="5489" y="14693"/>
                      <a:pt x="5617" y="14777"/>
                      <a:pt x="5745" y="14777"/>
                    </a:cubicBezTo>
                    <a:cubicBezTo>
                      <a:pt x="5873" y="14777"/>
                      <a:pt x="6001" y="14693"/>
                      <a:pt x="6013" y="14527"/>
                    </a:cubicBezTo>
                    <a:lnTo>
                      <a:pt x="6013" y="9502"/>
                    </a:lnTo>
                    <a:lnTo>
                      <a:pt x="8168" y="8133"/>
                    </a:lnTo>
                    <a:cubicBezTo>
                      <a:pt x="8654" y="8739"/>
                      <a:pt x="9343" y="9028"/>
                      <a:pt x="10028" y="9028"/>
                    </a:cubicBezTo>
                    <a:cubicBezTo>
                      <a:pt x="10905" y="9028"/>
                      <a:pt x="11776" y="8553"/>
                      <a:pt x="12204" y="7657"/>
                    </a:cubicBezTo>
                    <a:cubicBezTo>
                      <a:pt x="12966" y="6061"/>
                      <a:pt x="11800" y="4228"/>
                      <a:pt x="10037" y="4228"/>
                    </a:cubicBezTo>
                    <a:cubicBezTo>
                      <a:pt x="10005" y="4226"/>
                      <a:pt x="9972" y="4225"/>
                      <a:pt x="9939" y="4225"/>
                    </a:cubicBezTo>
                    <a:cubicBezTo>
                      <a:pt x="9782" y="4225"/>
                      <a:pt x="9624" y="4248"/>
                      <a:pt x="9466" y="4287"/>
                    </a:cubicBezTo>
                    <a:cubicBezTo>
                      <a:pt x="9812" y="1839"/>
                      <a:pt x="7845" y="0"/>
                      <a:pt x="5724" y="0"/>
                    </a:cubicBezTo>
                    <a:close/>
                    <a:moveTo>
                      <a:pt x="37266" y="13"/>
                    </a:moveTo>
                    <a:cubicBezTo>
                      <a:pt x="35241" y="13"/>
                      <a:pt x="33503" y="1450"/>
                      <a:pt x="33100" y="3442"/>
                    </a:cubicBezTo>
                    <a:cubicBezTo>
                      <a:pt x="31600" y="4097"/>
                      <a:pt x="30766" y="5716"/>
                      <a:pt x="31100" y="7323"/>
                    </a:cubicBezTo>
                    <a:cubicBezTo>
                      <a:pt x="31433" y="8931"/>
                      <a:pt x="32850" y="10086"/>
                      <a:pt x="34493" y="10086"/>
                    </a:cubicBezTo>
                    <a:lnTo>
                      <a:pt x="34731" y="10086"/>
                    </a:lnTo>
                    <a:lnTo>
                      <a:pt x="36981" y="12015"/>
                    </a:lnTo>
                    <a:lnTo>
                      <a:pt x="36981" y="14515"/>
                    </a:lnTo>
                    <a:cubicBezTo>
                      <a:pt x="36981" y="14699"/>
                      <a:pt x="37121" y="14792"/>
                      <a:pt x="37261" y="14792"/>
                    </a:cubicBezTo>
                    <a:cubicBezTo>
                      <a:pt x="37401" y="14792"/>
                      <a:pt x="37541" y="14699"/>
                      <a:pt x="37541" y="14515"/>
                    </a:cubicBezTo>
                    <a:lnTo>
                      <a:pt x="37541" y="12050"/>
                    </a:lnTo>
                    <a:lnTo>
                      <a:pt x="39647" y="10248"/>
                    </a:lnTo>
                    <a:lnTo>
                      <a:pt x="39647" y="10248"/>
                    </a:lnTo>
                    <a:cubicBezTo>
                      <a:pt x="39791" y="10966"/>
                      <a:pt x="40474" y="11472"/>
                      <a:pt x="41182" y="11472"/>
                    </a:cubicBezTo>
                    <a:cubicBezTo>
                      <a:pt x="41592" y="11472"/>
                      <a:pt x="42011" y="11303"/>
                      <a:pt x="42339" y="10907"/>
                    </a:cubicBezTo>
                    <a:lnTo>
                      <a:pt x="43804" y="11824"/>
                    </a:lnTo>
                    <a:lnTo>
                      <a:pt x="43804" y="14586"/>
                    </a:lnTo>
                    <a:cubicBezTo>
                      <a:pt x="43815" y="14717"/>
                      <a:pt x="43920" y="14783"/>
                      <a:pt x="44024" y="14783"/>
                    </a:cubicBezTo>
                    <a:cubicBezTo>
                      <a:pt x="44128" y="14783"/>
                      <a:pt x="44232" y="14717"/>
                      <a:pt x="44244" y="14586"/>
                    </a:cubicBezTo>
                    <a:lnTo>
                      <a:pt x="44244" y="10574"/>
                    </a:lnTo>
                    <a:lnTo>
                      <a:pt x="45959" y="9478"/>
                    </a:lnTo>
                    <a:cubicBezTo>
                      <a:pt x="46351" y="9965"/>
                      <a:pt x="46907" y="10199"/>
                      <a:pt x="47458" y="10199"/>
                    </a:cubicBezTo>
                    <a:cubicBezTo>
                      <a:pt x="48161" y="10199"/>
                      <a:pt x="48857" y="9818"/>
                      <a:pt x="49197" y="9097"/>
                    </a:cubicBezTo>
                    <a:cubicBezTo>
                      <a:pt x="49802" y="7829"/>
                      <a:pt x="48871" y="6347"/>
                      <a:pt x="47464" y="6347"/>
                    </a:cubicBezTo>
                    <a:cubicBezTo>
                      <a:pt x="47458" y="6347"/>
                      <a:pt x="47453" y="6347"/>
                      <a:pt x="47447" y="6347"/>
                    </a:cubicBezTo>
                    <a:lnTo>
                      <a:pt x="47459" y="6335"/>
                    </a:lnTo>
                    <a:cubicBezTo>
                      <a:pt x="47304" y="6335"/>
                      <a:pt x="47149" y="6347"/>
                      <a:pt x="47006" y="6395"/>
                    </a:cubicBezTo>
                    <a:cubicBezTo>
                      <a:pt x="47018" y="6252"/>
                      <a:pt x="47030" y="6109"/>
                      <a:pt x="47030" y="5966"/>
                    </a:cubicBezTo>
                    <a:cubicBezTo>
                      <a:pt x="47030" y="4159"/>
                      <a:pt x="45553" y="2953"/>
                      <a:pt x="44004" y="2953"/>
                    </a:cubicBezTo>
                    <a:cubicBezTo>
                      <a:pt x="43308" y="2953"/>
                      <a:pt x="42597" y="3196"/>
                      <a:pt x="41999" y="3737"/>
                    </a:cubicBezTo>
                    <a:lnTo>
                      <a:pt x="41999" y="3737"/>
                    </a:lnTo>
                    <a:cubicBezTo>
                      <a:pt x="41834" y="3625"/>
                      <a:pt x="41657" y="3526"/>
                      <a:pt x="41470" y="3442"/>
                    </a:cubicBezTo>
                    <a:lnTo>
                      <a:pt x="41470" y="3454"/>
                    </a:lnTo>
                    <a:cubicBezTo>
                      <a:pt x="41077" y="1454"/>
                      <a:pt x="39327" y="13"/>
                      <a:pt x="37291" y="13"/>
                    </a:cubicBezTo>
                    <a:cubicBezTo>
                      <a:pt x="37282" y="13"/>
                      <a:pt x="37274" y="13"/>
                      <a:pt x="37266" y="13"/>
                    </a:cubicBezTo>
                    <a:close/>
                    <a:moveTo>
                      <a:pt x="137159" y="13"/>
                    </a:moveTo>
                    <a:cubicBezTo>
                      <a:pt x="135134" y="13"/>
                      <a:pt x="133396" y="1450"/>
                      <a:pt x="133005" y="3442"/>
                    </a:cubicBezTo>
                    <a:cubicBezTo>
                      <a:pt x="131493" y="4097"/>
                      <a:pt x="130660" y="5716"/>
                      <a:pt x="130993" y="7323"/>
                    </a:cubicBezTo>
                    <a:cubicBezTo>
                      <a:pt x="131337" y="8923"/>
                      <a:pt x="132741" y="10074"/>
                      <a:pt x="134373" y="10074"/>
                    </a:cubicBezTo>
                    <a:cubicBezTo>
                      <a:pt x="134381" y="10074"/>
                      <a:pt x="134390" y="10074"/>
                      <a:pt x="134398" y="10074"/>
                    </a:cubicBezTo>
                    <a:lnTo>
                      <a:pt x="134624" y="10074"/>
                    </a:lnTo>
                    <a:lnTo>
                      <a:pt x="136887" y="12015"/>
                    </a:lnTo>
                    <a:lnTo>
                      <a:pt x="136887" y="14515"/>
                    </a:lnTo>
                    <a:cubicBezTo>
                      <a:pt x="136887" y="14699"/>
                      <a:pt x="137024" y="14792"/>
                      <a:pt x="137160" y="14792"/>
                    </a:cubicBezTo>
                    <a:cubicBezTo>
                      <a:pt x="137297" y="14792"/>
                      <a:pt x="137434" y="14699"/>
                      <a:pt x="137434" y="14515"/>
                    </a:cubicBezTo>
                    <a:lnTo>
                      <a:pt x="137434" y="12050"/>
                    </a:lnTo>
                    <a:lnTo>
                      <a:pt x="139744" y="10074"/>
                    </a:lnTo>
                    <a:lnTo>
                      <a:pt x="139958" y="10074"/>
                    </a:lnTo>
                    <a:cubicBezTo>
                      <a:pt x="141590" y="10074"/>
                      <a:pt x="143006" y="8931"/>
                      <a:pt x="143340" y="7335"/>
                    </a:cubicBezTo>
                    <a:cubicBezTo>
                      <a:pt x="143685" y="5728"/>
                      <a:pt x="142864" y="4109"/>
                      <a:pt x="141363" y="3442"/>
                    </a:cubicBezTo>
                    <a:lnTo>
                      <a:pt x="141363" y="3454"/>
                    </a:lnTo>
                    <a:cubicBezTo>
                      <a:pt x="140970" y="1454"/>
                      <a:pt x="139220" y="13"/>
                      <a:pt x="137184" y="13"/>
                    </a:cubicBezTo>
                    <a:cubicBezTo>
                      <a:pt x="137176" y="13"/>
                      <a:pt x="137168" y="13"/>
                      <a:pt x="137159" y="13"/>
                    </a:cubicBezTo>
                    <a:close/>
                  </a:path>
                </a:pathLst>
              </a:custGeom>
              <a:solidFill>
                <a:schemeClr val="accent3"/>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96" name="Google Shape;496;p32"/>
              <p:cNvSpPr/>
              <p:nvPr/>
            </p:nvSpPr>
            <p:spPr>
              <a:xfrm>
                <a:off x="2428445" y="5032866"/>
                <a:ext cx="6715624" cy="106282"/>
              </a:xfrm>
              <a:custGeom>
                <a:avLst/>
                <a:gdLst/>
                <a:ahLst/>
                <a:cxnLst/>
                <a:rect l="l" t="t" r="r" b="b"/>
                <a:pathLst>
                  <a:path w="145770" h="2775" extrusionOk="0">
                    <a:moveTo>
                      <a:pt x="1" y="1"/>
                    </a:moveTo>
                    <a:lnTo>
                      <a:pt x="1" y="2775"/>
                    </a:lnTo>
                    <a:lnTo>
                      <a:pt x="145769" y="2775"/>
                    </a:lnTo>
                    <a:lnTo>
                      <a:pt x="145769"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97" name="Google Shape;497;p32"/>
              <p:cNvSpPr/>
              <p:nvPr/>
            </p:nvSpPr>
            <p:spPr>
              <a:xfrm>
                <a:off x="3674538" y="4484745"/>
                <a:ext cx="5448098" cy="567338"/>
              </a:xfrm>
              <a:custGeom>
                <a:avLst/>
                <a:gdLst/>
                <a:ahLst/>
                <a:cxnLst/>
                <a:rect l="l" t="t" r="r" b="b"/>
                <a:pathLst>
                  <a:path w="142248" h="14813" extrusionOk="0">
                    <a:moveTo>
                      <a:pt x="102326" y="7002"/>
                    </a:moveTo>
                    <a:cubicBezTo>
                      <a:pt x="102362" y="7240"/>
                      <a:pt x="102433" y="7478"/>
                      <a:pt x="102540" y="7693"/>
                    </a:cubicBezTo>
                    <a:lnTo>
                      <a:pt x="100671" y="8871"/>
                    </a:lnTo>
                    <a:lnTo>
                      <a:pt x="100671" y="7526"/>
                    </a:lnTo>
                    <a:cubicBezTo>
                      <a:pt x="101254" y="7478"/>
                      <a:pt x="101826" y="7300"/>
                      <a:pt x="102326" y="7002"/>
                    </a:cubicBezTo>
                    <a:close/>
                    <a:moveTo>
                      <a:pt x="3909" y="8443"/>
                    </a:moveTo>
                    <a:cubicBezTo>
                      <a:pt x="4314" y="8681"/>
                      <a:pt x="4778" y="8824"/>
                      <a:pt x="5254" y="8859"/>
                    </a:cubicBezTo>
                    <a:lnTo>
                      <a:pt x="5254" y="9967"/>
                    </a:lnTo>
                    <a:lnTo>
                      <a:pt x="3730" y="9002"/>
                    </a:lnTo>
                    <a:cubicBezTo>
                      <a:pt x="3825" y="8824"/>
                      <a:pt x="3885" y="8633"/>
                      <a:pt x="3909" y="8443"/>
                    </a:cubicBezTo>
                    <a:close/>
                    <a:moveTo>
                      <a:pt x="118518" y="8443"/>
                    </a:moveTo>
                    <a:cubicBezTo>
                      <a:pt x="118923" y="8681"/>
                      <a:pt x="119388" y="8824"/>
                      <a:pt x="119864" y="8859"/>
                    </a:cubicBezTo>
                    <a:lnTo>
                      <a:pt x="119864" y="9967"/>
                    </a:lnTo>
                    <a:lnTo>
                      <a:pt x="118352" y="9002"/>
                    </a:lnTo>
                    <a:cubicBezTo>
                      <a:pt x="118435" y="8824"/>
                      <a:pt x="118495" y="8633"/>
                      <a:pt x="118518" y="8443"/>
                    </a:cubicBezTo>
                    <a:close/>
                    <a:moveTo>
                      <a:pt x="138056" y="5590"/>
                    </a:moveTo>
                    <a:cubicBezTo>
                      <a:pt x="137412" y="5590"/>
                      <a:pt x="136766" y="5923"/>
                      <a:pt x="136437" y="6609"/>
                    </a:cubicBezTo>
                    <a:cubicBezTo>
                      <a:pt x="136251" y="6492"/>
                      <a:pt x="136061" y="6440"/>
                      <a:pt x="135881" y="6440"/>
                    </a:cubicBezTo>
                    <a:cubicBezTo>
                      <a:pt x="135094" y="6440"/>
                      <a:pt x="134486" y="7419"/>
                      <a:pt x="135116" y="8145"/>
                    </a:cubicBezTo>
                    <a:cubicBezTo>
                      <a:pt x="134247" y="8562"/>
                      <a:pt x="133913" y="9645"/>
                      <a:pt x="134401" y="10479"/>
                    </a:cubicBezTo>
                    <a:cubicBezTo>
                      <a:pt x="134712" y="11017"/>
                      <a:pt x="135269" y="11309"/>
                      <a:pt x="135841" y="11309"/>
                    </a:cubicBezTo>
                    <a:cubicBezTo>
                      <a:pt x="136168" y="11309"/>
                      <a:pt x="136500" y="11214"/>
                      <a:pt x="136794" y="11014"/>
                    </a:cubicBezTo>
                    <a:cubicBezTo>
                      <a:pt x="137045" y="11205"/>
                      <a:pt x="137354" y="11312"/>
                      <a:pt x="137687" y="11312"/>
                    </a:cubicBezTo>
                    <a:cubicBezTo>
                      <a:pt x="137759" y="11312"/>
                      <a:pt x="137830" y="11312"/>
                      <a:pt x="137914" y="11300"/>
                    </a:cubicBezTo>
                    <a:lnTo>
                      <a:pt x="137914" y="14324"/>
                    </a:lnTo>
                    <a:cubicBezTo>
                      <a:pt x="137914" y="14432"/>
                      <a:pt x="137997" y="14485"/>
                      <a:pt x="138080" y="14485"/>
                    </a:cubicBezTo>
                    <a:cubicBezTo>
                      <a:pt x="138164" y="14485"/>
                      <a:pt x="138247" y="14432"/>
                      <a:pt x="138247" y="14324"/>
                    </a:cubicBezTo>
                    <a:lnTo>
                      <a:pt x="138247" y="11193"/>
                    </a:lnTo>
                    <a:cubicBezTo>
                      <a:pt x="138426" y="11122"/>
                      <a:pt x="138592" y="11003"/>
                      <a:pt x="138723" y="10872"/>
                    </a:cubicBezTo>
                    <a:cubicBezTo>
                      <a:pt x="139128" y="11153"/>
                      <a:pt x="139574" y="11281"/>
                      <a:pt x="140007" y="11281"/>
                    </a:cubicBezTo>
                    <a:cubicBezTo>
                      <a:pt x="141169" y="11281"/>
                      <a:pt x="142248" y="10367"/>
                      <a:pt x="142248" y="9050"/>
                    </a:cubicBezTo>
                    <a:cubicBezTo>
                      <a:pt x="142236" y="7824"/>
                      <a:pt x="141247" y="6835"/>
                      <a:pt x="140021" y="6835"/>
                    </a:cubicBezTo>
                    <a:cubicBezTo>
                      <a:pt x="139938" y="6835"/>
                      <a:pt x="139866" y="6847"/>
                      <a:pt x="139783" y="6847"/>
                    </a:cubicBezTo>
                    <a:cubicBezTo>
                      <a:pt x="139517" y="6018"/>
                      <a:pt x="138787" y="5590"/>
                      <a:pt x="138056" y="5590"/>
                    </a:cubicBezTo>
                    <a:close/>
                    <a:moveTo>
                      <a:pt x="36796" y="4629"/>
                    </a:moveTo>
                    <a:cubicBezTo>
                      <a:pt x="36081" y="4629"/>
                      <a:pt x="35365" y="4999"/>
                      <a:pt x="34996" y="5764"/>
                    </a:cubicBezTo>
                    <a:cubicBezTo>
                      <a:pt x="34790" y="5632"/>
                      <a:pt x="34580" y="5574"/>
                      <a:pt x="34381" y="5574"/>
                    </a:cubicBezTo>
                    <a:cubicBezTo>
                      <a:pt x="33518" y="5574"/>
                      <a:pt x="32847" y="6652"/>
                      <a:pt x="33543" y="7455"/>
                    </a:cubicBezTo>
                    <a:cubicBezTo>
                      <a:pt x="32579" y="7919"/>
                      <a:pt x="32222" y="9109"/>
                      <a:pt x="32758" y="10038"/>
                    </a:cubicBezTo>
                    <a:cubicBezTo>
                      <a:pt x="33100" y="10631"/>
                      <a:pt x="33719" y="10957"/>
                      <a:pt x="34351" y="10957"/>
                    </a:cubicBezTo>
                    <a:cubicBezTo>
                      <a:pt x="34709" y="10957"/>
                      <a:pt x="35071" y="10853"/>
                      <a:pt x="35389" y="10633"/>
                    </a:cubicBezTo>
                    <a:cubicBezTo>
                      <a:pt x="35675" y="10848"/>
                      <a:pt x="36020" y="10967"/>
                      <a:pt x="36377" y="10967"/>
                    </a:cubicBezTo>
                    <a:cubicBezTo>
                      <a:pt x="36472" y="10967"/>
                      <a:pt x="36556" y="10955"/>
                      <a:pt x="36639" y="10943"/>
                    </a:cubicBezTo>
                    <a:lnTo>
                      <a:pt x="36639" y="14313"/>
                    </a:lnTo>
                    <a:cubicBezTo>
                      <a:pt x="36639" y="14438"/>
                      <a:pt x="36731" y="14500"/>
                      <a:pt x="36824" y="14500"/>
                    </a:cubicBezTo>
                    <a:cubicBezTo>
                      <a:pt x="36916" y="14500"/>
                      <a:pt x="37008" y="14438"/>
                      <a:pt x="37008" y="14313"/>
                    </a:cubicBezTo>
                    <a:lnTo>
                      <a:pt x="37008" y="10848"/>
                    </a:lnTo>
                    <a:cubicBezTo>
                      <a:pt x="37211" y="10764"/>
                      <a:pt x="37389" y="10633"/>
                      <a:pt x="37544" y="10479"/>
                    </a:cubicBezTo>
                    <a:cubicBezTo>
                      <a:pt x="37992" y="10793"/>
                      <a:pt x="38485" y="10936"/>
                      <a:pt x="38965" y="10936"/>
                    </a:cubicBezTo>
                    <a:cubicBezTo>
                      <a:pt x="40246" y="10936"/>
                      <a:pt x="41437" y="9922"/>
                      <a:pt x="41437" y="8467"/>
                    </a:cubicBezTo>
                    <a:cubicBezTo>
                      <a:pt x="41437" y="7097"/>
                      <a:pt x="40330" y="6002"/>
                      <a:pt x="38961" y="6002"/>
                    </a:cubicBezTo>
                    <a:cubicBezTo>
                      <a:pt x="38877" y="6002"/>
                      <a:pt x="38794" y="6002"/>
                      <a:pt x="38711" y="6014"/>
                    </a:cubicBezTo>
                    <a:cubicBezTo>
                      <a:pt x="38414" y="5103"/>
                      <a:pt x="37606" y="4629"/>
                      <a:pt x="36796" y="4629"/>
                    </a:cubicBezTo>
                    <a:close/>
                    <a:moveTo>
                      <a:pt x="100381" y="1"/>
                    </a:moveTo>
                    <a:cubicBezTo>
                      <a:pt x="99584" y="1"/>
                      <a:pt x="98765" y="261"/>
                      <a:pt x="98040" y="847"/>
                    </a:cubicBezTo>
                    <a:cubicBezTo>
                      <a:pt x="95385" y="3002"/>
                      <a:pt x="96730" y="7276"/>
                      <a:pt x="100135" y="7526"/>
                    </a:cubicBezTo>
                    <a:lnTo>
                      <a:pt x="100135" y="10455"/>
                    </a:lnTo>
                    <a:lnTo>
                      <a:pt x="98575" y="9479"/>
                    </a:lnTo>
                    <a:cubicBezTo>
                      <a:pt x="98968" y="8550"/>
                      <a:pt x="98587" y="7478"/>
                      <a:pt x="97694" y="7014"/>
                    </a:cubicBezTo>
                    <a:cubicBezTo>
                      <a:pt x="97414" y="6868"/>
                      <a:pt x="97113" y="6798"/>
                      <a:pt x="96816" y="6798"/>
                    </a:cubicBezTo>
                    <a:cubicBezTo>
                      <a:pt x="96169" y="6798"/>
                      <a:pt x="95541" y="7129"/>
                      <a:pt x="95182" y="7716"/>
                    </a:cubicBezTo>
                    <a:cubicBezTo>
                      <a:pt x="94658" y="8574"/>
                      <a:pt x="94884" y="9693"/>
                      <a:pt x="95706" y="10276"/>
                    </a:cubicBezTo>
                    <a:cubicBezTo>
                      <a:pt x="96044" y="10516"/>
                      <a:pt x="96434" y="10633"/>
                      <a:pt x="96821" y="10633"/>
                    </a:cubicBezTo>
                    <a:cubicBezTo>
                      <a:pt x="97375" y="10633"/>
                      <a:pt x="97923" y="10394"/>
                      <a:pt x="98302" y="9931"/>
                    </a:cubicBezTo>
                    <a:lnTo>
                      <a:pt x="100135" y="11086"/>
                    </a:lnTo>
                    <a:lnTo>
                      <a:pt x="100135" y="14539"/>
                    </a:lnTo>
                    <a:cubicBezTo>
                      <a:pt x="100147" y="14705"/>
                      <a:pt x="100275" y="14789"/>
                      <a:pt x="100403" y="14789"/>
                    </a:cubicBezTo>
                    <a:cubicBezTo>
                      <a:pt x="100531" y="14789"/>
                      <a:pt x="100659" y="14705"/>
                      <a:pt x="100671" y="14539"/>
                    </a:cubicBezTo>
                    <a:lnTo>
                      <a:pt x="100671" y="9514"/>
                    </a:lnTo>
                    <a:lnTo>
                      <a:pt x="102826" y="8145"/>
                    </a:lnTo>
                    <a:cubicBezTo>
                      <a:pt x="103311" y="8751"/>
                      <a:pt x="104000" y="9040"/>
                      <a:pt x="104686" y="9040"/>
                    </a:cubicBezTo>
                    <a:cubicBezTo>
                      <a:pt x="105563" y="9040"/>
                      <a:pt x="106434" y="8565"/>
                      <a:pt x="106862" y="7669"/>
                    </a:cubicBezTo>
                    <a:cubicBezTo>
                      <a:pt x="107622" y="6079"/>
                      <a:pt x="106465" y="4240"/>
                      <a:pt x="104712" y="4240"/>
                    </a:cubicBezTo>
                    <a:cubicBezTo>
                      <a:pt x="104707" y="4240"/>
                      <a:pt x="104701" y="4240"/>
                      <a:pt x="104695" y="4240"/>
                    </a:cubicBezTo>
                    <a:lnTo>
                      <a:pt x="104695" y="4228"/>
                    </a:lnTo>
                    <a:cubicBezTo>
                      <a:pt x="104505" y="4228"/>
                      <a:pt x="104314" y="4252"/>
                      <a:pt x="104124" y="4299"/>
                    </a:cubicBezTo>
                    <a:cubicBezTo>
                      <a:pt x="104470" y="1842"/>
                      <a:pt x="102502" y="1"/>
                      <a:pt x="100381" y="1"/>
                    </a:cubicBezTo>
                    <a:close/>
                    <a:moveTo>
                      <a:pt x="5517" y="2719"/>
                    </a:moveTo>
                    <a:cubicBezTo>
                      <a:pt x="3933" y="2719"/>
                      <a:pt x="2421" y="3959"/>
                      <a:pt x="2421" y="5800"/>
                    </a:cubicBezTo>
                    <a:cubicBezTo>
                      <a:pt x="2421" y="5942"/>
                      <a:pt x="2432" y="6085"/>
                      <a:pt x="2456" y="6228"/>
                    </a:cubicBezTo>
                    <a:cubicBezTo>
                      <a:pt x="2301" y="6192"/>
                      <a:pt x="2147" y="6169"/>
                      <a:pt x="1992" y="6169"/>
                    </a:cubicBezTo>
                    <a:cubicBezTo>
                      <a:pt x="897" y="6169"/>
                      <a:pt x="15" y="7050"/>
                      <a:pt x="15" y="8133"/>
                    </a:cubicBezTo>
                    <a:cubicBezTo>
                      <a:pt x="0" y="9343"/>
                      <a:pt x="987" y="10119"/>
                      <a:pt x="1998" y="10119"/>
                    </a:cubicBezTo>
                    <a:cubicBezTo>
                      <a:pt x="2550" y="10119"/>
                      <a:pt x="3108" y="9888"/>
                      <a:pt x="3516" y="9371"/>
                    </a:cubicBezTo>
                    <a:lnTo>
                      <a:pt x="5278" y="10491"/>
                    </a:lnTo>
                    <a:lnTo>
                      <a:pt x="5278" y="14598"/>
                    </a:lnTo>
                    <a:cubicBezTo>
                      <a:pt x="5278" y="14741"/>
                      <a:pt x="5388" y="14813"/>
                      <a:pt x="5498" y="14813"/>
                    </a:cubicBezTo>
                    <a:cubicBezTo>
                      <a:pt x="5608" y="14813"/>
                      <a:pt x="5719" y="14741"/>
                      <a:pt x="5719" y="14598"/>
                    </a:cubicBezTo>
                    <a:lnTo>
                      <a:pt x="5719" y="11765"/>
                    </a:lnTo>
                    <a:lnTo>
                      <a:pt x="7219" y="10824"/>
                    </a:lnTo>
                    <a:cubicBezTo>
                      <a:pt x="7530" y="11207"/>
                      <a:pt x="7985" y="11408"/>
                      <a:pt x="8443" y="11408"/>
                    </a:cubicBezTo>
                    <a:cubicBezTo>
                      <a:pt x="8755" y="11408"/>
                      <a:pt x="9068" y="11315"/>
                      <a:pt x="9338" y="11122"/>
                    </a:cubicBezTo>
                    <a:cubicBezTo>
                      <a:pt x="10017" y="10633"/>
                      <a:pt x="10207" y="9717"/>
                      <a:pt x="9779" y="9014"/>
                    </a:cubicBezTo>
                    <a:cubicBezTo>
                      <a:pt x="9484" y="8531"/>
                      <a:pt x="8963" y="8256"/>
                      <a:pt x="8430" y="8256"/>
                    </a:cubicBezTo>
                    <a:cubicBezTo>
                      <a:pt x="8189" y="8256"/>
                      <a:pt x="7945" y="8312"/>
                      <a:pt x="7719" y="8431"/>
                    </a:cubicBezTo>
                    <a:cubicBezTo>
                      <a:pt x="6981" y="8812"/>
                      <a:pt x="6659" y="9693"/>
                      <a:pt x="6993" y="10455"/>
                    </a:cubicBezTo>
                    <a:lnTo>
                      <a:pt x="5719" y="11253"/>
                    </a:lnTo>
                    <a:lnTo>
                      <a:pt x="5719" y="8859"/>
                    </a:lnTo>
                    <a:cubicBezTo>
                      <a:pt x="8386" y="8669"/>
                      <a:pt x="9552" y="5383"/>
                      <a:pt x="7588" y="3549"/>
                    </a:cubicBezTo>
                    <a:cubicBezTo>
                      <a:pt x="6973" y="2976"/>
                      <a:pt x="6238" y="2719"/>
                      <a:pt x="5517" y="2719"/>
                    </a:cubicBezTo>
                    <a:close/>
                    <a:moveTo>
                      <a:pt x="127676" y="195"/>
                    </a:moveTo>
                    <a:cubicBezTo>
                      <a:pt x="126644" y="195"/>
                      <a:pt x="125609" y="730"/>
                      <a:pt x="125079" y="1835"/>
                    </a:cubicBezTo>
                    <a:cubicBezTo>
                      <a:pt x="124786" y="1656"/>
                      <a:pt x="124489" y="1577"/>
                      <a:pt x="124206" y="1577"/>
                    </a:cubicBezTo>
                    <a:cubicBezTo>
                      <a:pt x="122948" y="1577"/>
                      <a:pt x="121978" y="3131"/>
                      <a:pt x="122959" y="4287"/>
                    </a:cubicBezTo>
                    <a:cubicBezTo>
                      <a:pt x="122914" y="4310"/>
                      <a:pt x="122869" y="4333"/>
                      <a:pt x="122825" y="4358"/>
                    </a:cubicBezTo>
                    <a:lnTo>
                      <a:pt x="122825" y="4358"/>
                    </a:lnTo>
                    <a:cubicBezTo>
                      <a:pt x="123545" y="5699"/>
                      <a:pt x="123123" y="7370"/>
                      <a:pt x="121957" y="8254"/>
                    </a:cubicBezTo>
                    <a:lnTo>
                      <a:pt x="121957" y="8254"/>
                    </a:lnTo>
                    <a:cubicBezTo>
                      <a:pt x="121907" y="8185"/>
                      <a:pt x="121860" y="8113"/>
                      <a:pt x="121816" y="8038"/>
                    </a:cubicBezTo>
                    <a:cubicBezTo>
                      <a:pt x="121056" y="6737"/>
                      <a:pt x="121533" y="5079"/>
                      <a:pt x="122825" y="4358"/>
                    </a:cubicBezTo>
                    <a:lnTo>
                      <a:pt x="122825" y="4358"/>
                    </a:lnTo>
                    <a:cubicBezTo>
                      <a:pt x="122670" y="4069"/>
                      <a:pt x="122462" y="3796"/>
                      <a:pt x="122197" y="3549"/>
                    </a:cubicBezTo>
                    <a:cubicBezTo>
                      <a:pt x="121583" y="2976"/>
                      <a:pt x="120847" y="2719"/>
                      <a:pt x="120127" y="2719"/>
                    </a:cubicBezTo>
                    <a:cubicBezTo>
                      <a:pt x="118543" y="2719"/>
                      <a:pt x="117030" y="3959"/>
                      <a:pt x="117030" y="5800"/>
                    </a:cubicBezTo>
                    <a:cubicBezTo>
                      <a:pt x="117030" y="5942"/>
                      <a:pt x="117042" y="6085"/>
                      <a:pt x="117066" y="6228"/>
                    </a:cubicBezTo>
                    <a:cubicBezTo>
                      <a:pt x="116911" y="6192"/>
                      <a:pt x="116756" y="6169"/>
                      <a:pt x="116601" y="6169"/>
                    </a:cubicBezTo>
                    <a:cubicBezTo>
                      <a:pt x="115506" y="6169"/>
                      <a:pt x="114625" y="7050"/>
                      <a:pt x="114625" y="8133"/>
                    </a:cubicBezTo>
                    <a:cubicBezTo>
                      <a:pt x="114625" y="9331"/>
                      <a:pt x="115603" y="10097"/>
                      <a:pt x="116608" y="10097"/>
                    </a:cubicBezTo>
                    <a:cubicBezTo>
                      <a:pt x="117152" y="10097"/>
                      <a:pt x="117704" y="9873"/>
                      <a:pt x="118114" y="9371"/>
                    </a:cubicBezTo>
                    <a:lnTo>
                      <a:pt x="119876" y="10491"/>
                    </a:lnTo>
                    <a:lnTo>
                      <a:pt x="119876" y="14598"/>
                    </a:lnTo>
                    <a:cubicBezTo>
                      <a:pt x="119876" y="14741"/>
                      <a:pt x="119986" y="14813"/>
                      <a:pt x="120096" y="14813"/>
                    </a:cubicBezTo>
                    <a:cubicBezTo>
                      <a:pt x="120206" y="14813"/>
                      <a:pt x="120316" y="14741"/>
                      <a:pt x="120316" y="14598"/>
                    </a:cubicBezTo>
                    <a:lnTo>
                      <a:pt x="120316" y="11765"/>
                    </a:lnTo>
                    <a:lnTo>
                      <a:pt x="121828" y="10824"/>
                    </a:lnTo>
                    <a:cubicBezTo>
                      <a:pt x="122129" y="11195"/>
                      <a:pt x="122571" y="11389"/>
                      <a:pt x="123018" y="11389"/>
                    </a:cubicBezTo>
                    <a:cubicBezTo>
                      <a:pt x="123332" y="11389"/>
                      <a:pt x="123649" y="11294"/>
                      <a:pt x="123924" y="11098"/>
                    </a:cubicBezTo>
                    <a:cubicBezTo>
                      <a:pt x="124484" y="10701"/>
                      <a:pt x="124704" y="9982"/>
                      <a:pt x="124488" y="9342"/>
                    </a:cubicBezTo>
                    <a:lnTo>
                      <a:pt x="124488" y="9342"/>
                    </a:lnTo>
                    <a:cubicBezTo>
                      <a:pt x="124369" y="9358"/>
                      <a:pt x="124250" y="9366"/>
                      <a:pt x="124131" y="9366"/>
                    </a:cubicBezTo>
                    <a:cubicBezTo>
                      <a:pt x="123408" y="9366"/>
                      <a:pt x="122696" y="9073"/>
                      <a:pt x="122181" y="8527"/>
                    </a:cubicBezTo>
                    <a:lnTo>
                      <a:pt x="122181" y="8527"/>
                    </a:lnTo>
                    <a:cubicBezTo>
                      <a:pt x="121544" y="8937"/>
                      <a:pt x="121288" y="9749"/>
                      <a:pt x="121590" y="10455"/>
                    </a:cubicBezTo>
                    <a:lnTo>
                      <a:pt x="120316" y="11253"/>
                    </a:lnTo>
                    <a:lnTo>
                      <a:pt x="120316" y="8859"/>
                    </a:lnTo>
                    <a:cubicBezTo>
                      <a:pt x="120957" y="8814"/>
                      <a:pt x="121511" y="8591"/>
                      <a:pt x="121957" y="8254"/>
                    </a:cubicBezTo>
                    <a:lnTo>
                      <a:pt x="121957" y="8254"/>
                    </a:lnTo>
                    <a:cubicBezTo>
                      <a:pt x="122026" y="8351"/>
                      <a:pt x="122101" y="8442"/>
                      <a:pt x="122181" y="8527"/>
                    </a:cubicBezTo>
                    <a:lnTo>
                      <a:pt x="122181" y="8527"/>
                    </a:lnTo>
                    <a:cubicBezTo>
                      <a:pt x="122221" y="8501"/>
                      <a:pt x="122262" y="8477"/>
                      <a:pt x="122305" y="8455"/>
                    </a:cubicBezTo>
                    <a:cubicBezTo>
                      <a:pt x="122531" y="8339"/>
                      <a:pt x="122774" y="8285"/>
                      <a:pt x="123014" y="8285"/>
                    </a:cubicBezTo>
                    <a:cubicBezTo>
                      <a:pt x="123542" y="8285"/>
                      <a:pt x="124054" y="8551"/>
                      <a:pt x="124341" y="9026"/>
                    </a:cubicBezTo>
                    <a:cubicBezTo>
                      <a:pt x="124403" y="9128"/>
                      <a:pt x="124452" y="9234"/>
                      <a:pt x="124488" y="9342"/>
                    </a:cubicBezTo>
                    <a:lnTo>
                      <a:pt x="124488" y="9342"/>
                    </a:lnTo>
                    <a:cubicBezTo>
                      <a:pt x="124888" y="9288"/>
                      <a:pt x="125282" y="9141"/>
                      <a:pt x="125638" y="8895"/>
                    </a:cubicBezTo>
                    <a:cubicBezTo>
                      <a:pt x="126055" y="9205"/>
                      <a:pt x="126555" y="9383"/>
                      <a:pt x="127079" y="9383"/>
                    </a:cubicBezTo>
                    <a:cubicBezTo>
                      <a:pt x="127198" y="9383"/>
                      <a:pt x="127329" y="9371"/>
                      <a:pt x="127448" y="9348"/>
                    </a:cubicBezTo>
                    <a:lnTo>
                      <a:pt x="127448" y="14229"/>
                    </a:lnTo>
                    <a:cubicBezTo>
                      <a:pt x="127460" y="14390"/>
                      <a:pt x="127585" y="14470"/>
                      <a:pt x="127710" y="14470"/>
                    </a:cubicBezTo>
                    <a:cubicBezTo>
                      <a:pt x="127835" y="14470"/>
                      <a:pt x="127960" y="14390"/>
                      <a:pt x="127972" y="14229"/>
                    </a:cubicBezTo>
                    <a:lnTo>
                      <a:pt x="127972" y="9205"/>
                    </a:lnTo>
                    <a:cubicBezTo>
                      <a:pt x="128270" y="9074"/>
                      <a:pt x="128532" y="8907"/>
                      <a:pt x="128758" y="8681"/>
                    </a:cubicBezTo>
                    <a:cubicBezTo>
                      <a:pt x="129405" y="9143"/>
                      <a:pt x="130121" y="9351"/>
                      <a:pt x="130819" y="9351"/>
                    </a:cubicBezTo>
                    <a:cubicBezTo>
                      <a:pt x="132677" y="9351"/>
                      <a:pt x="134410" y="7875"/>
                      <a:pt x="134401" y="5764"/>
                    </a:cubicBezTo>
                    <a:cubicBezTo>
                      <a:pt x="134401" y="3795"/>
                      <a:pt x="132806" y="2192"/>
                      <a:pt x="130839" y="2192"/>
                    </a:cubicBezTo>
                    <a:cubicBezTo>
                      <a:pt x="130832" y="2192"/>
                      <a:pt x="130825" y="2192"/>
                      <a:pt x="130818" y="2192"/>
                    </a:cubicBezTo>
                    <a:cubicBezTo>
                      <a:pt x="130698" y="2192"/>
                      <a:pt x="130568" y="2192"/>
                      <a:pt x="130437" y="2204"/>
                    </a:cubicBezTo>
                    <a:cubicBezTo>
                      <a:pt x="130013" y="882"/>
                      <a:pt x="128846" y="195"/>
                      <a:pt x="127676" y="195"/>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grpSp>
      <p:grpSp>
        <p:nvGrpSpPr>
          <p:cNvPr id="498" name="Google Shape;498;p32"/>
          <p:cNvGrpSpPr/>
          <p:nvPr/>
        </p:nvGrpSpPr>
        <p:grpSpPr>
          <a:xfrm>
            <a:off x="10392353" y="2149957"/>
            <a:ext cx="5778807" cy="4647518"/>
            <a:chOff x="5039700" y="2786475"/>
            <a:chExt cx="2798061" cy="2250550"/>
          </a:xfrm>
        </p:grpSpPr>
        <p:sp>
          <p:nvSpPr>
            <p:cNvPr id="499" name="Google Shape;499;p32"/>
            <p:cNvSpPr/>
            <p:nvPr/>
          </p:nvSpPr>
          <p:spPr>
            <a:xfrm>
              <a:off x="6186580" y="3059062"/>
              <a:ext cx="12587" cy="44345"/>
            </a:xfrm>
            <a:custGeom>
              <a:avLst/>
              <a:gdLst/>
              <a:ahLst/>
              <a:cxnLst/>
              <a:rect l="l" t="t" r="r" b="b"/>
              <a:pathLst>
                <a:path w="453" h="1596" extrusionOk="0">
                  <a:moveTo>
                    <a:pt x="227" y="0"/>
                  </a:moveTo>
                  <a:cubicBezTo>
                    <a:pt x="108" y="0"/>
                    <a:pt x="0" y="357"/>
                    <a:pt x="0" y="798"/>
                  </a:cubicBezTo>
                  <a:cubicBezTo>
                    <a:pt x="0" y="1250"/>
                    <a:pt x="96" y="1596"/>
                    <a:pt x="227" y="1596"/>
                  </a:cubicBezTo>
                  <a:cubicBezTo>
                    <a:pt x="358" y="1596"/>
                    <a:pt x="453" y="1250"/>
                    <a:pt x="453" y="798"/>
                  </a:cubicBezTo>
                  <a:cubicBezTo>
                    <a:pt x="453" y="357"/>
                    <a:pt x="358" y="0"/>
                    <a:pt x="227"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0" name="Google Shape;500;p32"/>
            <p:cNvSpPr/>
            <p:nvPr/>
          </p:nvSpPr>
          <p:spPr>
            <a:xfrm>
              <a:off x="6201806" y="3059062"/>
              <a:ext cx="12587" cy="44345"/>
            </a:xfrm>
            <a:custGeom>
              <a:avLst/>
              <a:gdLst/>
              <a:ahLst/>
              <a:cxnLst/>
              <a:rect l="l" t="t" r="r" b="b"/>
              <a:pathLst>
                <a:path w="453" h="1596" extrusionOk="0">
                  <a:moveTo>
                    <a:pt x="226" y="0"/>
                  </a:moveTo>
                  <a:cubicBezTo>
                    <a:pt x="95" y="0"/>
                    <a:pt x="0" y="357"/>
                    <a:pt x="0" y="798"/>
                  </a:cubicBezTo>
                  <a:cubicBezTo>
                    <a:pt x="0" y="1239"/>
                    <a:pt x="95" y="1596"/>
                    <a:pt x="226" y="1596"/>
                  </a:cubicBezTo>
                  <a:cubicBezTo>
                    <a:pt x="345" y="1596"/>
                    <a:pt x="453" y="1250"/>
                    <a:pt x="453" y="798"/>
                  </a:cubicBezTo>
                  <a:cubicBezTo>
                    <a:pt x="453" y="357"/>
                    <a:pt x="345" y="0"/>
                    <a:pt x="226"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1" name="Google Shape;501;p32"/>
            <p:cNvSpPr/>
            <p:nvPr/>
          </p:nvSpPr>
          <p:spPr>
            <a:xfrm>
              <a:off x="6308300" y="3059062"/>
              <a:ext cx="12948" cy="44345"/>
            </a:xfrm>
            <a:custGeom>
              <a:avLst/>
              <a:gdLst/>
              <a:ahLst/>
              <a:cxnLst/>
              <a:rect l="l" t="t" r="r" b="b"/>
              <a:pathLst>
                <a:path w="466" h="1596" extrusionOk="0">
                  <a:moveTo>
                    <a:pt x="227" y="0"/>
                  </a:moveTo>
                  <a:cubicBezTo>
                    <a:pt x="108" y="0"/>
                    <a:pt x="1" y="357"/>
                    <a:pt x="1" y="798"/>
                  </a:cubicBezTo>
                  <a:cubicBezTo>
                    <a:pt x="1" y="1239"/>
                    <a:pt x="108" y="1596"/>
                    <a:pt x="227" y="1596"/>
                  </a:cubicBezTo>
                  <a:cubicBezTo>
                    <a:pt x="358" y="1596"/>
                    <a:pt x="465" y="1250"/>
                    <a:pt x="465" y="798"/>
                  </a:cubicBezTo>
                  <a:cubicBezTo>
                    <a:pt x="465" y="357"/>
                    <a:pt x="358" y="0"/>
                    <a:pt x="227"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2" name="Google Shape;502;p32"/>
            <p:cNvSpPr/>
            <p:nvPr/>
          </p:nvSpPr>
          <p:spPr>
            <a:xfrm>
              <a:off x="6323526" y="3059062"/>
              <a:ext cx="12614" cy="44345"/>
            </a:xfrm>
            <a:custGeom>
              <a:avLst/>
              <a:gdLst/>
              <a:ahLst/>
              <a:cxnLst/>
              <a:rect l="l" t="t" r="r" b="b"/>
              <a:pathLst>
                <a:path w="454" h="1596" extrusionOk="0">
                  <a:moveTo>
                    <a:pt x="227" y="0"/>
                  </a:moveTo>
                  <a:cubicBezTo>
                    <a:pt x="96" y="0"/>
                    <a:pt x="1" y="357"/>
                    <a:pt x="1" y="798"/>
                  </a:cubicBezTo>
                  <a:cubicBezTo>
                    <a:pt x="1" y="1250"/>
                    <a:pt x="96" y="1596"/>
                    <a:pt x="227" y="1596"/>
                  </a:cubicBezTo>
                  <a:cubicBezTo>
                    <a:pt x="358" y="1596"/>
                    <a:pt x="453" y="1250"/>
                    <a:pt x="453" y="798"/>
                  </a:cubicBezTo>
                  <a:cubicBezTo>
                    <a:pt x="453" y="357"/>
                    <a:pt x="358" y="0"/>
                    <a:pt x="227"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3" name="Google Shape;503;p32"/>
            <p:cNvSpPr/>
            <p:nvPr/>
          </p:nvSpPr>
          <p:spPr>
            <a:xfrm>
              <a:off x="6591138" y="3059062"/>
              <a:ext cx="12614" cy="44345"/>
            </a:xfrm>
            <a:custGeom>
              <a:avLst/>
              <a:gdLst/>
              <a:ahLst/>
              <a:cxnLst/>
              <a:rect l="l" t="t" r="r" b="b"/>
              <a:pathLst>
                <a:path w="454" h="1596" extrusionOk="0">
                  <a:moveTo>
                    <a:pt x="227" y="0"/>
                  </a:moveTo>
                  <a:cubicBezTo>
                    <a:pt x="96" y="0"/>
                    <a:pt x="1" y="357"/>
                    <a:pt x="1" y="798"/>
                  </a:cubicBezTo>
                  <a:cubicBezTo>
                    <a:pt x="1" y="1239"/>
                    <a:pt x="96" y="1596"/>
                    <a:pt x="227" y="1596"/>
                  </a:cubicBezTo>
                  <a:cubicBezTo>
                    <a:pt x="358" y="1596"/>
                    <a:pt x="453" y="1250"/>
                    <a:pt x="453" y="798"/>
                  </a:cubicBezTo>
                  <a:cubicBezTo>
                    <a:pt x="453" y="357"/>
                    <a:pt x="358" y="0"/>
                    <a:pt x="227"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4" name="Google Shape;504;p32"/>
            <p:cNvSpPr/>
            <p:nvPr/>
          </p:nvSpPr>
          <p:spPr>
            <a:xfrm>
              <a:off x="6606363" y="3059062"/>
              <a:ext cx="12587" cy="44345"/>
            </a:xfrm>
            <a:custGeom>
              <a:avLst/>
              <a:gdLst/>
              <a:ahLst/>
              <a:cxnLst/>
              <a:rect l="l" t="t" r="r" b="b"/>
              <a:pathLst>
                <a:path w="453" h="1596" extrusionOk="0">
                  <a:moveTo>
                    <a:pt x="227" y="0"/>
                  </a:moveTo>
                  <a:cubicBezTo>
                    <a:pt x="96" y="0"/>
                    <a:pt x="0" y="357"/>
                    <a:pt x="0" y="798"/>
                  </a:cubicBezTo>
                  <a:cubicBezTo>
                    <a:pt x="0" y="1239"/>
                    <a:pt x="96" y="1596"/>
                    <a:pt x="227" y="1596"/>
                  </a:cubicBezTo>
                  <a:cubicBezTo>
                    <a:pt x="346" y="1596"/>
                    <a:pt x="453" y="1250"/>
                    <a:pt x="453" y="798"/>
                  </a:cubicBezTo>
                  <a:cubicBezTo>
                    <a:pt x="453" y="357"/>
                    <a:pt x="358" y="0"/>
                    <a:pt x="227"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5" name="Google Shape;505;p32"/>
            <p:cNvSpPr/>
            <p:nvPr/>
          </p:nvSpPr>
          <p:spPr>
            <a:xfrm>
              <a:off x="6712219" y="3051115"/>
              <a:ext cx="12920" cy="44345"/>
            </a:xfrm>
            <a:custGeom>
              <a:avLst/>
              <a:gdLst/>
              <a:ahLst/>
              <a:cxnLst/>
              <a:rect l="l" t="t" r="r" b="b"/>
              <a:pathLst>
                <a:path w="465" h="1596" extrusionOk="0">
                  <a:moveTo>
                    <a:pt x="227" y="1"/>
                  </a:moveTo>
                  <a:cubicBezTo>
                    <a:pt x="108" y="1"/>
                    <a:pt x="0" y="358"/>
                    <a:pt x="0" y="798"/>
                  </a:cubicBezTo>
                  <a:cubicBezTo>
                    <a:pt x="0" y="1239"/>
                    <a:pt x="108" y="1596"/>
                    <a:pt x="227" y="1596"/>
                  </a:cubicBezTo>
                  <a:cubicBezTo>
                    <a:pt x="358" y="1596"/>
                    <a:pt x="465" y="1239"/>
                    <a:pt x="465" y="798"/>
                  </a:cubicBezTo>
                  <a:cubicBezTo>
                    <a:pt x="465" y="358"/>
                    <a:pt x="358" y="1"/>
                    <a:pt x="227" y="1"/>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6" name="Google Shape;506;p32"/>
            <p:cNvSpPr/>
            <p:nvPr/>
          </p:nvSpPr>
          <p:spPr>
            <a:xfrm>
              <a:off x="6727444" y="3051115"/>
              <a:ext cx="12587" cy="44345"/>
            </a:xfrm>
            <a:custGeom>
              <a:avLst/>
              <a:gdLst/>
              <a:ahLst/>
              <a:cxnLst/>
              <a:rect l="l" t="t" r="r" b="b"/>
              <a:pathLst>
                <a:path w="453" h="1596" extrusionOk="0">
                  <a:moveTo>
                    <a:pt x="226" y="1"/>
                  </a:moveTo>
                  <a:cubicBezTo>
                    <a:pt x="95" y="1"/>
                    <a:pt x="0" y="358"/>
                    <a:pt x="0" y="798"/>
                  </a:cubicBezTo>
                  <a:cubicBezTo>
                    <a:pt x="0" y="1239"/>
                    <a:pt x="95" y="1596"/>
                    <a:pt x="226" y="1596"/>
                  </a:cubicBezTo>
                  <a:cubicBezTo>
                    <a:pt x="357" y="1596"/>
                    <a:pt x="453" y="1239"/>
                    <a:pt x="453" y="798"/>
                  </a:cubicBezTo>
                  <a:cubicBezTo>
                    <a:pt x="453" y="358"/>
                    <a:pt x="357" y="1"/>
                    <a:pt x="226" y="1"/>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7" name="Google Shape;507;p32"/>
            <p:cNvSpPr/>
            <p:nvPr/>
          </p:nvSpPr>
          <p:spPr>
            <a:xfrm>
              <a:off x="6159130" y="3094791"/>
              <a:ext cx="85356" cy="352675"/>
            </a:xfrm>
            <a:custGeom>
              <a:avLst/>
              <a:gdLst/>
              <a:ahLst/>
              <a:cxnLst/>
              <a:rect l="l" t="t" r="r" b="b"/>
              <a:pathLst>
                <a:path w="3072" h="12693" extrusionOk="0">
                  <a:moveTo>
                    <a:pt x="1429" y="0"/>
                  </a:moveTo>
                  <a:cubicBezTo>
                    <a:pt x="881" y="0"/>
                    <a:pt x="441" y="857"/>
                    <a:pt x="441" y="1917"/>
                  </a:cubicBezTo>
                  <a:cubicBezTo>
                    <a:pt x="441" y="2239"/>
                    <a:pt x="476" y="2560"/>
                    <a:pt x="572" y="2870"/>
                  </a:cubicBezTo>
                  <a:cubicBezTo>
                    <a:pt x="215" y="3155"/>
                    <a:pt x="0" y="3596"/>
                    <a:pt x="0" y="4060"/>
                  </a:cubicBezTo>
                  <a:lnTo>
                    <a:pt x="0" y="7418"/>
                  </a:lnTo>
                  <a:cubicBezTo>
                    <a:pt x="0" y="7846"/>
                    <a:pt x="191" y="8263"/>
                    <a:pt x="524" y="8549"/>
                  </a:cubicBezTo>
                  <a:lnTo>
                    <a:pt x="524" y="12228"/>
                  </a:lnTo>
                  <a:cubicBezTo>
                    <a:pt x="524" y="12537"/>
                    <a:pt x="753" y="12692"/>
                    <a:pt x="982" y="12692"/>
                  </a:cubicBezTo>
                  <a:cubicBezTo>
                    <a:pt x="1212" y="12692"/>
                    <a:pt x="1441" y="12537"/>
                    <a:pt x="1441" y="12228"/>
                  </a:cubicBezTo>
                  <a:lnTo>
                    <a:pt x="1441" y="8942"/>
                  </a:lnTo>
                  <a:lnTo>
                    <a:pt x="1548" y="8942"/>
                  </a:lnTo>
                  <a:cubicBezTo>
                    <a:pt x="1643" y="8942"/>
                    <a:pt x="1739" y="8930"/>
                    <a:pt x="1846" y="8906"/>
                  </a:cubicBezTo>
                  <a:lnTo>
                    <a:pt x="1846" y="10192"/>
                  </a:lnTo>
                  <a:cubicBezTo>
                    <a:pt x="1846" y="10591"/>
                    <a:pt x="2143" y="10790"/>
                    <a:pt x="2441" y="10790"/>
                  </a:cubicBezTo>
                  <a:cubicBezTo>
                    <a:pt x="2739" y="10790"/>
                    <a:pt x="3036" y="10591"/>
                    <a:pt x="3036" y="10192"/>
                  </a:cubicBezTo>
                  <a:lnTo>
                    <a:pt x="3036" y="7727"/>
                  </a:lnTo>
                  <a:cubicBezTo>
                    <a:pt x="3060" y="7632"/>
                    <a:pt x="3060" y="7525"/>
                    <a:pt x="3072" y="7418"/>
                  </a:cubicBezTo>
                  <a:lnTo>
                    <a:pt x="3072" y="4060"/>
                  </a:lnTo>
                  <a:cubicBezTo>
                    <a:pt x="3060" y="3524"/>
                    <a:pt x="2786" y="3024"/>
                    <a:pt x="2322" y="2750"/>
                  </a:cubicBezTo>
                  <a:cubicBezTo>
                    <a:pt x="2393" y="2477"/>
                    <a:pt x="2429" y="2191"/>
                    <a:pt x="2429" y="1917"/>
                  </a:cubicBezTo>
                  <a:cubicBezTo>
                    <a:pt x="2429" y="1834"/>
                    <a:pt x="2429" y="1750"/>
                    <a:pt x="2417" y="1679"/>
                  </a:cubicBezTo>
                  <a:cubicBezTo>
                    <a:pt x="2405" y="1596"/>
                    <a:pt x="2429" y="1524"/>
                    <a:pt x="2429" y="1453"/>
                  </a:cubicBezTo>
                  <a:cubicBezTo>
                    <a:pt x="2429" y="655"/>
                    <a:pt x="2096" y="0"/>
                    <a:pt x="1679" y="0"/>
                  </a:cubicBezTo>
                  <a:cubicBezTo>
                    <a:pt x="1643" y="0"/>
                    <a:pt x="1608" y="12"/>
                    <a:pt x="1572" y="24"/>
                  </a:cubicBezTo>
                  <a:cubicBezTo>
                    <a:pt x="1524" y="12"/>
                    <a:pt x="1477" y="0"/>
                    <a:pt x="1429"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8" name="Google Shape;508;p32"/>
            <p:cNvSpPr/>
            <p:nvPr/>
          </p:nvSpPr>
          <p:spPr>
            <a:xfrm>
              <a:off x="6343697" y="2794671"/>
              <a:ext cx="241868" cy="114891"/>
            </a:xfrm>
            <a:custGeom>
              <a:avLst/>
              <a:gdLst/>
              <a:ahLst/>
              <a:cxnLst/>
              <a:rect l="l" t="t" r="r" b="b"/>
              <a:pathLst>
                <a:path w="8705" h="4135" extrusionOk="0">
                  <a:moveTo>
                    <a:pt x="4369" y="1"/>
                  </a:moveTo>
                  <a:cubicBezTo>
                    <a:pt x="4001" y="1"/>
                    <a:pt x="3680" y="298"/>
                    <a:pt x="3680" y="694"/>
                  </a:cubicBezTo>
                  <a:cubicBezTo>
                    <a:pt x="3680" y="849"/>
                    <a:pt x="3739" y="1003"/>
                    <a:pt x="3835" y="1122"/>
                  </a:cubicBezTo>
                  <a:cubicBezTo>
                    <a:pt x="3668" y="1206"/>
                    <a:pt x="3525" y="1337"/>
                    <a:pt x="3430" y="1491"/>
                  </a:cubicBezTo>
                  <a:lnTo>
                    <a:pt x="251" y="1491"/>
                  </a:lnTo>
                  <a:cubicBezTo>
                    <a:pt x="1" y="1515"/>
                    <a:pt x="1" y="1896"/>
                    <a:pt x="251" y="1920"/>
                  </a:cubicBezTo>
                  <a:lnTo>
                    <a:pt x="688" y="1920"/>
                  </a:lnTo>
                  <a:cubicBezTo>
                    <a:pt x="450" y="1951"/>
                    <a:pt x="463" y="2338"/>
                    <a:pt x="729" y="2338"/>
                  </a:cubicBezTo>
                  <a:cubicBezTo>
                    <a:pt x="736" y="2338"/>
                    <a:pt x="743" y="2337"/>
                    <a:pt x="751" y="2337"/>
                  </a:cubicBezTo>
                  <a:lnTo>
                    <a:pt x="1184" y="2337"/>
                  </a:lnTo>
                  <a:cubicBezTo>
                    <a:pt x="929" y="2358"/>
                    <a:pt x="932" y="2755"/>
                    <a:pt x="1195" y="2755"/>
                  </a:cubicBezTo>
                  <a:cubicBezTo>
                    <a:pt x="1205" y="2755"/>
                    <a:pt x="1216" y="2755"/>
                    <a:pt x="1227" y="2754"/>
                  </a:cubicBezTo>
                  <a:lnTo>
                    <a:pt x="1446" y="2754"/>
                  </a:lnTo>
                  <a:cubicBezTo>
                    <a:pt x="1187" y="2775"/>
                    <a:pt x="1194" y="3183"/>
                    <a:pt x="1467" y="3183"/>
                  </a:cubicBezTo>
                  <a:cubicBezTo>
                    <a:pt x="1474" y="3183"/>
                    <a:pt x="1482" y="3183"/>
                    <a:pt x="1489" y="3182"/>
                  </a:cubicBezTo>
                  <a:lnTo>
                    <a:pt x="2132" y="3182"/>
                  </a:lnTo>
                  <a:cubicBezTo>
                    <a:pt x="2549" y="3182"/>
                    <a:pt x="2942" y="3015"/>
                    <a:pt x="3239" y="2730"/>
                  </a:cubicBezTo>
                  <a:lnTo>
                    <a:pt x="3239" y="2944"/>
                  </a:lnTo>
                  <a:cubicBezTo>
                    <a:pt x="3216" y="3599"/>
                    <a:pt x="3739" y="4135"/>
                    <a:pt x="4382" y="4135"/>
                  </a:cubicBezTo>
                  <a:cubicBezTo>
                    <a:pt x="5037" y="4135"/>
                    <a:pt x="5561" y="3599"/>
                    <a:pt x="5537" y="2944"/>
                  </a:cubicBezTo>
                  <a:lnTo>
                    <a:pt x="5537" y="2801"/>
                  </a:lnTo>
                  <a:cubicBezTo>
                    <a:pt x="5823" y="3051"/>
                    <a:pt x="6192" y="3182"/>
                    <a:pt x="6573" y="3182"/>
                  </a:cubicBezTo>
                  <a:lnTo>
                    <a:pt x="7228" y="3182"/>
                  </a:lnTo>
                  <a:cubicBezTo>
                    <a:pt x="7478" y="3158"/>
                    <a:pt x="7478" y="2777"/>
                    <a:pt x="7228" y="2765"/>
                  </a:cubicBezTo>
                  <a:lnTo>
                    <a:pt x="7490" y="2765"/>
                  </a:lnTo>
                  <a:cubicBezTo>
                    <a:pt x="7752" y="2742"/>
                    <a:pt x="7752" y="2361"/>
                    <a:pt x="7490" y="2337"/>
                  </a:cubicBezTo>
                  <a:lnTo>
                    <a:pt x="7966" y="2337"/>
                  </a:lnTo>
                  <a:cubicBezTo>
                    <a:pt x="7974" y="2337"/>
                    <a:pt x="7981" y="2338"/>
                    <a:pt x="7989" y="2338"/>
                  </a:cubicBezTo>
                  <a:cubicBezTo>
                    <a:pt x="8261" y="2338"/>
                    <a:pt x="8268" y="1941"/>
                    <a:pt x="8011" y="1920"/>
                  </a:cubicBezTo>
                  <a:lnTo>
                    <a:pt x="8454" y="1920"/>
                  </a:lnTo>
                  <a:cubicBezTo>
                    <a:pt x="8704" y="1896"/>
                    <a:pt x="8704" y="1515"/>
                    <a:pt x="8454" y="1503"/>
                  </a:cubicBezTo>
                  <a:lnTo>
                    <a:pt x="5335" y="1503"/>
                  </a:lnTo>
                  <a:cubicBezTo>
                    <a:pt x="5228" y="1337"/>
                    <a:pt x="5085" y="1206"/>
                    <a:pt x="4918" y="1122"/>
                  </a:cubicBezTo>
                  <a:cubicBezTo>
                    <a:pt x="5204" y="741"/>
                    <a:pt x="5037" y="194"/>
                    <a:pt x="4597" y="39"/>
                  </a:cubicBezTo>
                  <a:cubicBezTo>
                    <a:pt x="4520" y="13"/>
                    <a:pt x="4444" y="1"/>
                    <a:pt x="4369" y="1"/>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09" name="Google Shape;509;p32"/>
            <p:cNvSpPr/>
            <p:nvPr/>
          </p:nvSpPr>
          <p:spPr>
            <a:xfrm>
              <a:off x="5041034" y="2967431"/>
              <a:ext cx="2796727" cy="2069594"/>
            </a:xfrm>
            <a:custGeom>
              <a:avLst/>
              <a:gdLst/>
              <a:ahLst/>
              <a:cxnLst/>
              <a:rect l="l" t="t" r="r" b="b"/>
              <a:pathLst>
                <a:path w="100656" h="74486" extrusionOk="0">
                  <a:moveTo>
                    <a:pt x="50316" y="0"/>
                  </a:moveTo>
                  <a:lnTo>
                    <a:pt x="50316" y="7132"/>
                  </a:lnTo>
                  <a:cubicBezTo>
                    <a:pt x="49292" y="7287"/>
                    <a:pt x="48351" y="7751"/>
                    <a:pt x="47625" y="8477"/>
                  </a:cubicBezTo>
                  <a:cubicBezTo>
                    <a:pt x="47506" y="8120"/>
                    <a:pt x="47268" y="7823"/>
                    <a:pt x="46958" y="7620"/>
                  </a:cubicBezTo>
                  <a:cubicBezTo>
                    <a:pt x="47018" y="7346"/>
                    <a:pt x="47054" y="7073"/>
                    <a:pt x="47054" y="6787"/>
                  </a:cubicBezTo>
                  <a:cubicBezTo>
                    <a:pt x="47054" y="6703"/>
                    <a:pt x="47054" y="6632"/>
                    <a:pt x="47054" y="6549"/>
                  </a:cubicBezTo>
                  <a:cubicBezTo>
                    <a:pt x="47042" y="6465"/>
                    <a:pt x="47065" y="6394"/>
                    <a:pt x="47065" y="6322"/>
                  </a:cubicBezTo>
                  <a:cubicBezTo>
                    <a:pt x="47065" y="5525"/>
                    <a:pt x="46720" y="4870"/>
                    <a:pt x="46303" y="4870"/>
                  </a:cubicBezTo>
                  <a:cubicBezTo>
                    <a:pt x="46268" y="4870"/>
                    <a:pt x="46232" y="4882"/>
                    <a:pt x="46196" y="4894"/>
                  </a:cubicBezTo>
                  <a:cubicBezTo>
                    <a:pt x="46161" y="4882"/>
                    <a:pt x="46113" y="4870"/>
                    <a:pt x="46065" y="4870"/>
                  </a:cubicBezTo>
                  <a:cubicBezTo>
                    <a:pt x="45518" y="4870"/>
                    <a:pt x="45065" y="5727"/>
                    <a:pt x="45065" y="6787"/>
                  </a:cubicBezTo>
                  <a:cubicBezTo>
                    <a:pt x="45065" y="7108"/>
                    <a:pt x="45113" y="7430"/>
                    <a:pt x="45208" y="7739"/>
                  </a:cubicBezTo>
                  <a:cubicBezTo>
                    <a:pt x="44839" y="8037"/>
                    <a:pt x="44637" y="8466"/>
                    <a:pt x="44637" y="8930"/>
                  </a:cubicBezTo>
                  <a:lnTo>
                    <a:pt x="44637" y="12287"/>
                  </a:lnTo>
                  <a:cubicBezTo>
                    <a:pt x="44637" y="12716"/>
                    <a:pt x="44815" y="13133"/>
                    <a:pt x="45149" y="13419"/>
                  </a:cubicBezTo>
                  <a:lnTo>
                    <a:pt x="45149" y="17098"/>
                  </a:lnTo>
                  <a:cubicBezTo>
                    <a:pt x="45131" y="17425"/>
                    <a:pt x="45369" y="17589"/>
                    <a:pt x="45607" y="17589"/>
                  </a:cubicBezTo>
                  <a:cubicBezTo>
                    <a:pt x="45845" y="17589"/>
                    <a:pt x="46083" y="17425"/>
                    <a:pt x="46065" y="17098"/>
                  </a:cubicBezTo>
                  <a:lnTo>
                    <a:pt x="46065" y="13811"/>
                  </a:lnTo>
                  <a:lnTo>
                    <a:pt x="46125" y="13811"/>
                  </a:lnTo>
                  <a:lnTo>
                    <a:pt x="46125" y="17657"/>
                  </a:lnTo>
                  <a:lnTo>
                    <a:pt x="37648" y="17657"/>
                  </a:lnTo>
                  <a:cubicBezTo>
                    <a:pt x="37633" y="17656"/>
                    <a:pt x="37619" y="17656"/>
                    <a:pt x="37605" y="17656"/>
                  </a:cubicBezTo>
                  <a:cubicBezTo>
                    <a:pt x="37160" y="17656"/>
                    <a:pt x="36802" y="18016"/>
                    <a:pt x="36802" y="18455"/>
                  </a:cubicBezTo>
                  <a:cubicBezTo>
                    <a:pt x="36802" y="18912"/>
                    <a:pt x="37171" y="19265"/>
                    <a:pt x="37625" y="19265"/>
                  </a:cubicBezTo>
                  <a:cubicBezTo>
                    <a:pt x="37633" y="19265"/>
                    <a:pt x="37640" y="19265"/>
                    <a:pt x="37648" y="19265"/>
                  </a:cubicBezTo>
                  <a:lnTo>
                    <a:pt x="37779" y="19265"/>
                  </a:lnTo>
                  <a:lnTo>
                    <a:pt x="37874" y="19288"/>
                  </a:lnTo>
                  <a:lnTo>
                    <a:pt x="37874" y="19610"/>
                  </a:lnTo>
                  <a:lnTo>
                    <a:pt x="8227" y="19610"/>
                  </a:lnTo>
                  <a:cubicBezTo>
                    <a:pt x="8220" y="19609"/>
                    <a:pt x="8212" y="19609"/>
                    <a:pt x="8205" y="19609"/>
                  </a:cubicBezTo>
                  <a:cubicBezTo>
                    <a:pt x="7786" y="19609"/>
                    <a:pt x="7782" y="20242"/>
                    <a:pt x="8194" y="20242"/>
                  </a:cubicBezTo>
                  <a:cubicBezTo>
                    <a:pt x="8205" y="20242"/>
                    <a:pt x="8216" y="20242"/>
                    <a:pt x="8227" y="20241"/>
                  </a:cubicBezTo>
                  <a:lnTo>
                    <a:pt x="8727" y="20241"/>
                  </a:lnTo>
                  <a:lnTo>
                    <a:pt x="8727" y="24337"/>
                  </a:lnTo>
                  <a:lnTo>
                    <a:pt x="5977" y="24337"/>
                  </a:lnTo>
                  <a:cubicBezTo>
                    <a:pt x="5477" y="24337"/>
                    <a:pt x="5477" y="25075"/>
                    <a:pt x="5977" y="25075"/>
                  </a:cubicBezTo>
                  <a:lnTo>
                    <a:pt x="976" y="25075"/>
                  </a:lnTo>
                  <a:cubicBezTo>
                    <a:pt x="429" y="25099"/>
                    <a:pt x="0" y="25539"/>
                    <a:pt x="0" y="26087"/>
                  </a:cubicBezTo>
                  <a:cubicBezTo>
                    <a:pt x="0" y="26634"/>
                    <a:pt x="429" y="27075"/>
                    <a:pt x="976" y="27099"/>
                  </a:cubicBezTo>
                  <a:lnTo>
                    <a:pt x="1000" y="27099"/>
                  </a:lnTo>
                  <a:lnTo>
                    <a:pt x="1000" y="29647"/>
                  </a:lnTo>
                  <a:lnTo>
                    <a:pt x="3024" y="29647"/>
                  </a:lnTo>
                  <a:lnTo>
                    <a:pt x="3024" y="33588"/>
                  </a:lnTo>
                  <a:lnTo>
                    <a:pt x="1000" y="33588"/>
                  </a:lnTo>
                  <a:lnTo>
                    <a:pt x="1000" y="35290"/>
                  </a:lnTo>
                  <a:lnTo>
                    <a:pt x="2536" y="35290"/>
                  </a:lnTo>
                  <a:lnTo>
                    <a:pt x="2536" y="73152"/>
                  </a:lnTo>
                  <a:lnTo>
                    <a:pt x="2286" y="73152"/>
                  </a:lnTo>
                  <a:cubicBezTo>
                    <a:pt x="2271" y="73151"/>
                    <a:pt x="2256" y="73151"/>
                    <a:pt x="2241" y="73151"/>
                  </a:cubicBezTo>
                  <a:cubicBezTo>
                    <a:pt x="1432" y="73151"/>
                    <a:pt x="1432" y="74392"/>
                    <a:pt x="2241" y="74392"/>
                  </a:cubicBezTo>
                  <a:cubicBezTo>
                    <a:pt x="2256" y="74392"/>
                    <a:pt x="2271" y="74391"/>
                    <a:pt x="2286" y="74390"/>
                  </a:cubicBezTo>
                  <a:lnTo>
                    <a:pt x="11823" y="74390"/>
                  </a:lnTo>
                  <a:cubicBezTo>
                    <a:pt x="11837" y="74391"/>
                    <a:pt x="11851" y="74392"/>
                    <a:pt x="11865" y="74392"/>
                  </a:cubicBezTo>
                  <a:cubicBezTo>
                    <a:pt x="12203" y="74392"/>
                    <a:pt x="12478" y="74114"/>
                    <a:pt x="12478" y="73771"/>
                  </a:cubicBezTo>
                  <a:cubicBezTo>
                    <a:pt x="12478" y="73422"/>
                    <a:pt x="12193" y="73152"/>
                    <a:pt x="11845" y="73152"/>
                  </a:cubicBezTo>
                  <a:cubicBezTo>
                    <a:pt x="11838" y="73152"/>
                    <a:pt x="11830" y="73152"/>
                    <a:pt x="11823" y="73152"/>
                  </a:cubicBezTo>
                  <a:lnTo>
                    <a:pt x="11585" y="73152"/>
                  </a:lnTo>
                  <a:lnTo>
                    <a:pt x="11585" y="35290"/>
                  </a:lnTo>
                  <a:lnTo>
                    <a:pt x="18526" y="35290"/>
                  </a:lnTo>
                  <a:lnTo>
                    <a:pt x="18526" y="73235"/>
                  </a:lnTo>
                  <a:lnTo>
                    <a:pt x="18657" y="73235"/>
                  </a:lnTo>
                  <a:cubicBezTo>
                    <a:pt x="17935" y="73413"/>
                    <a:pt x="18060" y="74462"/>
                    <a:pt x="18799" y="74462"/>
                  </a:cubicBezTo>
                  <a:cubicBezTo>
                    <a:pt x="18804" y="74462"/>
                    <a:pt x="18808" y="74462"/>
                    <a:pt x="18812" y="74462"/>
                  </a:cubicBezTo>
                  <a:lnTo>
                    <a:pt x="28349" y="74462"/>
                  </a:lnTo>
                  <a:cubicBezTo>
                    <a:pt x="28363" y="74463"/>
                    <a:pt x="28377" y="74463"/>
                    <a:pt x="28390" y="74463"/>
                  </a:cubicBezTo>
                  <a:cubicBezTo>
                    <a:pt x="28729" y="74463"/>
                    <a:pt x="29004" y="74186"/>
                    <a:pt x="29004" y="73843"/>
                  </a:cubicBezTo>
                  <a:cubicBezTo>
                    <a:pt x="29004" y="73499"/>
                    <a:pt x="28729" y="73222"/>
                    <a:pt x="28390" y="73222"/>
                  </a:cubicBezTo>
                  <a:cubicBezTo>
                    <a:pt x="28377" y="73222"/>
                    <a:pt x="28363" y="73223"/>
                    <a:pt x="28349" y="73224"/>
                  </a:cubicBezTo>
                  <a:lnTo>
                    <a:pt x="28099" y="73224"/>
                  </a:lnTo>
                  <a:lnTo>
                    <a:pt x="28099" y="35290"/>
                  </a:lnTo>
                  <a:lnTo>
                    <a:pt x="33909" y="35290"/>
                  </a:lnTo>
                  <a:lnTo>
                    <a:pt x="33909" y="73224"/>
                  </a:lnTo>
                  <a:lnTo>
                    <a:pt x="33659" y="73224"/>
                  </a:lnTo>
                  <a:cubicBezTo>
                    <a:pt x="32861" y="73259"/>
                    <a:pt x="32861" y="74426"/>
                    <a:pt x="33659" y="74462"/>
                  </a:cubicBezTo>
                  <a:lnTo>
                    <a:pt x="43196" y="74462"/>
                  </a:lnTo>
                  <a:cubicBezTo>
                    <a:pt x="43982" y="74426"/>
                    <a:pt x="43982" y="73259"/>
                    <a:pt x="43196" y="73224"/>
                  </a:cubicBezTo>
                  <a:lnTo>
                    <a:pt x="42946" y="73224"/>
                  </a:lnTo>
                  <a:lnTo>
                    <a:pt x="42946" y="35290"/>
                  </a:lnTo>
                  <a:lnTo>
                    <a:pt x="57317" y="35314"/>
                  </a:lnTo>
                  <a:lnTo>
                    <a:pt x="57317" y="73224"/>
                  </a:lnTo>
                  <a:lnTo>
                    <a:pt x="57067" y="73224"/>
                  </a:lnTo>
                  <a:cubicBezTo>
                    <a:pt x="56733" y="73224"/>
                    <a:pt x="56448" y="73497"/>
                    <a:pt x="56448" y="73843"/>
                  </a:cubicBezTo>
                  <a:cubicBezTo>
                    <a:pt x="56448" y="73890"/>
                    <a:pt x="56460" y="73938"/>
                    <a:pt x="56471" y="73997"/>
                  </a:cubicBezTo>
                  <a:cubicBezTo>
                    <a:pt x="56531" y="74283"/>
                    <a:pt x="56781" y="74486"/>
                    <a:pt x="57079" y="74486"/>
                  </a:cubicBezTo>
                  <a:lnTo>
                    <a:pt x="66616" y="74486"/>
                  </a:lnTo>
                  <a:cubicBezTo>
                    <a:pt x="66961" y="74486"/>
                    <a:pt x="67247" y="74212"/>
                    <a:pt x="67247" y="73866"/>
                  </a:cubicBezTo>
                  <a:cubicBezTo>
                    <a:pt x="67235" y="73819"/>
                    <a:pt x="67235" y="73771"/>
                    <a:pt x="67223" y="73724"/>
                  </a:cubicBezTo>
                  <a:cubicBezTo>
                    <a:pt x="67163" y="73426"/>
                    <a:pt x="66901" y="73224"/>
                    <a:pt x="66616" y="73224"/>
                  </a:cubicBezTo>
                  <a:lnTo>
                    <a:pt x="66377" y="73224"/>
                  </a:lnTo>
                  <a:lnTo>
                    <a:pt x="66377" y="35314"/>
                  </a:lnTo>
                  <a:lnTo>
                    <a:pt x="72176" y="35314"/>
                  </a:lnTo>
                  <a:lnTo>
                    <a:pt x="72176" y="73224"/>
                  </a:lnTo>
                  <a:lnTo>
                    <a:pt x="71926" y="73224"/>
                  </a:lnTo>
                  <a:cubicBezTo>
                    <a:pt x="71580" y="73224"/>
                    <a:pt x="71307" y="73497"/>
                    <a:pt x="71307" y="73843"/>
                  </a:cubicBezTo>
                  <a:cubicBezTo>
                    <a:pt x="71307" y="73890"/>
                    <a:pt x="71319" y="73938"/>
                    <a:pt x="71330" y="73997"/>
                  </a:cubicBezTo>
                  <a:cubicBezTo>
                    <a:pt x="71390" y="74283"/>
                    <a:pt x="71640" y="74486"/>
                    <a:pt x="71938" y="74486"/>
                  </a:cubicBezTo>
                  <a:lnTo>
                    <a:pt x="81475" y="74486"/>
                  </a:lnTo>
                  <a:cubicBezTo>
                    <a:pt x="81820" y="74486"/>
                    <a:pt x="82094" y="74212"/>
                    <a:pt x="82094" y="73866"/>
                  </a:cubicBezTo>
                  <a:cubicBezTo>
                    <a:pt x="82094" y="73819"/>
                    <a:pt x="82094" y="73771"/>
                    <a:pt x="82082" y="73724"/>
                  </a:cubicBezTo>
                  <a:cubicBezTo>
                    <a:pt x="82022" y="73426"/>
                    <a:pt x="81760" y="73224"/>
                    <a:pt x="81475" y="73224"/>
                  </a:cubicBezTo>
                  <a:lnTo>
                    <a:pt x="81225" y="73224"/>
                  </a:lnTo>
                  <a:lnTo>
                    <a:pt x="81225" y="35314"/>
                  </a:lnTo>
                  <a:lnTo>
                    <a:pt x="87035" y="35314"/>
                  </a:lnTo>
                  <a:lnTo>
                    <a:pt x="87035" y="73224"/>
                  </a:lnTo>
                  <a:lnTo>
                    <a:pt x="86868" y="73224"/>
                  </a:lnTo>
                  <a:cubicBezTo>
                    <a:pt x="86523" y="73224"/>
                    <a:pt x="86237" y="73497"/>
                    <a:pt x="86237" y="73843"/>
                  </a:cubicBezTo>
                  <a:cubicBezTo>
                    <a:pt x="86237" y="73890"/>
                    <a:pt x="86249" y="73938"/>
                    <a:pt x="86261" y="73997"/>
                  </a:cubicBezTo>
                  <a:cubicBezTo>
                    <a:pt x="86320" y="74283"/>
                    <a:pt x="86570" y="74486"/>
                    <a:pt x="86868" y="74486"/>
                  </a:cubicBezTo>
                  <a:lnTo>
                    <a:pt x="96417" y="74486"/>
                  </a:lnTo>
                  <a:cubicBezTo>
                    <a:pt x="96750" y="74486"/>
                    <a:pt x="97036" y="74212"/>
                    <a:pt x="97036" y="73866"/>
                  </a:cubicBezTo>
                  <a:cubicBezTo>
                    <a:pt x="97036" y="73819"/>
                    <a:pt x="97024" y="73771"/>
                    <a:pt x="97012" y="73724"/>
                  </a:cubicBezTo>
                  <a:cubicBezTo>
                    <a:pt x="96953" y="73426"/>
                    <a:pt x="96703" y="73224"/>
                    <a:pt x="96405" y="73224"/>
                  </a:cubicBezTo>
                  <a:lnTo>
                    <a:pt x="96155" y="73224"/>
                  </a:lnTo>
                  <a:lnTo>
                    <a:pt x="96155" y="35314"/>
                  </a:lnTo>
                  <a:lnTo>
                    <a:pt x="100013" y="35314"/>
                  </a:lnTo>
                  <a:lnTo>
                    <a:pt x="100013" y="33623"/>
                  </a:lnTo>
                  <a:lnTo>
                    <a:pt x="100013" y="33600"/>
                  </a:lnTo>
                  <a:lnTo>
                    <a:pt x="97869" y="33600"/>
                  </a:lnTo>
                  <a:lnTo>
                    <a:pt x="97869" y="29682"/>
                  </a:lnTo>
                  <a:lnTo>
                    <a:pt x="100001" y="29682"/>
                  </a:lnTo>
                  <a:lnTo>
                    <a:pt x="100001" y="27051"/>
                  </a:lnTo>
                  <a:cubicBezTo>
                    <a:pt x="100394" y="26908"/>
                    <a:pt x="100656" y="26539"/>
                    <a:pt x="100656" y="26111"/>
                  </a:cubicBezTo>
                  <a:cubicBezTo>
                    <a:pt x="100656" y="26039"/>
                    <a:pt x="100644" y="25956"/>
                    <a:pt x="100620" y="25884"/>
                  </a:cubicBezTo>
                  <a:cubicBezTo>
                    <a:pt x="100525" y="25408"/>
                    <a:pt x="100108" y="25075"/>
                    <a:pt x="99632" y="25075"/>
                  </a:cubicBezTo>
                  <a:lnTo>
                    <a:pt x="95286" y="25075"/>
                  </a:lnTo>
                  <a:cubicBezTo>
                    <a:pt x="95417" y="25015"/>
                    <a:pt x="95512" y="24884"/>
                    <a:pt x="95512" y="24729"/>
                  </a:cubicBezTo>
                  <a:cubicBezTo>
                    <a:pt x="95512" y="24682"/>
                    <a:pt x="95500" y="24634"/>
                    <a:pt x="95476" y="24587"/>
                  </a:cubicBezTo>
                  <a:cubicBezTo>
                    <a:pt x="95429" y="24432"/>
                    <a:pt x="95286" y="24337"/>
                    <a:pt x="95131" y="24337"/>
                  </a:cubicBezTo>
                  <a:lnTo>
                    <a:pt x="92845" y="24337"/>
                  </a:lnTo>
                  <a:lnTo>
                    <a:pt x="92845" y="20277"/>
                  </a:lnTo>
                  <a:lnTo>
                    <a:pt x="93619" y="20277"/>
                  </a:lnTo>
                  <a:cubicBezTo>
                    <a:pt x="93845" y="20277"/>
                    <a:pt x="94000" y="20038"/>
                    <a:pt x="93905" y="19824"/>
                  </a:cubicBezTo>
                  <a:cubicBezTo>
                    <a:pt x="93857" y="19705"/>
                    <a:pt x="93738" y="19610"/>
                    <a:pt x="93607" y="19610"/>
                  </a:cubicBezTo>
                  <a:lnTo>
                    <a:pt x="63710" y="19610"/>
                  </a:lnTo>
                  <a:lnTo>
                    <a:pt x="63710" y="19288"/>
                  </a:lnTo>
                  <a:lnTo>
                    <a:pt x="64842" y="19288"/>
                  </a:lnTo>
                  <a:cubicBezTo>
                    <a:pt x="65282" y="19288"/>
                    <a:pt x="65639" y="18931"/>
                    <a:pt x="65639" y="18491"/>
                  </a:cubicBezTo>
                  <a:cubicBezTo>
                    <a:pt x="65639" y="18419"/>
                    <a:pt x="65639" y="18360"/>
                    <a:pt x="65615" y="18300"/>
                  </a:cubicBezTo>
                  <a:cubicBezTo>
                    <a:pt x="65544" y="17931"/>
                    <a:pt x="65211" y="17657"/>
                    <a:pt x="64830" y="17657"/>
                  </a:cubicBezTo>
                  <a:lnTo>
                    <a:pt x="61520" y="17657"/>
                  </a:lnTo>
                  <a:cubicBezTo>
                    <a:pt x="61627" y="17574"/>
                    <a:pt x="61686" y="17443"/>
                    <a:pt x="61686" y="17312"/>
                  </a:cubicBezTo>
                  <a:lnTo>
                    <a:pt x="61686" y="13419"/>
                  </a:lnTo>
                  <a:cubicBezTo>
                    <a:pt x="61972" y="13157"/>
                    <a:pt x="62151" y="12799"/>
                    <a:pt x="62186" y="12418"/>
                  </a:cubicBezTo>
                  <a:cubicBezTo>
                    <a:pt x="62198" y="12347"/>
                    <a:pt x="62198" y="12276"/>
                    <a:pt x="62198" y="12216"/>
                  </a:cubicBezTo>
                  <a:lnTo>
                    <a:pt x="62198" y="8858"/>
                  </a:lnTo>
                  <a:cubicBezTo>
                    <a:pt x="62198" y="8406"/>
                    <a:pt x="61996" y="7966"/>
                    <a:pt x="61639" y="7680"/>
                  </a:cubicBezTo>
                  <a:cubicBezTo>
                    <a:pt x="61686" y="7477"/>
                    <a:pt x="61722" y="7287"/>
                    <a:pt x="61746" y="7084"/>
                  </a:cubicBezTo>
                  <a:cubicBezTo>
                    <a:pt x="61758" y="6953"/>
                    <a:pt x="61758" y="6834"/>
                    <a:pt x="61758" y="6703"/>
                  </a:cubicBezTo>
                  <a:cubicBezTo>
                    <a:pt x="61758" y="5918"/>
                    <a:pt x="61508" y="5239"/>
                    <a:pt x="61162" y="4953"/>
                  </a:cubicBezTo>
                  <a:cubicBezTo>
                    <a:pt x="61162" y="4858"/>
                    <a:pt x="61174" y="4763"/>
                    <a:pt x="61174" y="4679"/>
                  </a:cubicBezTo>
                  <a:cubicBezTo>
                    <a:pt x="61174" y="4227"/>
                    <a:pt x="61067" y="3870"/>
                    <a:pt x="60936" y="3870"/>
                  </a:cubicBezTo>
                  <a:cubicBezTo>
                    <a:pt x="60817" y="3870"/>
                    <a:pt x="60710" y="4227"/>
                    <a:pt x="60710" y="4679"/>
                  </a:cubicBezTo>
                  <a:lnTo>
                    <a:pt x="60710" y="4798"/>
                  </a:lnTo>
                  <a:cubicBezTo>
                    <a:pt x="60686" y="4798"/>
                    <a:pt x="60651" y="4810"/>
                    <a:pt x="60627" y="4822"/>
                  </a:cubicBezTo>
                  <a:lnTo>
                    <a:pt x="60615" y="4822"/>
                  </a:lnTo>
                  <a:lnTo>
                    <a:pt x="60615" y="4679"/>
                  </a:lnTo>
                  <a:cubicBezTo>
                    <a:pt x="60615" y="4227"/>
                    <a:pt x="60520" y="3870"/>
                    <a:pt x="60389" y="3870"/>
                  </a:cubicBezTo>
                  <a:cubicBezTo>
                    <a:pt x="60258" y="3870"/>
                    <a:pt x="60162" y="4239"/>
                    <a:pt x="60162" y="4679"/>
                  </a:cubicBezTo>
                  <a:cubicBezTo>
                    <a:pt x="60162" y="4775"/>
                    <a:pt x="60162" y="4870"/>
                    <a:pt x="60174" y="4965"/>
                  </a:cubicBezTo>
                  <a:cubicBezTo>
                    <a:pt x="59972" y="5168"/>
                    <a:pt x="59817" y="5537"/>
                    <a:pt x="59781" y="5989"/>
                  </a:cubicBezTo>
                  <a:cubicBezTo>
                    <a:pt x="59758" y="6096"/>
                    <a:pt x="59758" y="6215"/>
                    <a:pt x="59758" y="6322"/>
                  </a:cubicBezTo>
                  <a:cubicBezTo>
                    <a:pt x="59758" y="6394"/>
                    <a:pt x="59758" y="6477"/>
                    <a:pt x="59769" y="6549"/>
                  </a:cubicBezTo>
                  <a:cubicBezTo>
                    <a:pt x="59781" y="6620"/>
                    <a:pt x="59758" y="6703"/>
                    <a:pt x="59758" y="6787"/>
                  </a:cubicBezTo>
                  <a:cubicBezTo>
                    <a:pt x="59758" y="7049"/>
                    <a:pt x="59781" y="7311"/>
                    <a:pt x="59853" y="7573"/>
                  </a:cubicBezTo>
                  <a:cubicBezTo>
                    <a:pt x="59400" y="7882"/>
                    <a:pt x="59127" y="8382"/>
                    <a:pt x="59127" y="8930"/>
                  </a:cubicBezTo>
                  <a:lnTo>
                    <a:pt x="59127" y="12287"/>
                  </a:lnTo>
                  <a:cubicBezTo>
                    <a:pt x="59127" y="12383"/>
                    <a:pt x="59138" y="12490"/>
                    <a:pt x="59162" y="12597"/>
                  </a:cubicBezTo>
                  <a:lnTo>
                    <a:pt x="59162" y="15062"/>
                  </a:lnTo>
                  <a:cubicBezTo>
                    <a:pt x="59144" y="15474"/>
                    <a:pt x="59453" y="15686"/>
                    <a:pt x="59761" y="15686"/>
                  </a:cubicBezTo>
                  <a:cubicBezTo>
                    <a:pt x="60049" y="15686"/>
                    <a:pt x="60336" y="15501"/>
                    <a:pt x="60353" y="15121"/>
                  </a:cubicBezTo>
                  <a:cubicBezTo>
                    <a:pt x="60353" y="15074"/>
                    <a:pt x="60353" y="15038"/>
                    <a:pt x="60365" y="14990"/>
                  </a:cubicBezTo>
                  <a:lnTo>
                    <a:pt x="60365" y="13788"/>
                  </a:lnTo>
                  <a:cubicBezTo>
                    <a:pt x="60460" y="13800"/>
                    <a:pt x="60555" y="13811"/>
                    <a:pt x="60662" y="13811"/>
                  </a:cubicBezTo>
                  <a:lnTo>
                    <a:pt x="60758" y="13811"/>
                  </a:lnTo>
                  <a:lnTo>
                    <a:pt x="60758" y="17109"/>
                  </a:lnTo>
                  <a:cubicBezTo>
                    <a:pt x="60758" y="17133"/>
                    <a:pt x="60758" y="17157"/>
                    <a:pt x="60758" y="17181"/>
                  </a:cubicBezTo>
                  <a:lnTo>
                    <a:pt x="60758" y="17312"/>
                  </a:lnTo>
                  <a:cubicBezTo>
                    <a:pt x="60758" y="17455"/>
                    <a:pt x="60817" y="17574"/>
                    <a:pt x="60924" y="17657"/>
                  </a:cubicBezTo>
                  <a:lnTo>
                    <a:pt x="56007" y="17657"/>
                  </a:lnTo>
                  <a:lnTo>
                    <a:pt x="56007" y="13811"/>
                  </a:lnTo>
                  <a:cubicBezTo>
                    <a:pt x="56102" y="13835"/>
                    <a:pt x="56209" y="13847"/>
                    <a:pt x="56305" y="13847"/>
                  </a:cubicBezTo>
                  <a:lnTo>
                    <a:pt x="56400" y="13847"/>
                  </a:lnTo>
                  <a:lnTo>
                    <a:pt x="56400" y="17109"/>
                  </a:lnTo>
                  <a:cubicBezTo>
                    <a:pt x="56400" y="17145"/>
                    <a:pt x="56400" y="17193"/>
                    <a:pt x="56412" y="17229"/>
                  </a:cubicBezTo>
                  <a:cubicBezTo>
                    <a:pt x="56461" y="17482"/>
                    <a:pt x="56662" y="17603"/>
                    <a:pt x="56862" y="17603"/>
                  </a:cubicBezTo>
                  <a:cubicBezTo>
                    <a:pt x="57095" y="17603"/>
                    <a:pt x="57329" y="17440"/>
                    <a:pt x="57329" y="17133"/>
                  </a:cubicBezTo>
                  <a:lnTo>
                    <a:pt x="57329" y="13454"/>
                  </a:lnTo>
                  <a:cubicBezTo>
                    <a:pt x="57650" y="13169"/>
                    <a:pt x="57841" y="12752"/>
                    <a:pt x="57841" y="12311"/>
                  </a:cubicBezTo>
                  <a:lnTo>
                    <a:pt x="57841" y="8966"/>
                  </a:lnTo>
                  <a:cubicBezTo>
                    <a:pt x="57829" y="8823"/>
                    <a:pt x="57817" y="8680"/>
                    <a:pt x="57781" y="8549"/>
                  </a:cubicBezTo>
                  <a:cubicBezTo>
                    <a:pt x="57698" y="8239"/>
                    <a:pt x="57519" y="7954"/>
                    <a:pt x="57269" y="7751"/>
                  </a:cubicBezTo>
                  <a:cubicBezTo>
                    <a:pt x="57352" y="7442"/>
                    <a:pt x="57400" y="7132"/>
                    <a:pt x="57400" y="6811"/>
                  </a:cubicBezTo>
                  <a:cubicBezTo>
                    <a:pt x="57400" y="6561"/>
                    <a:pt x="57376" y="6299"/>
                    <a:pt x="57317" y="6049"/>
                  </a:cubicBezTo>
                  <a:lnTo>
                    <a:pt x="57317" y="6037"/>
                  </a:lnTo>
                  <a:cubicBezTo>
                    <a:pt x="57317" y="6001"/>
                    <a:pt x="57305" y="5965"/>
                    <a:pt x="57293" y="5930"/>
                  </a:cubicBezTo>
                  <a:cubicBezTo>
                    <a:pt x="57222" y="5596"/>
                    <a:pt x="57043" y="5275"/>
                    <a:pt x="56793" y="5037"/>
                  </a:cubicBezTo>
                  <a:cubicBezTo>
                    <a:pt x="56805" y="4953"/>
                    <a:pt x="56817" y="4858"/>
                    <a:pt x="56817" y="4775"/>
                  </a:cubicBezTo>
                  <a:cubicBezTo>
                    <a:pt x="56817" y="4334"/>
                    <a:pt x="56710" y="3977"/>
                    <a:pt x="56579" y="3977"/>
                  </a:cubicBezTo>
                  <a:cubicBezTo>
                    <a:pt x="56460" y="3977"/>
                    <a:pt x="56352" y="4334"/>
                    <a:pt x="56352" y="4775"/>
                  </a:cubicBezTo>
                  <a:lnTo>
                    <a:pt x="56352" y="4882"/>
                  </a:lnTo>
                  <a:cubicBezTo>
                    <a:pt x="56317" y="4882"/>
                    <a:pt x="56293" y="4882"/>
                    <a:pt x="56257" y="4894"/>
                  </a:cubicBezTo>
                  <a:lnTo>
                    <a:pt x="56257" y="4775"/>
                  </a:lnTo>
                  <a:cubicBezTo>
                    <a:pt x="56257" y="4334"/>
                    <a:pt x="56162" y="3977"/>
                    <a:pt x="56031" y="3977"/>
                  </a:cubicBezTo>
                  <a:cubicBezTo>
                    <a:pt x="55900" y="3977"/>
                    <a:pt x="55805" y="4334"/>
                    <a:pt x="55805" y="4775"/>
                  </a:cubicBezTo>
                  <a:cubicBezTo>
                    <a:pt x="55805" y="4858"/>
                    <a:pt x="55805" y="4941"/>
                    <a:pt x="55817" y="5037"/>
                  </a:cubicBezTo>
                  <a:cubicBezTo>
                    <a:pt x="55567" y="5275"/>
                    <a:pt x="55400" y="5751"/>
                    <a:pt x="55400" y="6322"/>
                  </a:cubicBezTo>
                  <a:cubicBezTo>
                    <a:pt x="55400" y="6406"/>
                    <a:pt x="55400" y="6477"/>
                    <a:pt x="55412" y="6549"/>
                  </a:cubicBezTo>
                  <a:cubicBezTo>
                    <a:pt x="55424" y="6632"/>
                    <a:pt x="55412" y="6703"/>
                    <a:pt x="55412" y="6787"/>
                  </a:cubicBezTo>
                  <a:cubicBezTo>
                    <a:pt x="55412" y="7073"/>
                    <a:pt x="55447" y="7346"/>
                    <a:pt x="55507" y="7620"/>
                  </a:cubicBezTo>
                  <a:cubicBezTo>
                    <a:pt x="55102" y="7870"/>
                    <a:pt x="54840" y="8287"/>
                    <a:pt x="54781" y="8763"/>
                  </a:cubicBezTo>
                  <a:cubicBezTo>
                    <a:pt x="53959" y="7811"/>
                    <a:pt x="52804" y="7215"/>
                    <a:pt x="51542" y="7096"/>
                  </a:cubicBezTo>
                  <a:lnTo>
                    <a:pt x="51542" y="36"/>
                  </a:lnTo>
                  <a:lnTo>
                    <a:pt x="51542"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10" name="Google Shape;510;p32"/>
            <p:cNvSpPr/>
            <p:nvPr/>
          </p:nvSpPr>
          <p:spPr>
            <a:xfrm>
              <a:off x="6322192" y="3145386"/>
              <a:ext cx="274627" cy="478069"/>
            </a:xfrm>
            <a:custGeom>
              <a:avLst/>
              <a:gdLst/>
              <a:ahLst/>
              <a:cxnLst/>
              <a:rect l="l" t="t" r="r" b="b"/>
              <a:pathLst>
                <a:path w="9884" h="17206" extrusionOk="0">
                  <a:moveTo>
                    <a:pt x="4942" y="1"/>
                  </a:moveTo>
                  <a:cubicBezTo>
                    <a:pt x="2216" y="1"/>
                    <a:pt x="1" y="2215"/>
                    <a:pt x="1" y="4942"/>
                  </a:cubicBezTo>
                  <a:lnTo>
                    <a:pt x="1" y="12264"/>
                  </a:lnTo>
                  <a:cubicBezTo>
                    <a:pt x="1" y="14991"/>
                    <a:pt x="2216" y="17205"/>
                    <a:pt x="4942" y="17205"/>
                  </a:cubicBezTo>
                  <a:cubicBezTo>
                    <a:pt x="7669" y="17205"/>
                    <a:pt x="9883" y="14991"/>
                    <a:pt x="9883" y="12264"/>
                  </a:cubicBezTo>
                  <a:lnTo>
                    <a:pt x="9883" y="4942"/>
                  </a:lnTo>
                  <a:cubicBezTo>
                    <a:pt x="9883" y="2215"/>
                    <a:pt x="7669" y="1"/>
                    <a:pt x="4942" y="1"/>
                  </a:cubicBezTo>
                  <a:close/>
                </a:path>
              </a:pathLst>
            </a:custGeom>
            <a:solidFill>
              <a:schemeClr val="accent4"/>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11" name="Google Shape;511;p32"/>
            <p:cNvSpPr/>
            <p:nvPr/>
          </p:nvSpPr>
          <p:spPr>
            <a:xfrm>
              <a:off x="5111493" y="3927749"/>
              <a:ext cx="251093" cy="1056302"/>
            </a:xfrm>
            <a:custGeom>
              <a:avLst/>
              <a:gdLst/>
              <a:ahLst/>
              <a:cxnLst/>
              <a:rect l="l" t="t" r="r" b="b"/>
              <a:pathLst>
                <a:path w="9037" h="38017" extrusionOk="0">
                  <a:moveTo>
                    <a:pt x="0" y="0"/>
                  </a:moveTo>
                  <a:lnTo>
                    <a:pt x="0" y="38017"/>
                  </a:lnTo>
                  <a:lnTo>
                    <a:pt x="9037" y="38017"/>
                  </a:lnTo>
                  <a:lnTo>
                    <a:pt x="9037"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12" name="Google Shape;512;p32"/>
            <p:cNvSpPr/>
            <p:nvPr/>
          </p:nvSpPr>
          <p:spPr>
            <a:xfrm>
              <a:off x="5136609" y="3927749"/>
              <a:ext cx="13615" cy="1056302"/>
            </a:xfrm>
            <a:custGeom>
              <a:avLst/>
              <a:gdLst/>
              <a:ahLst/>
              <a:cxnLst/>
              <a:rect l="l" t="t" r="r" b="b"/>
              <a:pathLst>
                <a:path w="490" h="38017" extrusionOk="0">
                  <a:moveTo>
                    <a:pt x="1" y="0"/>
                  </a:moveTo>
                  <a:lnTo>
                    <a:pt x="1" y="38017"/>
                  </a:lnTo>
                  <a:lnTo>
                    <a:pt x="489" y="38017"/>
                  </a:lnTo>
                  <a:lnTo>
                    <a:pt x="489"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13" name="Google Shape;513;p32"/>
            <p:cNvSpPr/>
            <p:nvPr/>
          </p:nvSpPr>
          <p:spPr>
            <a:xfrm>
              <a:off x="5570312" y="3929722"/>
              <a:ext cx="251093" cy="1056330"/>
            </a:xfrm>
            <a:custGeom>
              <a:avLst/>
              <a:gdLst/>
              <a:ahLst/>
              <a:cxnLst/>
              <a:rect l="l" t="t" r="r" b="b"/>
              <a:pathLst>
                <a:path w="9037" h="38018" extrusionOk="0">
                  <a:moveTo>
                    <a:pt x="0" y="0"/>
                  </a:moveTo>
                  <a:lnTo>
                    <a:pt x="0" y="38017"/>
                  </a:lnTo>
                  <a:lnTo>
                    <a:pt x="9037" y="38017"/>
                  </a:lnTo>
                  <a:lnTo>
                    <a:pt x="9037"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14" name="Google Shape;514;p32"/>
            <p:cNvSpPr/>
            <p:nvPr/>
          </p:nvSpPr>
          <p:spPr>
            <a:xfrm>
              <a:off x="5982815" y="3929722"/>
              <a:ext cx="251426" cy="1056330"/>
            </a:xfrm>
            <a:custGeom>
              <a:avLst/>
              <a:gdLst/>
              <a:ahLst/>
              <a:cxnLst/>
              <a:rect l="l" t="t" r="r" b="b"/>
              <a:pathLst>
                <a:path w="9049" h="38018" extrusionOk="0">
                  <a:moveTo>
                    <a:pt x="0" y="0"/>
                  </a:moveTo>
                  <a:lnTo>
                    <a:pt x="0" y="38017"/>
                  </a:lnTo>
                  <a:lnTo>
                    <a:pt x="9049" y="38017"/>
                  </a:lnTo>
                  <a:lnTo>
                    <a:pt x="9049"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15" name="Google Shape;515;p32"/>
            <p:cNvSpPr/>
            <p:nvPr/>
          </p:nvSpPr>
          <p:spPr>
            <a:xfrm>
              <a:off x="6633146" y="3929722"/>
              <a:ext cx="251454" cy="1056330"/>
            </a:xfrm>
            <a:custGeom>
              <a:avLst/>
              <a:gdLst/>
              <a:ahLst/>
              <a:cxnLst/>
              <a:rect l="l" t="t" r="r" b="b"/>
              <a:pathLst>
                <a:path w="9050" h="38018" extrusionOk="0">
                  <a:moveTo>
                    <a:pt x="1" y="0"/>
                  </a:moveTo>
                  <a:lnTo>
                    <a:pt x="1" y="38017"/>
                  </a:lnTo>
                  <a:lnTo>
                    <a:pt x="9050" y="38017"/>
                  </a:lnTo>
                  <a:lnTo>
                    <a:pt x="9050"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16" name="Google Shape;516;p32"/>
            <p:cNvSpPr/>
            <p:nvPr/>
          </p:nvSpPr>
          <p:spPr>
            <a:xfrm>
              <a:off x="7045983" y="3929722"/>
              <a:ext cx="251454" cy="1056330"/>
            </a:xfrm>
            <a:custGeom>
              <a:avLst/>
              <a:gdLst/>
              <a:ahLst/>
              <a:cxnLst/>
              <a:rect l="l" t="t" r="r" b="b"/>
              <a:pathLst>
                <a:path w="9050" h="38018" extrusionOk="0">
                  <a:moveTo>
                    <a:pt x="1" y="0"/>
                  </a:moveTo>
                  <a:lnTo>
                    <a:pt x="1" y="38017"/>
                  </a:lnTo>
                  <a:lnTo>
                    <a:pt x="9050" y="38017"/>
                  </a:lnTo>
                  <a:lnTo>
                    <a:pt x="9050"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17" name="Google Shape;517;p32"/>
            <p:cNvSpPr/>
            <p:nvPr/>
          </p:nvSpPr>
          <p:spPr>
            <a:xfrm>
              <a:off x="7458487" y="3929722"/>
              <a:ext cx="251454" cy="1056330"/>
            </a:xfrm>
            <a:custGeom>
              <a:avLst/>
              <a:gdLst/>
              <a:ahLst/>
              <a:cxnLst/>
              <a:rect l="l" t="t" r="r" b="b"/>
              <a:pathLst>
                <a:path w="9050" h="38018" extrusionOk="0">
                  <a:moveTo>
                    <a:pt x="1" y="0"/>
                  </a:moveTo>
                  <a:lnTo>
                    <a:pt x="1" y="38017"/>
                  </a:lnTo>
                  <a:lnTo>
                    <a:pt x="9050" y="38017"/>
                  </a:lnTo>
                  <a:lnTo>
                    <a:pt x="9050"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18" name="Google Shape;518;p32"/>
            <p:cNvSpPr/>
            <p:nvPr/>
          </p:nvSpPr>
          <p:spPr>
            <a:xfrm>
              <a:off x="5124718" y="3740514"/>
              <a:ext cx="2634963" cy="165432"/>
            </a:xfrm>
            <a:custGeom>
              <a:avLst/>
              <a:gdLst/>
              <a:ahLst/>
              <a:cxnLst/>
              <a:rect l="l" t="t" r="r" b="b"/>
              <a:pathLst>
                <a:path w="94834" h="5954" extrusionOk="0">
                  <a:moveTo>
                    <a:pt x="0" y="0"/>
                  </a:moveTo>
                  <a:lnTo>
                    <a:pt x="0" y="5953"/>
                  </a:lnTo>
                  <a:lnTo>
                    <a:pt x="94834" y="5953"/>
                  </a:lnTo>
                  <a:lnTo>
                    <a:pt x="94834" y="0"/>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19" name="Google Shape;519;p32"/>
            <p:cNvSpPr/>
            <p:nvPr/>
          </p:nvSpPr>
          <p:spPr>
            <a:xfrm>
              <a:off x="5068817" y="3697172"/>
              <a:ext cx="2750409" cy="75770"/>
            </a:xfrm>
            <a:custGeom>
              <a:avLst/>
              <a:gdLst/>
              <a:ahLst/>
              <a:cxnLst/>
              <a:rect l="l" t="t" r="r" b="b"/>
              <a:pathLst>
                <a:path w="98989" h="2727" extrusionOk="0">
                  <a:moveTo>
                    <a:pt x="0" y="0"/>
                  </a:moveTo>
                  <a:lnTo>
                    <a:pt x="0" y="2727"/>
                  </a:lnTo>
                  <a:lnTo>
                    <a:pt x="98989" y="2727"/>
                  </a:lnTo>
                  <a:lnTo>
                    <a:pt x="98989"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20" name="Google Shape;520;p32"/>
            <p:cNvSpPr/>
            <p:nvPr/>
          </p:nvSpPr>
          <p:spPr>
            <a:xfrm>
              <a:off x="5039700" y="3645883"/>
              <a:ext cx="2797394" cy="56265"/>
            </a:xfrm>
            <a:custGeom>
              <a:avLst/>
              <a:gdLst/>
              <a:ahLst/>
              <a:cxnLst/>
              <a:rect l="l" t="t" r="r" b="b"/>
              <a:pathLst>
                <a:path w="100680" h="2025" extrusionOk="0">
                  <a:moveTo>
                    <a:pt x="1012" y="1"/>
                  </a:moveTo>
                  <a:cubicBezTo>
                    <a:pt x="465" y="1"/>
                    <a:pt x="0" y="453"/>
                    <a:pt x="0" y="1013"/>
                  </a:cubicBezTo>
                  <a:cubicBezTo>
                    <a:pt x="12" y="1573"/>
                    <a:pt x="465" y="2025"/>
                    <a:pt x="1012" y="2025"/>
                  </a:cubicBezTo>
                  <a:lnTo>
                    <a:pt x="99668" y="2025"/>
                  </a:lnTo>
                  <a:cubicBezTo>
                    <a:pt x="100227" y="2025"/>
                    <a:pt x="100680" y="1573"/>
                    <a:pt x="100680" y="1013"/>
                  </a:cubicBezTo>
                  <a:cubicBezTo>
                    <a:pt x="100680" y="453"/>
                    <a:pt x="100227" y="1"/>
                    <a:pt x="99668" y="1"/>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21" name="Google Shape;521;p32"/>
            <p:cNvSpPr/>
            <p:nvPr/>
          </p:nvSpPr>
          <p:spPr>
            <a:xfrm>
              <a:off x="5196511" y="3625378"/>
              <a:ext cx="2498010" cy="20533"/>
            </a:xfrm>
            <a:custGeom>
              <a:avLst/>
              <a:gdLst/>
              <a:ahLst/>
              <a:cxnLst/>
              <a:rect l="l" t="t" r="r" b="b"/>
              <a:pathLst>
                <a:path w="89905" h="739" extrusionOk="0">
                  <a:moveTo>
                    <a:pt x="369" y="1"/>
                  </a:moveTo>
                  <a:cubicBezTo>
                    <a:pt x="155" y="1"/>
                    <a:pt x="0" y="167"/>
                    <a:pt x="0" y="370"/>
                  </a:cubicBezTo>
                  <a:cubicBezTo>
                    <a:pt x="0" y="572"/>
                    <a:pt x="155" y="739"/>
                    <a:pt x="369" y="739"/>
                  </a:cubicBezTo>
                  <a:lnTo>
                    <a:pt x="89535" y="739"/>
                  </a:lnTo>
                  <a:cubicBezTo>
                    <a:pt x="89737" y="739"/>
                    <a:pt x="89904" y="572"/>
                    <a:pt x="89904" y="370"/>
                  </a:cubicBezTo>
                  <a:cubicBezTo>
                    <a:pt x="89904" y="167"/>
                    <a:pt x="89737" y="1"/>
                    <a:pt x="89535"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22" name="Google Shape;522;p32"/>
            <p:cNvSpPr/>
            <p:nvPr/>
          </p:nvSpPr>
          <p:spPr>
            <a:xfrm>
              <a:off x="5068817" y="3882406"/>
              <a:ext cx="2750409" cy="47012"/>
            </a:xfrm>
            <a:custGeom>
              <a:avLst/>
              <a:gdLst/>
              <a:ahLst/>
              <a:cxnLst/>
              <a:rect l="l" t="t" r="r" b="b"/>
              <a:pathLst>
                <a:path w="98989" h="1692" extrusionOk="0">
                  <a:moveTo>
                    <a:pt x="0" y="1"/>
                  </a:moveTo>
                  <a:lnTo>
                    <a:pt x="0" y="1692"/>
                  </a:lnTo>
                  <a:lnTo>
                    <a:pt x="98989" y="1692"/>
                  </a:lnTo>
                  <a:lnTo>
                    <a:pt x="98989" y="1"/>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23" name="Google Shape;523;p32"/>
            <p:cNvSpPr/>
            <p:nvPr/>
          </p:nvSpPr>
          <p:spPr>
            <a:xfrm>
              <a:off x="5283168" y="3511576"/>
              <a:ext cx="809544" cy="113835"/>
            </a:xfrm>
            <a:custGeom>
              <a:avLst/>
              <a:gdLst/>
              <a:ahLst/>
              <a:cxnLst/>
              <a:rect l="l" t="t" r="r" b="b"/>
              <a:pathLst>
                <a:path w="29136" h="4097" extrusionOk="0">
                  <a:moveTo>
                    <a:pt x="0" y="1"/>
                  </a:moveTo>
                  <a:lnTo>
                    <a:pt x="0" y="4097"/>
                  </a:lnTo>
                  <a:lnTo>
                    <a:pt x="29135" y="4097"/>
                  </a:lnTo>
                  <a:lnTo>
                    <a:pt x="29135"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24" name="Google Shape;524;p32"/>
            <p:cNvSpPr/>
            <p:nvPr/>
          </p:nvSpPr>
          <p:spPr>
            <a:xfrm>
              <a:off x="6810461" y="3511576"/>
              <a:ext cx="809877" cy="113835"/>
            </a:xfrm>
            <a:custGeom>
              <a:avLst/>
              <a:gdLst/>
              <a:ahLst/>
              <a:cxnLst/>
              <a:rect l="l" t="t" r="r" b="b"/>
              <a:pathLst>
                <a:path w="29148" h="4097" extrusionOk="0">
                  <a:moveTo>
                    <a:pt x="1" y="1"/>
                  </a:moveTo>
                  <a:lnTo>
                    <a:pt x="1" y="4097"/>
                  </a:lnTo>
                  <a:lnTo>
                    <a:pt x="29147" y="4097"/>
                  </a:lnTo>
                  <a:lnTo>
                    <a:pt x="29147"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25" name="Google Shape;525;p32"/>
            <p:cNvSpPr/>
            <p:nvPr/>
          </p:nvSpPr>
          <p:spPr>
            <a:xfrm>
              <a:off x="5260330" y="3494378"/>
              <a:ext cx="870087" cy="17254"/>
            </a:xfrm>
            <a:custGeom>
              <a:avLst/>
              <a:gdLst/>
              <a:ahLst/>
              <a:cxnLst/>
              <a:rect l="l" t="t" r="r" b="b"/>
              <a:pathLst>
                <a:path w="31315" h="621" extrusionOk="0">
                  <a:moveTo>
                    <a:pt x="31025" y="0"/>
                  </a:moveTo>
                  <a:cubicBezTo>
                    <a:pt x="31019" y="0"/>
                    <a:pt x="31012" y="0"/>
                    <a:pt x="31005" y="1"/>
                  </a:cubicBezTo>
                  <a:lnTo>
                    <a:pt x="322" y="1"/>
                  </a:lnTo>
                  <a:cubicBezTo>
                    <a:pt x="144" y="1"/>
                    <a:pt x="1" y="132"/>
                    <a:pt x="1" y="310"/>
                  </a:cubicBezTo>
                  <a:cubicBezTo>
                    <a:pt x="1" y="482"/>
                    <a:pt x="133" y="621"/>
                    <a:pt x="302" y="621"/>
                  </a:cubicBezTo>
                  <a:cubicBezTo>
                    <a:pt x="308" y="621"/>
                    <a:pt x="315" y="620"/>
                    <a:pt x="322" y="620"/>
                  </a:cubicBezTo>
                  <a:lnTo>
                    <a:pt x="31005" y="620"/>
                  </a:lnTo>
                  <a:cubicBezTo>
                    <a:pt x="31183" y="620"/>
                    <a:pt x="31314" y="489"/>
                    <a:pt x="31314" y="310"/>
                  </a:cubicBezTo>
                  <a:cubicBezTo>
                    <a:pt x="31314" y="139"/>
                    <a:pt x="31193" y="0"/>
                    <a:pt x="31025"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26" name="Google Shape;526;p32"/>
            <p:cNvSpPr/>
            <p:nvPr/>
          </p:nvSpPr>
          <p:spPr>
            <a:xfrm>
              <a:off x="6780372" y="3494378"/>
              <a:ext cx="870059" cy="17227"/>
            </a:xfrm>
            <a:custGeom>
              <a:avLst/>
              <a:gdLst/>
              <a:ahLst/>
              <a:cxnLst/>
              <a:rect l="l" t="t" r="r" b="b"/>
              <a:pathLst>
                <a:path w="31314" h="620" extrusionOk="0">
                  <a:moveTo>
                    <a:pt x="301" y="0"/>
                  </a:moveTo>
                  <a:cubicBezTo>
                    <a:pt x="132" y="0"/>
                    <a:pt x="0" y="139"/>
                    <a:pt x="0" y="310"/>
                  </a:cubicBezTo>
                  <a:cubicBezTo>
                    <a:pt x="0" y="489"/>
                    <a:pt x="143" y="620"/>
                    <a:pt x="322" y="620"/>
                  </a:cubicBezTo>
                  <a:lnTo>
                    <a:pt x="31004" y="620"/>
                  </a:lnTo>
                  <a:cubicBezTo>
                    <a:pt x="31171" y="620"/>
                    <a:pt x="31314" y="489"/>
                    <a:pt x="31314" y="310"/>
                  </a:cubicBezTo>
                  <a:cubicBezTo>
                    <a:pt x="31314" y="132"/>
                    <a:pt x="31171" y="1"/>
                    <a:pt x="31004" y="1"/>
                  </a:cubicBezTo>
                  <a:lnTo>
                    <a:pt x="322" y="1"/>
                  </a:lnTo>
                  <a:cubicBezTo>
                    <a:pt x="315" y="0"/>
                    <a:pt x="308" y="0"/>
                    <a:pt x="301"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27" name="Google Shape;527;p32"/>
            <p:cNvSpPr/>
            <p:nvPr/>
          </p:nvSpPr>
          <p:spPr>
            <a:xfrm>
              <a:off x="6092644" y="3484459"/>
              <a:ext cx="717881" cy="140953"/>
            </a:xfrm>
            <a:custGeom>
              <a:avLst/>
              <a:gdLst/>
              <a:ahLst/>
              <a:cxnLst/>
              <a:rect l="l" t="t" r="r" b="b"/>
              <a:pathLst>
                <a:path w="25837" h="5073" extrusionOk="0">
                  <a:moveTo>
                    <a:pt x="0" y="1"/>
                  </a:moveTo>
                  <a:lnTo>
                    <a:pt x="0" y="5073"/>
                  </a:lnTo>
                  <a:lnTo>
                    <a:pt x="25837" y="5073"/>
                  </a:lnTo>
                  <a:lnTo>
                    <a:pt x="25837" y="1"/>
                  </a:ln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28" name="Google Shape;528;p32"/>
            <p:cNvSpPr/>
            <p:nvPr/>
          </p:nvSpPr>
          <p:spPr>
            <a:xfrm>
              <a:off x="6064193" y="3439810"/>
              <a:ext cx="800597" cy="44678"/>
            </a:xfrm>
            <a:custGeom>
              <a:avLst/>
              <a:gdLst/>
              <a:ahLst/>
              <a:cxnLst/>
              <a:rect l="l" t="t" r="r" b="b"/>
              <a:pathLst>
                <a:path w="28814" h="1608" extrusionOk="0">
                  <a:moveTo>
                    <a:pt x="810" y="0"/>
                  </a:moveTo>
                  <a:cubicBezTo>
                    <a:pt x="357" y="0"/>
                    <a:pt x="0" y="358"/>
                    <a:pt x="0" y="798"/>
                  </a:cubicBezTo>
                  <a:cubicBezTo>
                    <a:pt x="0" y="1239"/>
                    <a:pt x="357" y="1608"/>
                    <a:pt x="810" y="1608"/>
                  </a:cubicBezTo>
                  <a:lnTo>
                    <a:pt x="28016" y="1608"/>
                  </a:lnTo>
                  <a:cubicBezTo>
                    <a:pt x="28456" y="1608"/>
                    <a:pt x="28813" y="1250"/>
                    <a:pt x="28813" y="798"/>
                  </a:cubicBezTo>
                  <a:lnTo>
                    <a:pt x="28801" y="798"/>
                  </a:lnTo>
                  <a:cubicBezTo>
                    <a:pt x="28813" y="358"/>
                    <a:pt x="28444" y="0"/>
                    <a:pt x="28004"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29" name="Google Shape;529;p32"/>
            <p:cNvSpPr/>
            <p:nvPr/>
          </p:nvSpPr>
          <p:spPr>
            <a:xfrm>
              <a:off x="5087321" y="4981671"/>
              <a:ext cx="299439" cy="34426"/>
            </a:xfrm>
            <a:custGeom>
              <a:avLst/>
              <a:gdLst/>
              <a:ahLst/>
              <a:cxnLst/>
              <a:rect l="l" t="t" r="r" b="b"/>
              <a:pathLst>
                <a:path w="10777" h="1239" extrusionOk="0">
                  <a:moveTo>
                    <a:pt x="620" y="0"/>
                  </a:moveTo>
                  <a:cubicBezTo>
                    <a:pt x="275" y="0"/>
                    <a:pt x="1" y="274"/>
                    <a:pt x="1" y="619"/>
                  </a:cubicBezTo>
                  <a:cubicBezTo>
                    <a:pt x="1" y="965"/>
                    <a:pt x="275" y="1239"/>
                    <a:pt x="620" y="1239"/>
                  </a:cubicBezTo>
                  <a:lnTo>
                    <a:pt x="10157" y="1239"/>
                  </a:lnTo>
                  <a:cubicBezTo>
                    <a:pt x="10502" y="1239"/>
                    <a:pt x="10776" y="965"/>
                    <a:pt x="10776" y="619"/>
                  </a:cubicBezTo>
                  <a:cubicBezTo>
                    <a:pt x="10776" y="274"/>
                    <a:pt x="10502" y="0"/>
                    <a:pt x="10157"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30" name="Google Shape;530;p32"/>
            <p:cNvSpPr/>
            <p:nvPr/>
          </p:nvSpPr>
          <p:spPr>
            <a:xfrm>
              <a:off x="5545834" y="4983311"/>
              <a:ext cx="299745" cy="34759"/>
            </a:xfrm>
            <a:custGeom>
              <a:avLst/>
              <a:gdLst/>
              <a:ahLst/>
              <a:cxnLst/>
              <a:rect l="l" t="t" r="r" b="b"/>
              <a:pathLst>
                <a:path w="10788" h="1251" extrusionOk="0">
                  <a:moveTo>
                    <a:pt x="631" y="1"/>
                  </a:moveTo>
                  <a:cubicBezTo>
                    <a:pt x="286" y="1"/>
                    <a:pt x="12" y="287"/>
                    <a:pt x="12" y="632"/>
                  </a:cubicBezTo>
                  <a:cubicBezTo>
                    <a:pt x="0" y="965"/>
                    <a:pt x="286" y="1251"/>
                    <a:pt x="631" y="1251"/>
                  </a:cubicBezTo>
                  <a:lnTo>
                    <a:pt x="10168" y="1251"/>
                  </a:lnTo>
                  <a:cubicBezTo>
                    <a:pt x="10513" y="1251"/>
                    <a:pt x="10787" y="965"/>
                    <a:pt x="10787" y="632"/>
                  </a:cubicBezTo>
                  <a:cubicBezTo>
                    <a:pt x="10787" y="287"/>
                    <a:pt x="10513" y="1"/>
                    <a:pt x="10168"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31" name="Google Shape;531;p32"/>
            <p:cNvSpPr/>
            <p:nvPr/>
          </p:nvSpPr>
          <p:spPr>
            <a:xfrm>
              <a:off x="5958671" y="4983311"/>
              <a:ext cx="299745" cy="34759"/>
            </a:xfrm>
            <a:custGeom>
              <a:avLst/>
              <a:gdLst/>
              <a:ahLst/>
              <a:cxnLst/>
              <a:rect l="l" t="t" r="r" b="b"/>
              <a:pathLst>
                <a:path w="10788" h="1251" extrusionOk="0">
                  <a:moveTo>
                    <a:pt x="619" y="1"/>
                  </a:moveTo>
                  <a:cubicBezTo>
                    <a:pt x="274" y="1"/>
                    <a:pt x="0" y="287"/>
                    <a:pt x="0" y="632"/>
                  </a:cubicBezTo>
                  <a:cubicBezTo>
                    <a:pt x="0" y="965"/>
                    <a:pt x="274" y="1251"/>
                    <a:pt x="619" y="1251"/>
                  </a:cubicBezTo>
                  <a:lnTo>
                    <a:pt x="10168" y="1251"/>
                  </a:lnTo>
                  <a:cubicBezTo>
                    <a:pt x="10501" y="1251"/>
                    <a:pt x="10787" y="965"/>
                    <a:pt x="10787" y="632"/>
                  </a:cubicBezTo>
                  <a:cubicBezTo>
                    <a:pt x="10787" y="287"/>
                    <a:pt x="10501" y="1"/>
                    <a:pt x="10168"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32" name="Google Shape;532;p32"/>
            <p:cNvSpPr/>
            <p:nvPr/>
          </p:nvSpPr>
          <p:spPr>
            <a:xfrm>
              <a:off x="6609002" y="4983311"/>
              <a:ext cx="299745" cy="34759"/>
            </a:xfrm>
            <a:custGeom>
              <a:avLst/>
              <a:gdLst/>
              <a:ahLst/>
              <a:cxnLst/>
              <a:rect l="l" t="t" r="r" b="b"/>
              <a:pathLst>
                <a:path w="10788" h="1251" extrusionOk="0">
                  <a:moveTo>
                    <a:pt x="632" y="1"/>
                  </a:moveTo>
                  <a:cubicBezTo>
                    <a:pt x="286" y="1"/>
                    <a:pt x="1" y="287"/>
                    <a:pt x="13" y="632"/>
                  </a:cubicBezTo>
                  <a:cubicBezTo>
                    <a:pt x="13" y="965"/>
                    <a:pt x="286" y="1251"/>
                    <a:pt x="632" y="1251"/>
                  </a:cubicBezTo>
                  <a:lnTo>
                    <a:pt x="10169" y="1251"/>
                  </a:lnTo>
                  <a:cubicBezTo>
                    <a:pt x="10514" y="1251"/>
                    <a:pt x="10788" y="965"/>
                    <a:pt x="10788" y="632"/>
                  </a:cubicBezTo>
                  <a:cubicBezTo>
                    <a:pt x="10788" y="287"/>
                    <a:pt x="10514" y="1"/>
                    <a:pt x="10169"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33" name="Google Shape;533;p32"/>
            <p:cNvSpPr/>
            <p:nvPr/>
          </p:nvSpPr>
          <p:spPr>
            <a:xfrm>
              <a:off x="7021839" y="4983311"/>
              <a:ext cx="299745" cy="34759"/>
            </a:xfrm>
            <a:custGeom>
              <a:avLst/>
              <a:gdLst/>
              <a:ahLst/>
              <a:cxnLst/>
              <a:rect l="l" t="t" r="r" b="b"/>
              <a:pathLst>
                <a:path w="10788" h="1251" extrusionOk="0">
                  <a:moveTo>
                    <a:pt x="620" y="1"/>
                  </a:moveTo>
                  <a:cubicBezTo>
                    <a:pt x="275" y="1"/>
                    <a:pt x="1" y="287"/>
                    <a:pt x="1" y="632"/>
                  </a:cubicBezTo>
                  <a:cubicBezTo>
                    <a:pt x="1" y="965"/>
                    <a:pt x="275" y="1251"/>
                    <a:pt x="620" y="1251"/>
                  </a:cubicBezTo>
                  <a:lnTo>
                    <a:pt x="10157" y="1251"/>
                  </a:lnTo>
                  <a:cubicBezTo>
                    <a:pt x="10502" y="1251"/>
                    <a:pt x="10788" y="965"/>
                    <a:pt x="10788" y="632"/>
                  </a:cubicBezTo>
                  <a:cubicBezTo>
                    <a:pt x="10788" y="287"/>
                    <a:pt x="10502" y="1"/>
                    <a:pt x="10157"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34" name="Google Shape;534;p32"/>
            <p:cNvSpPr/>
            <p:nvPr/>
          </p:nvSpPr>
          <p:spPr>
            <a:xfrm>
              <a:off x="7436677" y="4983311"/>
              <a:ext cx="299745" cy="34759"/>
            </a:xfrm>
            <a:custGeom>
              <a:avLst/>
              <a:gdLst/>
              <a:ahLst/>
              <a:cxnLst/>
              <a:rect l="l" t="t" r="r" b="b"/>
              <a:pathLst>
                <a:path w="10788" h="1251" extrusionOk="0">
                  <a:moveTo>
                    <a:pt x="619" y="1"/>
                  </a:moveTo>
                  <a:cubicBezTo>
                    <a:pt x="274" y="1"/>
                    <a:pt x="0" y="287"/>
                    <a:pt x="0" y="632"/>
                  </a:cubicBezTo>
                  <a:cubicBezTo>
                    <a:pt x="0" y="965"/>
                    <a:pt x="274" y="1251"/>
                    <a:pt x="619" y="1251"/>
                  </a:cubicBezTo>
                  <a:lnTo>
                    <a:pt x="10156" y="1251"/>
                  </a:lnTo>
                  <a:cubicBezTo>
                    <a:pt x="10501" y="1251"/>
                    <a:pt x="10787" y="965"/>
                    <a:pt x="10787" y="632"/>
                  </a:cubicBezTo>
                  <a:cubicBezTo>
                    <a:pt x="10787" y="287"/>
                    <a:pt x="10501" y="1"/>
                    <a:pt x="10156"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35" name="Google Shape;535;p32"/>
            <p:cNvSpPr/>
            <p:nvPr/>
          </p:nvSpPr>
          <p:spPr>
            <a:xfrm>
              <a:off x="6173689" y="3290612"/>
              <a:ext cx="25479" cy="146594"/>
            </a:xfrm>
            <a:custGeom>
              <a:avLst/>
              <a:gdLst/>
              <a:ahLst/>
              <a:cxnLst/>
              <a:rect l="l" t="t" r="r" b="b"/>
              <a:pathLst>
                <a:path w="917" h="5276" extrusionOk="0">
                  <a:moveTo>
                    <a:pt x="464" y="1"/>
                  </a:moveTo>
                  <a:cubicBezTo>
                    <a:pt x="202" y="1"/>
                    <a:pt x="0" y="203"/>
                    <a:pt x="0" y="453"/>
                  </a:cubicBezTo>
                  <a:lnTo>
                    <a:pt x="0" y="4823"/>
                  </a:lnTo>
                  <a:cubicBezTo>
                    <a:pt x="0" y="5073"/>
                    <a:pt x="202" y="5275"/>
                    <a:pt x="464" y="5275"/>
                  </a:cubicBezTo>
                  <a:cubicBezTo>
                    <a:pt x="714" y="5275"/>
                    <a:pt x="917" y="5073"/>
                    <a:pt x="917" y="4823"/>
                  </a:cubicBezTo>
                  <a:lnTo>
                    <a:pt x="917" y="453"/>
                  </a:lnTo>
                  <a:cubicBezTo>
                    <a:pt x="917" y="203"/>
                    <a:pt x="714" y="1"/>
                    <a:pt x="464" y="1"/>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36" name="Google Shape;536;p32"/>
            <p:cNvSpPr/>
            <p:nvPr/>
          </p:nvSpPr>
          <p:spPr>
            <a:xfrm>
              <a:off x="6159463" y="3154666"/>
              <a:ext cx="85022" cy="178324"/>
            </a:xfrm>
            <a:custGeom>
              <a:avLst/>
              <a:gdLst/>
              <a:ahLst/>
              <a:cxnLst/>
              <a:rect l="l" t="t" r="r" b="b"/>
              <a:pathLst>
                <a:path w="3060" h="6418" extrusionOk="0">
                  <a:moveTo>
                    <a:pt x="1536" y="0"/>
                  </a:moveTo>
                  <a:cubicBezTo>
                    <a:pt x="691" y="0"/>
                    <a:pt x="0" y="691"/>
                    <a:pt x="0" y="1536"/>
                  </a:cubicBezTo>
                  <a:lnTo>
                    <a:pt x="0" y="4882"/>
                  </a:lnTo>
                  <a:cubicBezTo>
                    <a:pt x="0" y="5727"/>
                    <a:pt x="691" y="6418"/>
                    <a:pt x="1536" y="6418"/>
                  </a:cubicBezTo>
                  <a:cubicBezTo>
                    <a:pt x="2369" y="6418"/>
                    <a:pt x="3060" y="5727"/>
                    <a:pt x="3060" y="4882"/>
                  </a:cubicBezTo>
                  <a:lnTo>
                    <a:pt x="3060" y="1536"/>
                  </a:lnTo>
                  <a:cubicBezTo>
                    <a:pt x="3060" y="691"/>
                    <a:pt x="2369" y="0"/>
                    <a:pt x="1536"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37" name="Google Shape;537;p32"/>
            <p:cNvSpPr/>
            <p:nvPr/>
          </p:nvSpPr>
          <p:spPr>
            <a:xfrm>
              <a:off x="6171688" y="3084539"/>
              <a:ext cx="55264" cy="106194"/>
            </a:xfrm>
            <a:custGeom>
              <a:avLst/>
              <a:gdLst/>
              <a:ahLst/>
              <a:cxnLst/>
              <a:rect l="l" t="t" r="r" b="b"/>
              <a:pathLst>
                <a:path w="1989" h="3822" extrusionOk="0">
                  <a:moveTo>
                    <a:pt x="989" y="0"/>
                  </a:moveTo>
                  <a:cubicBezTo>
                    <a:pt x="441" y="0"/>
                    <a:pt x="1" y="857"/>
                    <a:pt x="1" y="1905"/>
                  </a:cubicBezTo>
                  <a:cubicBezTo>
                    <a:pt x="1" y="2965"/>
                    <a:pt x="441" y="3822"/>
                    <a:pt x="989" y="3822"/>
                  </a:cubicBezTo>
                  <a:cubicBezTo>
                    <a:pt x="1537" y="3822"/>
                    <a:pt x="1989" y="2965"/>
                    <a:pt x="1989" y="1905"/>
                  </a:cubicBezTo>
                  <a:cubicBezTo>
                    <a:pt x="1989" y="857"/>
                    <a:pt x="1537" y="0"/>
                    <a:pt x="989"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38" name="Google Shape;538;p32"/>
            <p:cNvSpPr/>
            <p:nvPr/>
          </p:nvSpPr>
          <p:spPr>
            <a:xfrm>
              <a:off x="6184913" y="3084539"/>
              <a:ext cx="42039" cy="80743"/>
            </a:xfrm>
            <a:custGeom>
              <a:avLst/>
              <a:gdLst/>
              <a:ahLst/>
              <a:cxnLst/>
              <a:rect l="l" t="t" r="r" b="b"/>
              <a:pathLst>
                <a:path w="1513" h="2906" extrusionOk="0">
                  <a:moveTo>
                    <a:pt x="763" y="0"/>
                  </a:moveTo>
                  <a:cubicBezTo>
                    <a:pt x="346" y="0"/>
                    <a:pt x="1" y="643"/>
                    <a:pt x="1" y="1453"/>
                  </a:cubicBezTo>
                  <a:cubicBezTo>
                    <a:pt x="1" y="2250"/>
                    <a:pt x="346" y="2905"/>
                    <a:pt x="763" y="2905"/>
                  </a:cubicBezTo>
                  <a:cubicBezTo>
                    <a:pt x="1180" y="2905"/>
                    <a:pt x="1513" y="2250"/>
                    <a:pt x="1513" y="1453"/>
                  </a:cubicBezTo>
                  <a:cubicBezTo>
                    <a:pt x="1513" y="643"/>
                    <a:pt x="1180" y="0"/>
                    <a:pt x="763"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39" name="Google Shape;539;p32"/>
            <p:cNvSpPr/>
            <p:nvPr/>
          </p:nvSpPr>
          <p:spPr>
            <a:xfrm>
              <a:off x="6210391" y="3243963"/>
              <a:ext cx="33120" cy="140314"/>
            </a:xfrm>
            <a:custGeom>
              <a:avLst/>
              <a:gdLst/>
              <a:ahLst/>
              <a:cxnLst/>
              <a:rect l="l" t="t" r="r" b="b"/>
              <a:pathLst>
                <a:path w="1192" h="5050" extrusionOk="0">
                  <a:moveTo>
                    <a:pt x="596" y="1"/>
                  </a:moveTo>
                  <a:cubicBezTo>
                    <a:pt x="275" y="1"/>
                    <a:pt x="1" y="263"/>
                    <a:pt x="1" y="596"/>
                  </a:cubicBezTo>
                  <a:lnTo>
                    <a:pt x="1" y="4454"/>
                  </a:lnTo>
                  <a:cubicBezTo>
                    <a:pt x="1" y="4787"/>
                    <a:pt x="275" y="5049"/>
                    <a:pt x="596" y="5049"/>
                  </a:cubicBezTo>
                  <a:cubicBezTo>
                    <a:pt x="929" y="5049"/>
                    <a:pt x="1191" y="4787"/>
                    <a:pt x="1191" y="4454"/>
                  </a:cubicBezTo>
                  <a:lnTo>
                    <a:pt x="1191" y="596"/>
                  </a:lnTo>
                  <a:cubicBezTo>
                    <a:pt x="1191" y="263"/>
                    <a:pt x="929" y="1"/>
                    <a:pt x="596"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40" name="Google Shape;540;p32"/>
            <p:cNvSpPr/>
            <p:nvPr/>
          </p:nvSpPr>
          <p:spPr>
            <a:xfrm>
              <a:off x="6295075" y="3290612"/>
              <a:ext cx="25507" cy="146594"/>
            </a:xfrm>
            <a:custGeom>
              <a:avLst/>
              <a:gdLst/>
              <a:ahLst/>
              <a:cxnLst/>
              <a:rect l="l" t="t" r="r" b="b"/>
              <a:pathLst>
                <a:path w="918" h="5276" extrusionOk="0">
                  <a:moveTo>
                    <a:pt x="453" y="1"/>
                  </a:moveTo>
                  <a:cubicBezTo>
                    <a:pt x="203" y="1"/>
                    <a:pt x="1" y="203"/>
                    <a:pt x="1" y="453"/>
                  </a:cubicBezTo>
                  <a:lnTo>
                    <a:pt x="1" y="4823"/>
                  </a:lnTo>
                  <a:cubicBezTo>
                    <a:pt x="1" y="5073"/>
                    <a:pt x="203" y="5275"/>
                    <a:pt x="453" y="5275"/>
                  </a:cubicBezTo>
                  <a:cubicBezTo>
                    <a:pt x="703" y="5275"/>
                    <a:pt x="917" y="5073"/>
                    <a:pt x="917" y="4823"/>
                  </a:cubicBezTo>
                  <a:lnTo>
                    <a:pt x="917" y="453"/>
                  </a:lnTo>
                  <a:cubicBezTo>
                    <a:pt x="917" y="203"/>
                    <a:pt x="703" y="1"/>
                    <a:pt x="453" y="1"/>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41" name="Google Shape;541;p32"/>
            <p:cNvSpPr/>
            <p:nvPr/>
          </p:nvSpPr>
          <p:spPr>
            <a:xfrm>
              <a:off x="6280517" y="3154666"/>
              <a:ext cx="85383" cy="178324"/>
            </a:xfrm>
            <a:custGeom>
              <a:avLst/>
              <a:gdLst/>
              <a:ahLst/>
              <a:cxnLst/>
              <a:rect l="l" t="t" r="r" b="b"/>
              <a:pathLst>
                <a:path w="3073" h="6418" extrusionOk="0">
                  <a:moveTo>
                    <a:pt x="1537" y="0"/>
                  </a:moveTo>
                  <a:cubicBezTo>
                    <a:pt x="691" y="0"/>
                    <a:pt x="1" y="691"/>
                    <a:pt x="1" y="1536"/>
                  </a:cubicBezTo>
                  <a:lnTo>
                    <a:pt x="1" y="4882"/>
                  </a:lnTo>
                  <a:cubicBezTo>
                    <a:pt x="1" y="5727"/>
                    <a:pt x="691" y="6418"/>
                    <a:pt x="1537" y="6418"/>
                  </a:cubicBezTo>
                  <a:cubicBezTo>
                    <a:pt x="2382" y="6418"/>
                    <a:pt x="3073" y="5739"/>
                    <a:pt x="3073" y="4882"/>
                  </a:cubicBezTo>
                  <a:lnTo>
                    <a:pt x="3061" y="1536"/>
                  </a:lnTo>
                  <a:cubicBezTo>
                    <a:pt x="3061" y="691"/>
                    <a:pt x="2370" y="0"/>
                    <a:pt x="1537"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42" name="Google Shape;542;p32"/>
            <p:cNvSpPr/>
            <p:nvPr/>
          </p:nvSpPr>
          <p:spPr>
            <a:xfrm>
              <a:off x="6292769" y="3084539"/>
              <a:ext cx="55264" cy="106194"/>
            </a:xfrm>
            <a:custGeom>
              <a:avLst/>
              <a:gdLst/>
              <a:ahLst/>
              <a:cxnLst/>
              <a:rect l="l" t="t" r="r" b="b"/>
              <a:pathLst>
                <a:path w="1989" h="3822" extrusionOk="0">
                  <a:moveTo>
                    <a:pt x="1000" y="0"/>
                  </a:moveTo>
                  <a:cubicBezTo>
                    <a:pt x="453" y="0"/>
                    <a:pt x="0" y="857"/>
                    <a:pt x="0" y="1905"/>
                  </a:cubicBezTo>
                  <a:cubicBezTo>
                    <a:pt x="0" y="2965"/>
                    <a:pt x="453" y="3822"/>
                    <a:pt x="1000" y="3822"/>
                  </a:cubicBezTo>
                  <a:cubicBezTo>
                    <a:pt x="1548" y="3822"/>
                    <a:pt x="1989" y="2965"/>
                    <a:pt x="1989" y="1905"/>
                  </a:cubicBezTo>
                  <a:cubicBezTo>
                    <a:pt x="1989" y="857"/>
                    <a:pt x="1548" y="0"/>
                    <a:pt x="1000"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43" name="Google Shape;543;p32"/>
            <p:cNvSpPr/>
            <p:nvPr/>
          </p:nvSpPr>
          <p:spPr>
            <a:xfrm>
              <a:off x="6306328" y="3084539"/>
              <a:ext cx="41705" cy="80743"/>
            </a:xfrm>
            <a:custGeom>
              <a:avLst/>
              <a:gdLst/>
              <a:ahLst/>
              <a:cxnLst/>
              <a:rect l="l" t="t" r="r" b="b"/>
              <a:pathLst>
                <a:path w="1501" h="2906" extrusionOk="0">
                  <a:moveTo>
                    <a:pt x="751" y="0"/>
                  </a:moveTo>
                  <a:cubicBezTo>
                    <a:pt x="334" y="0"/>
                    <a:pt x="0" y="643"/>
                    <a:pt x="0" y="1453"/>
                  </a:cubicBezTo>
                  <a:cubicBezTo>
                    <a:pt x="0" y="2250"/>
                    <a:pt x="334" y="2905"/>
                    <a:pt x="751" y="2905"/>
                  </a:cubicBezTo>
                  <a:cubicBezTo>
                    <a:pt x="1167" y="2905"/>
                    <a:pt x="1501" y="2250"/>
                    <a:pt x="1501" y="1453"/>
                  </a:cubicBezTo>
                  <a:cubicBezTo>
                    <a:pt x="1501" y="643"/>
                    <a:pt x="1167" y="0"/>
                    <a:pt x="751"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44" name="Google Shape;544;p32"/>
            <p:cNvSpPr/>
            <p:nvPr/>
          </p:nvSpPr>
          <p:spPr>
            <a:xfrm>
              <a:off x="6331805" y="3243963"/>
              <a:ext cx="33092" cy="140314"/>
            </a:xfrm>
            <a:custGeom>
              <a:avLst/>
              <a:gdLst/>
              <a:ahLst/>
              <a:cxnLst/>
              <a:rect l="l" t="t" r="r" b="b"/>
              <a:pathLst>
                <a:path w="1191" h="5050" extrusionOk="0">
                  <a:moveTo>
                    <a:pt x="596" y="1"/>
                  </a:moveTo>
                  <a:cubicBezTo>
                    <a:pt x="262" y="1"/>
                    <a:pt x="0" y="263"/>
                    <a:pt x="0" y="596"/>
                  </a:cubicBezTo>
                  <a:lnTo>
                    <a:pt x="0" y="4454"/>
                  </a:lnTo>
                  <a:cubicBezTo>
                    <a:pt x="0" y="4787"/>
                    <a:pt x="262" y="5049"/>
                    <a:pt x="596" y="5049"/>
                  </a:cubicBezTo>
                  <a:cubicBezTo>
                    <a:pt x="917" y="5049"/>
                    <a:pt x="1191" y="4787"/>
                    <a:pt x="1191" y="4454"/>
                  </a:cubicBezTo>
                  <a:lnTo>
                    <a:pt x="1191" y="596"/>
                  </a:lnTo>
                  <a:cubicBezTo>
                    <a:pt x="1191" y="263"/>
                    <a:pt x="917" y="1"/>
                    <a:pt x="596"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45" name="Google Shape;545;p32"/>
            <p:cNvSpPr/>
            <p:nvPr/>
          </p:nvSpPr>
          <p:spPr>
            <a:xfrm>
              <a:off x="6729083" y="3290612"/>
              <a:ext cx="25507" cy="146594"/>
            </a:xfrm>
            <a:custGeom>
              <a:avLst/>
              <a:gdLst/>
              <a:ahLst/>
              <a:cxnLst/>
              <a:rect l="l" t="t" r="r" b="b"/>
              <a:pathLst>
                <a:path w="918" h="5276" extrusionOk="0">
                  <a:moveTo>
                    <a:pt x="453" y="1"/>
                  </a:moveTo>
                  <a:cubicBezTo>
                    <a:pt x="203" y="1"/>
                    <a:pt x="1" y="203"/>
                    <a:pt x="1" y="453"/>
                  </a:cubicBezTo>
                  <a:lnTo>
                    <a:pt x="1" y="4823"/>
                  </a:lnTo>
                  <a:cubicBezTo>
                    <a:pt x="1" y="5073"/>
                    <a:pt x="203" y="5275"/>
                    <a:pt x="453" y="5275"/>
                  </a:cubicBezTo>
                  <a:cubicBezTo>
                    <a:pt x="703" y="5275"/>
                    <a:pt x="917" y="5073"/>
                    <a:pt x="917" y="4823"/>
                  </a:cubicBezTo>
                  <a:lnTo>
                    <a:pt x="917" y="453"/>
                  </a:lnTo>
                  <a:cubicBezTo>
                    <a:pt x="917" y="203"/>
                    <a:pt x="703" y="1"/>
                    <a:pt x="453" y="1"/>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46" name="Google Shape;546;p32"/>
            <p:cNvSpPr/>
            <p:nvPr/>
          </p:nvSpPr>
          <p:spPr>
            <a:xfrm>
              <a:off x="6683768" y="3154666"/>
              <a:ext cx="85050" cy="178324"/>
            </a:xfrm>
            <a:custGeom>
              <a:avLst/>
              <a:gdLst/>
              <a:ahLst/>
              <a:cxnLst/>
              <a:rect l="l" t="t" r="r" b="b"/>
              <a:pathLst>
                <a:path w="3061" h="6418" extrusionOk="0">
                  <a:moveTo>
                    <a:pt x="1525" y="0"/>
                  </a:moveTo>
                  <a:cubicBezTo>
                    <a:pt x="679" y="0"/>
                    <a:pt x="1" y="691"/>
                    <a:pt x="1" y="1536"/>
                  </a:cubicBezTo>
                  <a:lnTo>
                    <a:pt x="1" y="4882"/>
                  </a:lnTo>
                  <a:cubicBezTo>
                    <a:pt x="1" y="5727"/>
                    <a:pt x="679" y="6418"/>
                    <a:pt x="1525" y="6418"/>
                  </a:cubicBezTo>
                  <a:cubicBezTo>
                    <a:pt x="2370" y="6418"/>
                    <a:pt x="3060" y="5727"/>
                    <a:pt x="3060" y="4882"/>
                  </a:cubicBezTo>
                  <a:lnTo>
                    <a:pt x="3060" y="1536"/>
                  </a:lnTo>
                  <a:cubicBezTo>
                    <a:pt x="3060" y="691"/>
                    <a:pt x="2370" y="0"/>
                    <a:pt x="1525"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47" name="Google Shape;547;p32"/>
            <p:cNvSpPr/>
            <p:nvPr/>
          </p:nvSpPr>
          <p:spPr>
            <a:xfrm>
              <a:off x="6701300" y="3084539"/>
              <a:ext cx="55264" cy="106194"/>
            </a:xfrm>
            <a:custGeom>
              <a:avLst/>
              <a:gdLst/>
              <a:ahLst/>
              <a:cxnLst/>
              <a:rect l="l" t="t" r="r" b="b"/>
              <a:pathLst>
                <a:path w="1989" h="3822" extrusionOk="0">
                  <a:moveTo>
                    <a:pt x="1001" y="0"/>
                  </a:moveTo>
                  <a:cubicBezTo>
                    <a:pt x="453" y="0"/>
                    <a:pt x="1" y="857"/>
                    <a:pt x="1" y="1905"/>
                  </a:cubicBezTo>
                  <a:cubicBezTo>
                    <a:pt x="1" y="2965"/>
                    <a:pt x="453" y="3822"/>
                    <a:pt x="1001" y="3822"/>
                  </a:cubicBezTo>
                  <a:cubicBezTo>
                    <a:pt x="1536" y="3822"/>
                    <a:pt x="1989" y="2965"/>
                    <a:pt x="1989" y="1905"/>
                  </a:cubicBezTo>
                  <a:cubicBezTo>
                    <a:pt x="1989" y="857"/>
                    <a:pt x="1536" y="0"/>
                    <a:pt x="1001"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48" name="Google Shape;548;p32"/>
            <p:cNvSpPr/>
            <p:nvPr/>
          </p:nvSpPr>
          <p:spPr>
            <a:xfrm>
              <a:off x="6701300" y="3084539"/>
              <a:ext cx="42039" cy="80743"/>
            </a:xfrm>
            <a:custGeom>
              <a:avLst/>
              <a:gdLst/>
              <a:ahLst/>
              <a:cxnLst/>
              <a:rect l="l" t="t" r="r" b="b"/>
              <a:pathLst>
                <a:path w="1513" h="2906" extrusionOk="0">
                  <a:moveTo>
                    <a:pt x="751" y="0"/>
                  </a:moveTo>
                  <a:cubicBezTo>
                    <a:pt x="334" y="0"/>
                    <a:pt x="1" y="643"/>
                    <a:pt x="1" y="1453"/>
                  </a:cubicBezTo>
                  <a:cubicBezTo>
                    <a:pt x="1" y="2250"/>
                    <a:pt x="334" y="2905"/>
                    <a:pt x="751" y="2905"/>
                  </a:cubicBezTo>
                  <a:cubicBezTo>
                    <a:pt x="1167" y="2905"/>
                    <a:pt x="1513" y="2250"/>
                    <a:pt x="1513" y="1453"/>
                  </a:cubicBezTo>
                  <a:cubicBezTo>
                    <a:pt x="1513" y="643"/>
                    <a:pt x="1167" y="0"/>
                    <a:pt x="751"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49" name="Google Shape;549;p32"/>
            <p:cNvSpPr/>
            <p:nvPr/>
          </p:nvSpPr>
          <p:spPr>
            <a:xfrm>
              <a:off x="6684768" y="3243963"/>
              <a:ext cx="33092" cy="140314"/>
            </a:xfrm>
            <a:custGeom>
              <a:avLst/>
              <a:gdLst/>
              <a:ahLst/>
              <a:cxnLst/>
              <a:rect l="l" t="t" r="r" b="b"/>
              <a:pathLst>
                <a:path w="1191" h="5050" extrusionOk="0">
                  <a:moveTo>
                    <a:pt x="596" y="1"/>
                  </a:moveTo>
                  <a:cubicBezTo>
                    <a:pt x="262" y="1"/>
                    <a:pt x="0" y="263"/>
                    <a:pt x="0" y="596"/>
                  </a:cubicBezTo>
                  <a:lnTo>
                    <a:pt x="0" y="4454"/>
                  </a:lnTo>
                  <a:cubicBezTo>
                    <a:pt x="0" y="4787"/>
                    <a:pt x="262" y="5049"/>
                    <a:pt x="596" y="5049"/>
                  </a:cubicBezTo>
                  <a:cubicBezTo>
                    <a:pt x="917" y="5049"/>
                    <a:pt x="1191" y="4787"/>
                    <a:pt x="1191" y="4454"/>
                  </a:cubicBezTo>
                  <a:lnTo>
                    <a:pt x="1191" y="596"/>
                  </a:lnTo>
                  <a:cubicBezTo>
                    <a:pt x="1191" y="263"/>
                    <a:pt x="917" y="1"/>
                    <a:pt x="596"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50" name="Google Shape;550;p32"/>
            <p:cNvSpPr/>
            <p:nvPr/>
          </p:nvSpPr>
          <p:spPr>
            <a:xfrm>
              <a:off x="6607697" y="3290612"/>
              <a:ext cx="25479" cy="146594"/>
            </a:xfrm>
            <a:custGeom>
              <a:avLst/>
              <a:gdLst/>
              <a:ahLst/>
              <a:cxnLst/>
              <a:rect l="l" t="t" r="r" b="b"/>
              <a:pathLst>
                <a:path w="917" h="5276" extrusionOk="0">
                  <a:moveTo>
                    <a:pt x="453" y="1"/>
                  </a:moveTo>
                  <a:cubicBezTo>
                    <a:pt x="202" y="1"/>
                    <a:pt x="0" y="203"/>
                    <a:pt x="0" y="453"/>
                  </a:cubicBezTo>
                  <a:lnTo>
                    <a:pt x="0" y="4823"/>
                  </a:lnTo>
                  <a:cubicBezTo>
                    <a:pt x="0" y="5073"/>
                    <a:pt x="202" y="5275"/>
                    <a:pt x="464" y="5275"/>
                  </a:cubicBezTo>
                  <a:cubicBezTo>
                    <a:pt x="714" y="5275"/>
                    <a:pt x="917" y="5073"/>
                    <a:pt x="917" y="4823"/>
                  </a:cubicBezTo>
                  <a:lnTo>
                    <a:pt x="917" y="453"/>
                  </a:lnTo>
                  <a:cubicBezTo>
                    <a:pt x="917" y="203"/>
                    <a:pt x="714" y="1"/>
                    <a:pt x="453" y="1"/>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51" name="Google Shape;551;p32"/>
            <p:cNvSpPr/>
            <p:nvPr/>
          </p:nvSpPr>
          <p:spPr>
            <a:xfrm>
              <a:off x="6562354" y="3154666"/>
              <a:ext cx="85050" cy="178324"/>
            </a:xfrm>
            <a:custGeom>
              <a:avLst/>
              <a:gdLst/>
              <a:ahLst/>
              <a:cxnLst/>
              <a:rect l="l" t="t" r="r" b="b"/>
              <a:pathLst>
                <a:path w="3061" h="6418" extrusionOk="0">
                  <a:moveTo>
                    <a:pt x="1537" y="0"/>
                  </a:moveTo>
                  <a:cubicBezTo>
                    <a:pt x="691" y="0"/>
                    <a:pt x="1" y="691"/>
                    <a:pt x="1" y="1536"/>
                  </a:cubicBezTo>
                  <a:lnTo>
                    <a:pt x="1" y="4882"/>
                  </a:lnTo>
                  <a:cubicBezTo>
                    <a:pt x="1" y="5727"/>
                    <a:pt x="691" y="6418"/>
                    <a:pt x="1537" y="6418"/>
                  </a:cubicBezTo>
                  <a:cubicBezTo>
                    <a:pt x="2382" y="6418"/>
                    <a:pt x="3061" y="5727"/>
                    <a:pt x="3061" y="4882"/>
                  </a:cubicBezTo>
                  <a:lnTo>
                    <a:pt x="3061" y="1536"/>
                  </a:lnTo>
                  <a:cubicBezTo>
                    <a:pt x="3061" y="691"/>
                    <a:pt x="2382" y="0"/>
                    <a:pt x="1537"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52" name="Google Shape;552;p32"/>
            <p:cNvSpPr/>
            <p:nvPr/>
          </p:nvSpPr>
          <p:spPr>
            <a:xfrm>
              <a:off x="6580219" y="3084539"/>
              <a:ext cx="55292" cy="106194"/>
            </a:xfrm>
            <a:custGeom>
              <a:avLst/>
              <a:gdLst/>
              <a:ahLst/>
              <a:cxnLst/>
              <a:rect l="l" t="t" r="r" b="b"/>
              <a:pathLst>
                <a:path w="1990" h="3822" extrusionOk="0">
                  <a:moveTo>
                    <a:pt x="989" y="0"/>
                  </a:moveTo>
                  <a:cubicBezTo>
                    <a:pt x="441" y="0"/>
                    <a:pt x="1" y="857"/>
                    <a:pt x="1" y="1905"/>
                  </a:cubicBezTo>
                  <a:cubicBezTo>
                    <a:pt x="1" y="2965"/>
                    <a:pt x="441" y="3822"/>
                    <a:pt x="989" y="3822"/>
                  </a:cubicBezTo>
                  <a:cubicBezTo>
                    <a:pt x="1537" y="3822"/>
                    <a:pt x="1989" y="2965"/>
                    <a:pt x="1989" y="1905"/>
                  </a:cubicBezTo>
                  <a:cubicBezTo>
                    <a:pt x="1989" y="857"/>
                    <a:pt x="1537" y="0"/>
                    <a:pt x="989" y="0"/>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53" name="Google Shape;553;p32"/>
            <p:cNvSpPr/>
            <p:nvPr/>
          </p:nvSpPr>
          <p:spPr>
            <a:xfrm>
              <a:off x="6580219" y="3084539"/>
              <a:ext cx="41733" cy="80743"/>
            </a:xfrm>
            <a:custGeom>
              <a:avLst/>
              <a:gdLst/>
              <a:ahLst/>
              <a:cxnLst/>
              <a:rect l="l" t="t" r="r" b="b"/>
              <a:pathLst>
                <a:path w="1502" h="2906" extrusionOk="0">
                  <a:moveTo>
                    <a:pt x="751" y="0"/>
                  </a:moveTo>
                  <a:cubicBezTo>
                    <a:pt x="334" y="0"/>
                    <a:pt x="1" y="643"/>
                    <a:pt x="1" y="1453"/>
                  </a:cubicBezTo>
                  <a:cubicBezTo>
                    <a:pt x="1" y="2250"/>
                    <a:pt x="334" y="2905"/>
                    <a:pt x="751" y="2905"/>
                  </a:cubicBezTo>
                  <a:cubicBezTo>
                    <a:pt x="1168" y="2905"/>
                    <a:pt x="1501" y="2250"/>
                    <a:pt x="1501" y="1453"/>
                  </a:cubicBezTo>
                  <a:cubicBezTo>
                    <a:pt x="1501" y="643"/>
                    <a:pt x="1168" y="0"/>
                    <a:pt x="751" y="0"/>
                  </a:cubicBezTo>
                  <a:close/>
                </a:path>
              </a:pathLst>
            </a:custGeom>
            <a:solidFill>
              <a:schemeClr val="accent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54" name="Google Shape;554;p32"/>
            <p:cNvSpPr/>
            <p:nvPr/>
          </p:nvSpPr>
          <p:spPr>
            <a:xfrm>
              <a:off x="6563354" y="3243963"/>
              <a:ext cx="33120" cy="140314"/>
            </a:xfrm>
            <a:custGeom>
              <a:avLst/>
              <a:gdLst/>
              <a:ahLst/>
              <a:cxnLst/>
              <a:rect l="l" t="t" r="r" b="b"/>
              <a:pathLst>
                <a:path w="1192" h="5050" extrusionOk="0">
                  <a:moveTo>
                    <a:pt x="596" y="1"/>
                  </a:moveTo>
                  <a:cubicBezTo>
                    <a:pt x="274" y="1"/>
                    <a:pt x="1" y="263"/>
                    <a:pt x="1" y="596"/>
                  </a:cubicBezTo>
                  <a:lnTo>
                    <a:pt x="1" y="4454"/>
                  </a:lnTo>
                  <a:cubicBezTo>
                    <a:pt x="1" y="4787"/>
                    <a:pt x="274" y="5049"/>
                    <a:pt x="596" y="5049"/>
                  </a:cubicBezTo>
                  <a:cubicBezTo>
                    <a:pt x="929" y="5049"/>
                    <a:pt x="1191" y="4787"/>
                    <a:pt x="1191" y="4454"/>
                  </a:cubicBezTo>
                  <a:lnTo>
                    <a:pt x="1191" y="596"/>
                  </a:lnTo>
                  <a:cubicBezTo>
                    <a:pt x="1191" y="263"/>
                    <a:pt x="929" y="1"/>
                    <a:pt x="596"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55" name="Google Shape;555;p32"/>
            <p:cNvSpPr/>
            <p:nvPr/>
          </p:nvSpPr>
          <p:spPr>
            <a:xfrm>
              <a:off x="6438328" y="2949232"/>
              <a:ext cx="34426" cy="490628"/>
            </a:xfrm>
            <a:custGeom>
              <a:avLst/>
              <a:gdLst/>
              <a:ahLst/>
              <a:cxnLst/>
              <a:rect l="l" t="t" r="r" b="b"/>
              <a:pathLst>
                <a:path w="1239" h="17658" extrusionOk="0">
                  <a:moveTo>
                    <a:pt x="0" y="0"/>
                  </a:moveTo>
                  <a:lnTo>
                    <a:pt x="0" y="17657"/>
                  </a:lnTo>
                  <a:lnTo>
                    <a:pt x="1238" y="17657"/>
                  </a:lnTo>
                  <a:lnTo>
                    <a:pt x="1238"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56" name="Google Shape;556;p32"/>
            <p:cNvSpPr/>
            <p:nvPr/>
          </p:nvSpPr>
          <p:spPr>
            <a:xfrm>
              <a:off x="6431048" y="2851322"/>
              <a:ext cx="667" cy="28"/>
            </a:xfrm>
            <a:custGeom>
              <a:avLst/>
              <a:gdLst/>
              <a:ahLst/>
              <a:cxnLst/>
              <a:rect l="l" t="t" r="r" b="b"/>
              <a:pathLst>
                <a:path w="24" h="1" extrusionOk="0">
                  <a:moveTo>
                    <a:pt x="24" y="0"/>
                  </a:moveTo>
                  <a:lnTo>
                    <a:pt x="24" y="0"/>
                  </a:lnTo>
                  <a:lnTo>
                    <a:pt x="0" y="0"/>
                  </a:lnTo>
                  <a:cubicBezTo>
                    <a:pt x="12" y="0"/>
                    <a:pt x="12" y="0"/>
                    <a:pt x="24" y="0"/>
                  </a:cubicBezTo>
                  <a:close/>
                </a:path>
              </a:pathLst>
            </a:custGeom>
            <a:solidFill>
              <a:srgbClr val="D4535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57" name="Google Shape;557;p32"/>
            <p:cNvSpPr/>
            <p:nvPr/>
          </p:nvSpPr>
          <p:spPr>
            <a:xfrm>
              <a:off x="6332333" y="2827789"/>
              <a:ext cx="104694" cy="47040"/>
            </a:xfrm>
            <a:custGeom>
              <a:avLst/>
              <a:gdLst/>
              <a:ahLst/>
              <a:cxnLst/>
              <a:rect l="l" t="t" r="r" b="b"/>
              <a:pathLst>
                <a:path w="3768" h="1693" extrusionOk="0">
                  <a:moveTo>
                    <a:pt x="281" y="1"/>
                  </a:moveTo>
                  <a:cubicBezTo>
                    <a:pt x="1" y="1"/>
                    <a:pt x="1" y="431"/>
                    <a:pt x="281" y="431"/>
                  </a:cubicBezTo>
                  <a:cubicBezTo>
                    <a:pt x="288" y="431"/>
                    <a:pt x="295" y="431"/>
                    <a:pt x="303" y="430"/>
                  </a:cubicBezTo>
                  <a:lnTo>
                    <a:pt x="791" y="430"/>
                  </a:lnTo>
                  <a:cubicBezTo>
                    <a:pt x="505" y="430"/>
                    <a:pt x="505" y="847"/>
                    <a:pt x="791" y="847"/>
                  </a:cubicBezTo>
                  <a:lnTo>
                    <a:pt x="1267" y="847"/>
                  </a:lnTo>
                  <a:cubicBezTo>
                    <a:pt x="1005" y="871"/>
                    <a:pt x="1005" y="1252"/>
                    <a:pt x="1267" y="1276"/>
                  </a:cubicBezTo>
                  <a:lnTo>
                    <a:pt x="1529" y="1276"/>
                  </a:lnTo>
                  <a:cubicBezTo>
                    <a:pt x="1279" y="1288"/>
                    <a:pt x="1279" y="1669"/>
                    <a:pt x="1529" y="1693"/>
                  </a:cubicBezTo>
                  <a:lnTo>
                    <a:pt x="2184" y="1693"/>
                  </a:lnTo>
                  <a:cubicBezTo>
                    <a:pt x="2767" y="1693"/>
                    <a:pt x="3303" y="1371"/>
                    <a:pt x="3577" y="847"/>
                  </a:cubicBezTo>
                  <a:cubicBezTo>
                    <a:pt x="3708" y="621"/>
                    <a:pt x="3767" y="359"/>
                    <a:pt x="3767" y="109"/>
                  </a:cubicBezTo>
                  <a:lnTo>
                    <a:pt x="3767" y="2"/>
                  </a:lnTo>
                  <a:lnTo>
                    <a:pt x="303" y="2"/>
                  </a:lnTo>
                  <a:cubicBezTo>
                    <a:pt x="295" y="1"/>
                    <a:pt x="288" y="1"/>
                    <a:pt x="281"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58" name="Google Shape;558;p32"/>
            <p:cNvSpPr/>
            <p:nvPr/>
          </p:nvSpPr>
          <p:spPr>
            <a:xfrm>
              <a:off x="6477364" y="2851322"/>
              <a:ext cx="667" cy="28"/>
            </a:xfrm>
            <a:custGeom>
              <a:avLst/>
              <a:gdLst/>
              <a:ahLst/>
              <a:cxnLst/>
              <a:rect l="l" t="t" r="r" b="b"/>
              <a:pathLst>
                <a:path w="24" h="1" extrusionOk="0">
                  <a:moveTo>
                    <a:pt x="0" y="0"/>
                  </a:moveTo>
                  <a:lnTo>
                    <a:pt x="0" y="0"/>
                  </a:lnTo>
                  <a:lnTo>
                    <a:pt x="24" y="0"/>
                  </a:lnTo>
                  <a:cubicBezTo>
                    <a:pt x="12" y="0"/>
                    <a:pt x="0" y="0"/>
                    <a:pt x="0" y="0"/>
                  </a:cubicBezTo>
                  <a:close/>
                </a:path>
              </a:pathLst>
            </a:custGeom>
            <a:solidFill>
              <a:srgbClr val="D45350"/>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59" name="Google Shape;559;p32"/>
            <p:cNvSpPr/>
            <p:nvPr/>
          </p:nvSpPr>
          <p:spPr>
            <a:xfrm>
              <a:off x="6472057" y="2827789"/>
              <a:ext cx="104360" cy="46846"/>
            </a:xfrm>
            <a:custGeom>
              <a:avLst/>
              <a:gdLst/>
              <a:ahLst/>
              <a:cxnLst/>
              <a:rect l="l" t="t" r="r" b="b"/>
              <a:pathLst>
                <a:path w="3756" h="1686" extrusionOk="0">
                  <a:moveTo>
                    <a:pt x="3475" y="1"/>
                  </a:moveTo>
                  <a:cubicBezTo>
                    <a:pt x="3468" y="1"/>
                    <a:pt x="3461" y="1"/>
                    <a:pt x="3453" y="2"/>
                  </a:cubicBezTo>
                  <a:lnTo>
                    <a:pt x="1" y="2"/>
                  </a:lnTo>
                  <a:lnTo>
                    <a:pt x="1" y="109"/>
                  </a:lnTo>
                  <a:cubicBezTo>
                    <a:pt x="1" y="359"/>
                    <a:pt x="60" y="621"/>
                    <a:pt x="179" y="847"/>
                  </a:cubicBezTo>
                  <a:lnTo>
                    <a:pt x="191" y="847"/>
                  </a:lnTo>
                  <a:cubicBezTo>
                    <a:pt x="465" y="1359"/>
                    <a:pt x="1001" y="1681"/>
                    <a:pt x="1584" y="1681"/>
                  </a:cubicBezTo>
                  <a:lnTo>
                    <a:pt x="2227" y="1681"/>
                  </a:lnTo>
                  <a:cubicBezTo>
                    <a:pt x="2240" y="1684"/>
                    <a:pt x="2253" y="1685"/>
                    <a:pt x="2264" y="1685"/>
                  </a:cubicBezTo>
                  <a:cubicBezTo>
                    <a:pt x="2448" y="1685"/>
                    <a:pt x="2463" y="1329"/>
                    <a:pt x="2311" y="1276"/>
                  </a:cubicBezTo>
                  <a:lnTo>
                    <a:pt x="2489" y="1276"/>
                  </a:lnTo>
                  <a:cubicBezTo>
                    <a:pt x="2751" y="1252"/>
                    <a:pt x="2751" y="871"/>
                    <a:pt x="2489" y="847"/>
                  </a:cubicBezTo>
                  <a:lnTo>
                    <a:pt x="2977" y="847"/>
                  </a:lnTo>
                  <a:cubicBezTo>
                    <a:pt x="3251" y="847"/>
                    <a:pt x="3251" y="430"/>
                    <a:pt x="2977" y="430"/>
                  </a:cubicBezTo>
                  <a:lnTo>
                    <a:pt x="3453" y="430"/>
                  </a:lnTo>
                  <a:cubicBezTo>
                    <a:pt x="3461" y="431"/>
                    <a:pt x="3468" y="431"/>
                    <a:pt x="3475" y="431"/>
                  </a:cubicBezTo>
                  <a:cubicBezTo>
                    <a:pt x="3756" y="431"/>
                    <a:pt x="3756" y="1"/>
                    <a:pt x="3475"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60" name="Google Shape;560;p32"/>
            <p:cNvSpPr/>
            <p:nvPr/>
          </p:nvSpPr>
          <p:spPr>
            <a:xfrm>
              <a:off x="6423436" y="2813592"/>
              <a:ext cx="63878" cy="86384"/>
            </a:xfrm>
            <a:custGeom>
              <a:avLst/>
              <a:gdLst/>
              <a:ahLst/>
              <a:cxnLst/>
              <a:rect l="l" t="t" r="r" b="b"/>
              <a:pathLst>
                <a:path w="2299" h="3109" extrusionOk="0">
                  <a:moveTo>
                    <a:pt x="1155" y="1"/>
                  </a:moveTo>
                  <a:cubicBezTo>
                    <a:pt x="512" y="1"/>
                    <a:pt x="0" y="513"/>
                    <a:pt x="0" y="1156"/>
                  </a:cubicBezTo>
                  <a:lnTo>
                    <a:pt x="0" y="1965"/>
                  </a:lnTo>
                  <a:cubicBezTo>
                    <a:pt x="0" y="2596"/>
                    <a:pt x="512" y="3108"/>
                    <a:pt x="1155" y="3108"/>
                  </a:cubicBezTo>
                  <a:cubicBezTo>
                    <a:pt x="1786" y="3108"/>
                    <a:pt x="2298" y="2596"/>
                    <a:pt x="2298" y="1965"/>
                  </a:cubicBezTo>
                  <a:lnTo>
                    <a:pt x="2298" y="1156"/>
                  </a:lnTo>
                  <a:cubicBezTo>
                    <a:pt x="2298" y="513"/>
                    <a:pt x="1786" y="1"/>
                    <a:pt x="1155"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61" name="Google Shape;561;p32"/>
            <p:cNvSpPr/>
            <p:nvPr/>
          </p:nvSpPr>
          <p:spPr>
            <a:xfrm>
              <a:off x="6435994" y="2786475"/>
              <a:ext cx="38399" cy="38399"/>
            </a:xfrm>
            <a:custGeom>
              <a:avLst/>
              <a:gdLst/>
              <a:ahLst/>
              <a:cxnLst/>
              <a:rect l="l" t="t" r="r" b="b"/>
              <a:pathLst>
                <a:path w="1382" h="1382" extrusionOk="0">
                  <a:moveTo>
                    <a:pt x="691" y="1"/>
                  </a:moveTo>
                  <a:cubicBezTo>
                    <a:pt x="310" y="1"/>
                    <a:pt x="1" y="310"/>
                    <a:pt x="1" y="691"/>
                  </a:cubicBezTo>
                  <a:cubicBezTo>
                    <a:pt x="1" y="1072"/>
                    <a:pt x="310" y="1382"/>
                    <a:pt x="691" y="1382"/>
                  </a:cubicBezTo>
                  <a:cubicBezTo>
                    <a:pt x="1072" y="1382"/>
                    <a:pt x="1382" y="1072"/>
                    <a:pt x="1382" y="691"/>
                  </a:cubicBezTo>
                  <a:cubicBezTo>
                    <a:pt x="1382" y="310"/>
                    <a:pt x="1072" y="1"/>
                    <a:pt x="691"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62" name="Google Shape;562;p32"/>
            <p:cNvSpPr/>
            <p:nvPr/>
          </p:nvSpPr>
          <p:spPr>
            <a:xfrm>
              <a:off x="6406877" y="2896443"/>
              <a:ext cx="84077" cy="71991"/>
            </a:xfrm>
            <a:custGeom>
              <a:avLst/>
              <a:gdLst/>
              <a:ahLst/>
              <a:cxnLst/>
              <a:rect l="l" t="t" r="r" b="b"/>
              <a:pathLst>
                <a:path w="3026" h="2591" extrusionOk="0">
                  <a:moveTo>
                    <a:pt x="1739" y="567"/>
                  </a:moveTo>
                  <a:cubicBezTo>
                    <a:pt x="2132" y="567"/>
                    <a:pt x="2466" y="888"/>
                    <a:pt x="2466" y="1293"/>
                  </a:cubicBezTo>
                  <a:cubicBezTo>
                    <a:pt x="2466" y="1737"/>
                    <a:pt x="2104" y="2033"/>
                    <a:pt x="1727" y="2033"/>
                  </a:cubicBezTo>
                  <a:cubicBezTo>
                    <a:pt x="1548" y="2033"/>
                    <a:pt x="1365" y="1967"/>
                    <a:pt x="1215" y="1817"/>
                  </a:cubicBezTo>
                  <a:cubicBezTo>
                    <a:pt x="763" y="1365"/>
                    <a:pt x="1084" y="567"/>
                    <a:pt x="1739" y="567"/>
                  </a:cubicBezTo>
                  <a:close/>
                  <a:moveTo>
                    <a:pt x="1731" y="1"/>
                  </a:moveTo>
                  <a:cubicBezTo>
                    <a:pt x="1412" y="1"/>
                    <a:pt x="1086" y="121"/>
                    <a:pt x="823" y="388"/>
                  </a:cubicBezTo>
                  <a:cubicBezTo>
                    <a:pt x="1" y="1198"/>
                    <a:pt x="584" y="2591"/>
                    <a:pt x="1739" y="2591"/>
                  </a:cubicBezTo>
                  <a:cubicBezTo>
                    <a:pt x="2454" y="2591"/>
                    <a:pt x="3025" y="2008"/>
                    <a:pt x="3025" y="1293"/>
                  </a:cubicBezTo>
                  <a:cubicBezTo>
                    <a:pt x="3025" y="514"/>
                    <a:pt x="2392" y="1"/>
                    <a:pt x="1731" y="1"/>
                  </a:cubicBez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63" name="Google Shape;563;p32"/>
            <p:cNvSpPr/>
            <p:nvPr/>
          </p:nvSpPr>
          <p:spPr>
            <a:xfrm>
              <a:off x="5555420" y="3927749"/>
              <a:ext cx="13587" cy="1056302"/>
            </a:xfrm>
            <a:custGeom>
              <a:avLst/>
              <a:gdLst/>
              <a:ahLst/>
              <a:cxnLst/>
              <a:rect l="l" t="t" r="r" b="b"/>
              <a:pathLst>
                <a:path w="489" h="38017" extrusionOk="0">
                  <a:moveTo>
                    <a:pt x="0" y="0"/>
                  </a:moveTo>
                  <a:lnTo>
                    <a:pt x="0" y="38017"/>
                  </a:lnTo>
                  <a:lnTo>
                    <a:pt x="488" y="38017"/>
                  </a:lnTo>
                  <a:lnTo>
                    <a:pt x="488"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64" name="Google Shape;564;p32"/>
            <p:cNvSpPr/>
            <p:nvPr/>
          </p:nvSpPr>
          <p:spPr>
            <a:xfrm>
              <a:off x="6020518" y="3929722"/>
              <a:ext cx="13587" cy="1056330"/>
            </a:xfrm>
            <a:custGeom>
              <a:avLst/>
              <a:gdLst/>
              <a:ahLst/>
              <a:cxnLst/>
              <a:rect l="l" t="t" r="r" b="b"/>
              <a:pathLst>
                <a:path w="489" h="38018" extrusionOk="0">
                  <a:moveTo>
                    <a:pt x="0" y="0"/>
                  </a:moveTo>
                  <a:lnTo>
                    <a:pt x="0" y="38017"/>
                  </a:lnTo>
                  <a:lnTo>
                    <a:pt x="489" y="38017"/>
                  </a:lnTo>
                  <a:lnTo>
                    <a:pt x="489"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65" name="Google Shape;565;p32"/>
            <p:cNvSpPr/>
            <p:nvPr/>
          </p:nvSpPr>
          <p:spPr>
            <a:xfrm>
              <a:off x="6835606" y="3929722"/>
              <a:ext cx="13587" cy="1056330"/>
            </a:xfrm>
            <a:custGeom>
              <a:avLst/>
              <a:gdLst/>
              <a:ahLst/>
              <a:cxnLst/>
              <a:rect l="l" t="t" r="r" b="b"/>
              <a:pathLst>
                <a:path w="489" h="38018" extrusionOk="0">
                  <a:moveTo>
                    <a:pt x="0" y="0"/>
                  </a:moveTo>
                  <a:lnTo>
                    <a:pt x="0" y="38017"/>
                  </a:lnTo>
                  <a:lnTo>
                    <a:pt x="489" y="38017"/>
                  </a:lnTo>
                  <a:lnTo>
                    <a:pt x="489"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66" name="Google Shape;566;p32"/>
            <p:cNvSpPr/>
            <p:nvPr/>
          </p:nvSpPr>
          <p:spPr>
            <a:xfrm>
              <a:off x="7254388" y="3929722"/>
              <a:ext cx="13587" cy="1056330"/>
            </a:xfrm>
            <a:custGeom>
              <a:avLst/>
              <a:gdLst/>
              <a:ahLst/>
              <a:cxnLst/>
              <a:rect l="l" t="t" r="r" b="b"/>
              <a:pathLst>
                <a:path w="489" h="38018" extrusionOk="0">
                  <a:moveTo>
                    <a:pt x="1" y="0"/>
                  </a:moveTo>
                  <a:lnTo>
                    <a:pt x="1" y="38017"/>
                  </a:lnTo>
                  <a:lnTo>
                    <a:pt x="489" y="38017"/>
                  </a:lnTo>
                  <a:lnTo>
                    <a:pt x="489"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67" name="Google Shape;567;p32"/>
            <p:cNvSpPr/>
            <p:nvPr/>
          </p:nvSpPr>
          <p:spPr>
            <a:xfrm>
              <a:off x="7673199" y="3929722"/>
              <a:ext cx="13920" cy="1056330"/>
            </a:xfrm>
            <a:custGeom>
              <a:avLst/>
              <a:gdLst/>
              <a:ahLst/>
              <a:cxnLst/>
              <a:rect l="l" t="t" r="r" b="b"/>
              <a:pathLst>
                <a:path w="501" h="38018" extrusionOk="0">
                  <a:moveTo>
                    <a:pt x="0" y="0"/>
                  </a:moveTo>
                  <a:lnTo>
                    <a:pt x="0" y="38017"/>
                  </a:lnTo>
                  <a:lnTo>
                    <a:pt x="500" y="38017"/>
                  </a:lnTo>
                  <a:lnTo>
                    <a:pt x="500" y="0"/>
                  </a:lnTo>
                  <a:close/>
                </a:path>
              </a:pathLst>
            </a:custGeom>
            <a:solidFill>
              <a:schemeClr val="accen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sp>
        <p:nvSpPr>
          <p:cNvPr id="62" name="Rectangle: Rounded Corners 61">
            <a:extLst>
              <a:ext uri="{FF2B5EF4-FFF2-40B4-BE49-F238E27FC236}">
                <a16:creationId xmlns:a16="http://schemas.microsoft.com/office/drawing/2014/main" id="{78FED505-C019-D9A2-579B-2C6A6C3F322F}"/>
              </a:ext>
            </a:extLst>
          </p:cNvPr>
          <p:cNvSpPr/>
          <p:nvPr/>
        </p:nvSpPr>
        <p:spPr>
          <a:xfrm>
            <a:off x="8042424" y="1633686"/>
            <a:ext cx="2468640" cy="3917628"/>
          </a:xfrm>
          <a:prstGeom prst="roundRect">
            <a:avLst>
              <a:gd name="adj" fmla="val 4320"/>
            </a:avLst>
          </a:prstGeom>
          <a:solidFill>
            <a:schemeClr val="accent4">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3" name="TextBox 62">
            <a:extLst>
              <a:ext uri="{FF2B5EF4-FFF2-40B4-BE49-F238E27FC236}">
                <a16:creationId xmlns:a16="http://schemas.microsoft.com/office/drawing/2014/main" id="{2434046F-AA79-C31A-9285-3F029956BFF9}"/>
              </a:ext>
            </a:extLst>
          </p:cNvPr>
          <p:cNvSpPr txBox="1"/>
          <p:nvPr/>
        </p:nvSpPr>
        <p:spPr>
          <a:xfrm>
            <a:off x="8337962" y="1957810"/>
            <a:ext cx="1874504" cy="369332"/>
          </a:xfrm>
          <a:prstGeom prst="rect">
            <a:avLst/>
          </a:prstGeom>
          <a:noFill/>
          <a:ln>
            <a:noFill/>
          </a:ln>
        </p:spPr>
        <p:txBody>
          <a:bodyPr wrap="square">
            <a:spAutoFit/>
          </a:bodyPr>
          <a:lstStyle/>
          <a:p>
            <a:pPr algn="ctr"/>
            <a:r>
              <a:rPr lang="en-US" altLang="zh-CN" b="1" err="1">
                <a:solidFill>
                  <a:schemeClr val="bg1"/>
                </a:solidFill>
              </a:rPr>
              <a:t>Visualisation</a:t>
            </a:r>
            <a:endParaRPr lang="en-AU" b="1">
              <a:solidFill>
                <a:schemeClr val="bg1"/>
              </a:solidFill>
            </a:endParaRPr>
          </a:p>
        </p:txBody>
      </p:sp>
      <p:cxnSp>
        <p:nvCxnSpPr>
          <p:cNvPr id="449" name="Straight Connector 448">
            <a:extLst>
              <a:ext uri="{FF2B5EF4-FFF2-40B4-BE49-F238E27FC236}">
                <a16:creationId xmlns:a16="http://schemas.microsoft.com/office/drawing/2014/main" id="{D62F819D-9CCC-FCAB-D344-B83ABF68B4D2}"/>
              </a:ext>
            </a:extLst>
          </p:cNvPr>
          <p:cNvCxnSpPr>
            <a:cxnSpLocks/>
          </p:cNvCxnSpPr>
          <p:nvPr/>
        </p:nvCxnSpPr>
        <p:spPr>
          <a:xfrm>
            <a:off x="8257269" y="3809079"/>
            <a:ext cx="2094704" cy="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57" name="Rectangle: Rounded Corners 56">
            <a:extLst>
              <a:ext uri="{FF2B5EF4-FFF2-40B4-BE49-F238E27FC236}">
                <a16:creationId xmlns:a16="http://schemas.microsoft.com/office/drawing/2014/main" id="{B76D4CBA-47C9-C507-33DB-A322076BD00C}"/>
              </a:ext>
            </a:extLst>
          </p:cNvPr>
          <p:cNvSpPr/>
          <p:nvPr/>
        </p:nvSpPr>
        <p:spPr>
          <a:xfrm>
            <a:off x="4887541" y="1613325"/>
            <a:ext cx="2468640" cy="3917628"/>
          </a:xfrm>
          <a:prstGeom prst="roundRect">
            <a:avLst>
              <a:gd name="adj" fmla="val 4320"/>
            </a:avLst>
          </a:prstGeom>
          <a:solidFill>
            <a:schemeClr val="accent2">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8" name="TextBox 57">
            <a:extLst>
              <a:ext uri="{FF2B5EF4-FFF2-40B4-BE49-F238E27FC236}">
                <a16:creationId xmlns:a16="http://schemas.microsoft.com/office/drawing/2014/main" id="{ABCEBDBA-5758-C78B-FDF1-EE9F4432EC9D}"/>
              </a:ext>
            </a:extLst>
          </p:cNvPr>
          <p:cNvSpPr txBox="1"/>
          <p:nvPr/>
        </p:nvSpPr>
        <p:spPr>
          <a:xfrm>
            <a:off x="5183079" y="1937449"/>
            <a:ext cx="1874504" cy="369332"/>
          </a:xfrm>
          <a:prstGeom prst="rect">
            <a:avLst/>
          </a:prstGeom>
          <a:noFill/>
          <a:ln>
            <a:noFill/>
          </a:ln>
        </p:spPr>
        <p:txBody>
          <a:bodyPr wrap="square">
            <a:spAutoFit/>
          </a:bodyPr>
          <a:lstStyle/>
          <a:p>
            <a:pPr algn="ctr"/>
            <a:r>
              <a:rPr lang="en-US" altLang="zh-CN" b="1">
                <a:solidFill>
                  <a:schemeClr val="bg1"/>
                </a:solidFill>
              </a:rPr>
              <a:t>Modelling</a:t>
            </a:r>
            <a:endParaRPr lang="en-AU" b="1">
              <a:solidFill>
                <a:schemeClr val="bg1"/>
              </a:solidFill>
            </a:endParaRPr>
          </a:p>
        </p:txBody>
      </p:sp>
      <p:cxnSp>
        <p:nvCxnSpPr>
          <p:cNvPr id="61" name="Straight Connector 60">
            <a:extLst>
              <a:ext uri="{FF2B5EF4-FFF2-40B4-BE49-F238E27FC236}">
                <a16:creationId xmlns:a16="http://schemas.microsoft.com/office/drawing/2014/main" id="{9E99D9B0-A7B1-98CE-EEE1-EA13E96B3D62}"/>
              </a:ext>
            </a:extLst>
          </p:cNvPr>
          <p:cNvCxnSpPr>
            <a:cxnSpLocks/>
          </p:cNvCxnSpPr>
          <p:nvPr/>
        </p:nvCxnSpPr>
        <p:spPr>
          <a:xfrm>
            <a:off x="5102386" y="3788718"/>
            <a:ext cx="2094704" cy="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9" name="Rectangle: Rounded Corners 48">
            <a:extLst>
              <a:ext uri="{FF2B5EF4-FFF2-40B4-BE49-F238E27FC236}">
                <a16:creationId xmlns:a16="http://schemas.microsoft.com/office/drawing/2014/main" id="{B549E7A0-AE92-D6EC-79CA-BFA08C23CEB4}"/>
              </a:ext>
            </a:extLst>
          </p:cNvPr>
          <p:cNvSpPr/>
          <p:nvPr/>
        </p:nvSpPr>
        <p:spPr>
          <a:xfrm>
            <a:off x="1686967" y="1613325"/>
            <a:ext cx="2468640" cy="3917628"/>
          </a:xfrm>
          <a:prstGeom prst="roundRect">
            <a:avLst>
              <a:gd name="adj" fmla="val 4320"/>
            </a:avLst>
          </a:prstGeom>
          <a:solidFill>
            <a:srgbClr val="A1648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Google Shape;962;p41">
            <a:extLst>
              <a:ext uri="{FF2B5EF4-FFF2-40B4-BE49-F238E27FC236}">
                <a16:creationId xmlns:a16="http://schemas.microsoft.com/office/drawing/2014/main" id="{25CB3C47-2065-05B9-2C3C-B8C0947DA032}"/>
              </a:ext>
            </a:extLst>
          </p:cNvPr>
          <p:cNvSpPr txBox="1">
            <a:spLocks noGrp="1"/>
          </p:cNvSpPr>
          <p:nvPr/>
        </p:nvSpPr>
        <p:spPr>
          <a:xfrm>
            <a:off x="370040" y="30145"/>
            <a:ext cx="5364220" cy="790612"/>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pPr algn="ctr"/>
            <a:r>
              <a:rPr lang="en-GB" sz="4800">
                <a:solidFill>
                  <a:schemeClr val="tx2">
                    <a:lumMod val="75000"/>
                    <a:lumOff val="25000"/>
                  </a:schemeClr>
                </a:solidFill>
                <a:latin typeface="Bebas Neue"/>
              </a:rPr>
              <a:t>Section 7: conclusion</a:t>
            </a:r>
            <a:endParaRPr lang="en-US" sz="4800">
              <a:solidFill>
                <a:schemeClr val="tx2">
                  <a:lumMod val="75000"/>
                  <a:lumOff val="25000"/>
                </a:schemeClr>
              </a:solidFill>
            </a:endParaRPr>
          </a:p>
        </p:txBody>
      </p:sp>
      <p:sp>
        <p:nvSpPr>
          <p:cNvPr id="3" name="TextBox 2">
            <a:extLst>
              <a:ext uri="{FF2B5EF4-FFF2-40B4-BE49-F238E27FC236}">
                <a16:creationId xmlns:a16="http://schemas.microsoft.com/office/drawing/2014/main" id="{376B2600-26FE-AC9C-E8DF-3836611759C9}"/>
              </a:ext>
            </a:extLst>
          </p:cNvPr>
          <p:cNvSpPr txBox="1"/>
          <p:nvPr/>
        </p:nvSpPr>
        <p:spPr>
          <a:xfrm>
            <a:off x="795280" y="992626"/>
            <a:ext cx="11396720" cy="469191"/>
          </a:xfrm>
          <a:prstGeom prst="rect">
            <a:avLst/>
          </a:prstGeom>
          <a:noFill/>
        </p:spPr>
        <p:txBody>
          <a:bodyPr wrap="square" rtlCol="0">
            <a:spAutoFit/>
          </a:bodyPr>
          <a:lstStyle/>
          <a:p>
            <a:r>
              <a:rPr lang="en-US" sz="2400"/>
              <a:t>In this study, we had </a:t>
            </a:r>
            <a:r>
              <a:rPr lang="en-US" altLang="zh-CN" sz="2400"/>
              <a:t>done</a:t>
            </a:r>
            <a:r>
              <a:rPr lang="en-US" sz="2400"/>
              <a:t>…</a:t>
            </a:r>
            <a:endParaRPr lang="en-MY" sz="2400"/>
          </a:p>
        </p:txBody>
      </p:sp>
      <p:sp>
        <p:nvSpPr>
          <p:cNvPr id="13" name="TextBox 12">
            <a:extLst>
              <a:ext uri="{FF2B5EF4-FFF2-40B4-BE49-F238E27FC236}">
                <a16:creationId xmlns:a16="http://schemas.microsoft.com/office/drawing/2014/main" id="{9B76674D-051F-C69E-C3A9-F6C8883BBA2F}"/>
              </a:ext>
            </a:extLst>
          </p:cNvPr>
          <p:cNvSpPr txBox="1"/>
          <p:nvPr/>
        </p:nvSpPr>
        <p:spPr>
          <a:xfrm>
            <a:off x="1982505" y="1937449"/>
            <a:ext cx="1874504" cy="369332"/>
          </a:xfrm>
          <a:prstGeom prst="rect">
            <a:avLst/>
          </a:prstGeom>
          <a:noFill/>
          <a:ln>
            <a:noFill/>
          </a:ln>
        </p:spPr>
        <p:txBody>
          <a:bodyPr wrap="square">
            <a:spAutoFit/>
          </a:bodyPr>
          <a:lstStyle/>
          <a:p>
            <a:pPr algn="ctr"/>
            <a:r>
              <a:rPr lang="en-AU" b="1">
                <a:solidFill>
                  <a:schemeClr val="bg1"/>
                </a:solidFill>
              </a:rPr>
              <a:t>Analysis</a:t>
            </a:r>
          </a:p>
        </p:txBody>
      </p:sp>
      <p:pic>
        <p:nvPicPr>
          <p:cNvPr id="15" name="Graphic 14" descr="Magnifying glass with solid fill">
            <a:extLst>
              <a:ext uri="{FF2B5EF4-FFF2-40B4-BE49-F238E27FC236}">
                <a16:creationId xmlns:a16="http://schemas.microsoft.com/office/drawing/2014/main" id="{ABCBBE0E-C5F0-5364-2B26-FF7929BA65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90980" y="2630905"/>
            <a:ext cx="831581" cy="831581"/>
          </a:xfrm>
          <a:prstGeom prst="rect">
            <a:avLst/>
          </a:prstGeom>
        </p:spPr>
      </p:pic>
      <p:sp>
        <p:nvSpPr>
          <p:cNvPr id="16" name="TextBox 15">
            <a:extLst>
              <a:ext uri="{FF2B5EF4-FFF2-40B4-BE49-F238E27FC236}">
                <a16:creationId xmlns:a16="http://schemas.microsoft.com/office/drawing/2014/main" id="{FFD29E12-C398-C214-E163-17BD5E534539}"/>
              </a:ext>
            </a:extLst>
          </p:cNvPr>
          <p:cNvSpPr txBox="1"/>
          <p:nvPr/>
        </p:nvSpPr>
        <p:spPr>
          <a:xfrm>
            <a:off x="1982505" y="3986976"/>
            <a:ext cx="1904846" cy="1015663"/>
          </a:xfrm>
          <a:prstGeom prst="rect">
            <a:avLst/>
          </a:prstGeom>
          <a:noFill/>
        </p:spPr>
        <p:txBody>
          <a:bodyPr wrap="square">
            <a:spAutoFit/>
          </a:bodyPr>
          <a:lstStyle/>
          <a:p>
            <a:pPr algn="just"/>
            <a:r>
              <a:rPr lang="en-US" altLang="zh-CN" sz="1200">
                <a:solidFill>
                  <a:schemeClr val="bg1"/>
                </a:solidFill>
              </a:rPr>
              <a:t>There are mainly 7 crucial factors that impact rental prices which provide insights into market dynamics.  </a:t>
            </a:r>
            <a:endParaRPr lang="en-AU" sz="1200">
              <a:solidFill>
                <a:schemeClr val="bg1"/>
              </a:solidFill>
            </a:endParaRPr>
          </a:p>
        </p:txBody>
      </p:sp>
      <p:sp>
        <p:nvSpPr>
          <p:cNvPr id="24" name="TextBox 23">
            <a:extLst>
              <a:ext uri="{FF2B5EF4-FFF2-40B4-BE49-F238E27FC236}">
                <a16:creationId xmlns:a16="http://schemas.microsoft.com/office/drawing/2014/main" id="{B372B388-477D-F1D0-80EC-1340D0383A2F}"/>
              </a:ext>
            </a:extLst>
          </p:cNvPr>
          <p:cNvSpPr txBox="1"/>
          <p:nvPr/>
        </p:nvSpPr>
        <p:spPr>
          <a:xfrm>
            <a:off x="5171694" y="4018555"/>
            <a:ext cx="1948724" cy="1200329"/>
          </a:xfrm>
          <a:prstGeom prst="rect">
            <a:avLst/>
          </a:prstGeom>
          <a:noFill/>
        </p:spPr>
        <p:txBody>
          <a:bodyPr wrap="square">
            <a:spAutoFit/>
          </a:bodyPr>
          <a:lstStyle/>
          <a:p>
            <a:pPr algn="just"/>
            <a:r>
              <a:rPr lang="en-US" sz="1200">
                <a:solidFill>
                  <a:schemeClr val="bg1"/>
                </a:solidFill>
              </a:rPr>
              <a:t>We made 3 models namely multiple linear regression model, polynomial regression model and random forest regression model </a:t>
            </a:r>
            <a:r>
              <a:rPr lang="en-MY" sz="1200">
                <a:solidFill>
                  <a:schemeClr val="bg1"/>
                </a:solidFill>
              </a:rPr>
              <a:t>for</a:t>
            </a:r>
            <a:r>
              <a:rPr lang="zh-CN" altLang="en-US" sz="1200">
                <a:solidFill>
                  <a:schemeClr val="bg1"/>
                </a:solidFill>
              </a:rPr>
              <a:t> </a:t>
            </a:r>
            <a:r>
              <a:rPr lang="en-MY" altLang="zh-CN" sz="1200">
                <a:solidFill>
                  <a:schemeClr val="bg1"/>
                </a:solidFill>
              </a:rPr>
              <a:t>prediction</a:t>
            </a:r>
            <a:r>
              <a:rPr lang="en-US" sz="1200">
                <a:solidFill>
                  <a:schemeClr val="bg1"/>
                </a:solidFill>
              </a:rPr>
              <a:t>. </a:t>
            </a:r>
            <a:endParaRPr lang="en-AU" sz="1200">
              <a:solidFill>
                <a:schemeClr val="bg1"/>
              </a:solidFill>
            </a:endParaRPr>
          </a:p>
        </p:txBody>
      </p:sp>
      <p:sp>
        <p:nvSpPr>
          <p:cNvPr id="29" name="TextBox 28">
            <a:extLst>
              <a:ext uri="{FF2B5EF4-FFF2-40B4-BE49-F238E27FC236}">
                <a16:creationId xmlns:a16="http://schemas.microsoft.com/office/drawing/2014/main" id="{FE2B45D8-720B-1B1A-D3AD-5C636CB68436}"/>
              </a:ext>
            </a:extLst>
          </p:cNvPr>
          <p:cNvSpPr txBox="1"/>
          <p:nvPr/>
        </p:nvSpPr>
        <p:spPr>
          <a:xfrm>
            <a:off x="8369524" y="4021448"/>
            <a:ext cx="1922023" cy="1015663"/>
          </a:xfrm>
          <a:prstGeom prst="rect">
            <a:avLst/>
          </a:prstGeom>
          <a:noFill/>
        </p:spPr>
        <p:txBody>
          <a:bodyPr wrap="square">
            <a:spAutoFit/>
          </a:bodyPr>
          <a:lstStyle/>
          <a:p>
            <a:pPr algn="just"/>
            <a:r>
              <a:rPr lang="en-US" sz="1200" err="1">
                <a:solidFill>
                  <a:schemeClr val="bg1"/>
                </a:solidFill>
              </a:rPr>
              <a:t>Visualised</a:t>
            </a:r>
            <a:r>
              <a:rPr lang="en-US" sz="1200">
                <a:solidFill>
                  <a:schemeClr val="bg1"/>
                </a:solidFill>
              </a:rPr>
              <a:t> all results and model in the form including heatmap, boxplot, histogram an</a:t>
            </a:r>
            <a:r>
              <a:rPr lang="en-MY" sz="1200">
                <a:solidFill>
                  <a:schemeClr val="bg1"/>
                </a:solidFill>
              </a:rPr>
              <a:t>d</a:t>
            </a:r>
            <a:r>
              <a:rPr lang="zh-CN" altLang="en-US" sz="1200">
                <a:solidFill>
                  <a:schemeClr val="bg1"/>
                </a:solidFill>
              </a:rPr>
              <a:t> </a:t>
            </a:r>
            <a:r>
              <a:rPr lang="en-US" sz="1200">
                <a:solidFill>
                  <a:schemeClr val="bg1"/>
                </a:solidFill>
              </a:rPr>
              <a:t>so on.  </a:t>
            </a:r>
            <a:endParaRPr lang="en-AU" sz="1200">
              <a:solidFill>
                <a:schemeClr val="bg1"/>
              </a:solidFill>
            </a:endParaRPr>
          </a:p>
        </p:txBody>
      </p:sp>
      <p:pic>
        <p:nvPicPr>
          <p:cNvPr id="36" name="Graphic 35" descr="Cube with solid fill">
            <a:extLst>
              <a:ext uri="{FF2B5EF4-FFF2-40B4-BE49-F238E27FC236}">
                <a16:creationId xmlns:a16="http://schemas.microsoft.com/office/drawing/2014/main" id="{D7A87389-4148-EDA5-44D9-E6A1133D29F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67672" y="2577903"/>
            <a:ext cx="898746" cy="898746"/>
          </a:xfrm>
          <a:prstGeom prst="rect">
            <a:avLst/>
          </a:prstGeom>
        </p:spPr>
      </p:pic>
      <p:pic>
        <p:nvPicPr>
          <p:cNvPr id="38" name="Graphic 37" descr="Upward trend with solid fill">
            <a:extLst>
              <a:ext uri="{FF2B5EF4-FFF2-40B4-BE49-F238E27FC236}">
                <a16:creationId xmlns:a16="http://schemas.microsoft.com/office/drawing/2014/main" id="{C9A42D06-FD18-A014-B2F3-0A64BDA4DCD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92392" y="2645068"/>
            <a:ext cx="831581" cy="831581"/>
          </a:xfrm>
          <a:prstGeom prst="rect">
            <a:avLst/>
          </a:prstGeom>
        </p:spPr>
      </p:pic>
      <p:cxnSp>
        <p:nvCxnSpPr>
          <p:cNvPr id="53" name="Straight Connector 52">
            <a:extLst>
              <a:ext uri="{FF2B5EF4-FFF2-40B4-BE49-F238E27FC236}">
                <a16:creationId xmlns:a16="http://schemas.microsoft.com/office/drawing/2014/main" id="{F9E1A770-85B0-237A-DC95-35E644B71199}"/>
              </a:ext>
            </a:extLst>
          </p:cNvPr>
          <p:cNvCxnSpPr>
            <a:cxnSpLocks/>
          </p:cNvCxnSpPr>
          <p:nvPr/>
        </p:nvCxnSpPr>
        <p:spPr>
          <a:xfrm>
            <a:off x="1901812" y="3788718"/>
            <a:ext cx="2094704" cy="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65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250"/>
                                        <p:tgtEl>
                                          <p:spTgt spid="4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nodeType="with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fade">
                                      <p:cBhvr>
                                        <p:cTn id="19" dur="250"/>
                                        <p:tgtEl>
                                          <p:spTgt spid="5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7"/>
                                        </p:tgtEl>
                                        <p:attrNameLst>
                                          <p:attrName>style.visibility</p:attrName>
                                        </p:attrNameLst>
                                      </p:cBhvr>
                                      <p:to>
                                        <p:strVal val="visible"/>
                                      </p:to>
                                    </p:set>
                                    <p:animEffect transition="in" filter="fade">
                                      <p:cBhvr>
                                        <p:cTn id="24" dur="250"/>
                                        <p:tgtEl>
                                          <p:spTgt spid="5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fade">
                                      <p:cBhvr>
                                        <p:cTn id="27" dur="250"/>
                                        <p:tgtEl>
                                          <p:spTgt spid="58"/>
                                        </p:tgtEl>
                                      </p:cBhvr>
                                    </p:animEffect>
                                  </p:childTnLst>
                                </p:cTn>
                              </p:par>
                              <p:par>
                                <p:cTn id="28" presetID="10" presetClass="entr" presetSubtype="0" fill="hold" nodeType="withEffect">
                                  <p:stCondLst>
                                    <p:cond delay="0"/>
                                  </p:stCondLst>
                                  <p:childTnLst>
                                    <p:set>
                                      <p:cBhvr>
                                        <p:cTn id="29" dur="1" fill="hold">
                                          <p:stCondLst>
                                            <p:cond delay="0"/>
                                          </p:stCondLst>
                                        </p:cTn>
                                        <p:tgtEl>
                                          <p:spTgt spid="61"/>
                                        </p:tgtEl>
                                        <p:attrNameLst>
                                          <p:attrName>style.visibility</p:attrName>
                                        </p:attrNameLst>
                                      </p:cBhvr>
                                      <p:to>
                                        <p:strVal val="visible"/>
                                      </p:to>
                                    </p:set>
                                    <p:animEffect transition="in" filter="fade">
                                      <p:cBhvr>
                                        <p:cTn id="30" dur="250"/>
                                        <p:tgtEl>
                                          <p:spTgt spid="6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250"/>
                                        <p:tgtEl>
                                          <p:spTgt spid="24"/>
                                        </p:tgtEl>
                                      </p:cBhvr>
                                    </p:animEffect>
                                  </p:childTnLst>
                                </p:cTn>
                              </p:par>
                              <p:par>
                                <p:cTn id="34" presetID="10" presetClass="entr" presetSubtype="0" fill="hold" nodeType="with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250"/>
                                        <p:tgtEl>
                                          <p:spTgt spid="3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62"/>
                                        </p:tgtEl>
                                        <p:attrNameLst>
                                          <p:attrName>style.visibility</p:attrName>
                                        </p:attrNameLst>
                                      </p:cBhvr>
                                      <p:to>
                                        <p:strVal val="visible"/>
                                      </p:to>
                                    </p:set>
                                    <p:animEffect transition="in" filter="fade">
                                      <p:cBhvr>
                                        <p:cTn id="41" dur="250"/>
                                        <p:tgtEl>
                                          <p:spTgt spid="6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3"/>
                                        </p:tgtEl>
                                        <p:attrNameLst>
                                          <p:attrName>style.visibility</p:attrName>
                                        </p:attrNameLst>
                                      </p:cBhvr>
                                      <p:to>
                                        <p:strVal val="visible"/>
                                      </p:to>
                                    </p:set>
                                    <p:animEffect transition="in" filter="fade">
                                      <p:cBhvr>
                                        <p:cTn id="44" dur="250"/>
                                        <p:tgtEl>
                                          <p:spTgt spid="63"/>
                                        </p:tgtEl>
                                      </p:cBhvr>
                                    </p:animEffect>
                                  </p:childTnLst>
                                </p:cTn>
                              </p:par>
                              <p:par>
                                <p:cTn id="45" presetID="10" presetClass="entr" presetSubtype="0" fill="hold" nodeType="withEffect">
                                  <p:stCondLst>
                                    <p:cond delay="0"/>
                                  </p:stCondLst>
                                  <p:childTnLst>
                                    <p:set>
                                      <p:cBhvr>
                                        <p:cTn id="46" dur="1" fill="hold">
                                          <p:stCondLst>
                                            <p:cond delay="0"/>
                                          </p:stCondLst>
                                        </p:cTn>
                                        <p:tgtEl>
                                          <p:spTgt spid="449"/>
                                        </p:tgtEl>
                                        <p:attrNameLst>
                                          <p:attrName>style.visibility</p:attrName>
                                        </p:attrNameLst>
                                      </p:cBhvr>
                                      <p:to>
                                        <p:strVal val="visible"/>
                                      </p:to>
                                    </p:set>
                                    <p:animEffect transition="in" filter="fade">
                                      <p:cBhvr>
                                        <p:cTn id="47" dur="250"/>
                                        <p:tgtEl>
                                          <p:spTgt spid="44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250"/>
                                        <p:tgtEl>
                                          <p:spTgt spid="29"/>
                                        </p:tgtEl>
                                      </p:cBhvr>
                                    </p:animEffect>
                                  </p:childTnLst>
                                </p:cTn>
                              </p:par>
                              <p:par>
                                <p:cTn id="51" presetID="10" presetClass="entr" presetSubtype="0" fill="hold" nodeType="with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fade">
                                      <p:cBhvr>
                                        <p:cTn id="53" dur="2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3" grpId="0"/>
      <p:bldP spid="57" grpId="0" animBg="1"/>
      <p:bldP spid="58" grpId="0"/>
      <p:bldP spid="49" grpId="0" animBg="1"/>
      <p:bldP spid="13" grpId="0"/>
      <p:bldP spid="16" grpId="0"/>
      <p:bldP spid="24" grpId="0"/>
      <p:bldP spid="2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59" name="Rectangle 58">
            <a:extLst>
              <a:ext uri="{FF2B5EF4-FFF2-40B4-BE49-F238E27FC236}">
                <a16:creationId xmlns:a16="http://schemas.microsoft.com/office/drawing/2014/main" id="{7F1E2A61-7282-C090-D1D3-2CB4D2928E57}"/>
              </a:ext>
            </a:extLst>
          </p:cNvPr>
          <p:cNvSpPr/>
          <p:nvPr/>
        </p:nvSpPr>
        <p:spPr>
          <a:xfrm>
            <a:off x="868584" y="5230587"/>
            <a:ext cx="10668191" cy="8128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Google Shape;962;p41">
            <a:extLst>
              <a:ext uri="{FF2B5EF4-FFF2-40B4-BE49-F238E27FC236}">
                <a16:creationId xmlns:a16="http://schemas.microsoft.com/office/drawing/2014/main" id="{25CB3C47-2065-05B9-2C3C-B8C0947DA032}"/>
              </a:ext>
            </a:extLst>
          </p:cNvPr>
          <p:cNvSpPr txBox="1">
            <a:spLocks noGrp="1"/>
          </p:cNvSpPr>
          <p:nvPr/>
        </p:nvSpPr>
        <p:spPr>
          <a:xfrm>
            <a:off x="370040" y="30145"/>
            <a:ext cx="5364220" cy="790612"/>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pPr algn="ctr"/>
            <a:r>
              <a:rPr lang="en-GB" sz="4800">
                <a:solidFill>
                  <a:schemeClr val="tx2">
                    <a:lumMod val="75000"/>
                    <a:lumOff val="25000"/>
                  </a:schemeClr>
                </a:solidFill>
                <a:latin typeface="Bebas Neue"/>
              </a:rPr>
              <a:t>Section 7: conclusion</a:t>
            </a:r>
            <a:endParaRPr lang="en-US" sz="4800">
              <a:solidFill>
                <a:schemeClr val="tx2">
                  <a:lumMod val="75000"/>
                  <a:lumOff val="25000"/>
                </a:schemeClr>
              </a:solidFill>
            </a:endParaRPr>
          </a:p>
        </p:txBody>
      </p:sp>
      <p:sp>
        <p:nvSpPr>
          <p:cNvPr id="3" name="TextBox 2">
            <a:extLst>
              <a:ext uri="{FF2B5EF4-FFF2-40B4-BE49-F238E27FC236}">
                <a16:creationId xmlns:a16="http://schemas.microsoft.com/office/drawing/2014/main" id="{376B2600-26FE-AC9C-E8DF-3836611759C9}"/>
              </a:ext>
            </a:extLst>
          </p:cNvPr>
          <p:cNvSpPr txBox="1"/>
          <p:nvPr/>
        </p:nvSpPr>
        <p:spPr>
          <a:xfrm>
            <a:off x="759382" y="814613"/>
            <a:ext cx="11396720" cy="400110"/>
          </a:xfrm>
          <a:prstGeom prst="rect">
            <a:avLst/>
          </a:prstGeom>
          <a:noFill/>
        </p:spPr>
        <p:txBody>
          <a:bodyPr wrap="square" rtlCol="0">
            <a:spAutoFit/>
          </a:bodyPr>
          <a:lstStyle/>
          <a:p>
            <a:r>
              <a:rPr lang="en-US" sz="2000"/>
              <a:t>Our suggestions:</a:t>
            </a:r>
            <a:endParaRPr lang="en-MY" sz="2000"/>
          </a:p>
        </p:txBody>
      </p:sp>
      <p:sp>
        <p:nvSpPr>
          <p:cNvPr id="41" name="Rectangle 40">
            <a:extLst>
              <a:ext uri="{FF2B5EF4-FFF2-40B4-BE49-F238E27FC236}">
                <a16:creationId xmlns:a16="http://schemas.microsoft.com/office/drawing/2014/main" id="{C865EB2C-7B0B-9A19-EE05-13985FBECEDE}"/>
              </a:ext>
            </a:extLst>
          </p:cNvPr>
          <p:cNvSpPr/>
          <p:nvPr/>
        </p:nvSpPr>
        <p:spPr>
          <a:xfrm>
            <a:off x="1396965" y="1971814"/>
            <a:ext cx="2631440" cy="291437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3" name="TextBox 42">
            <a:extLst>
              <a:ext uri="{FF2B5EF4-FFF2-40B4-BE49-F238E27FC236}">
                <a16:creationId xmlns:a16="http://schemas.microsoft.com/office/drawing/2014/main" id="{6486CD35-AD08-C435-179E-679A1C0CC4FE}"/>
              </a:ext>
            </a:extLst>
          </p:cNvPr>
          <p:cNvSpPr txBox="1"/>
          <p:nvPr/>
        </p:nvSpPr>
        <p:spPr>
          <a:xfrm>
            <a:off x="1635759" y="2524584"/>
            <a:ext cx="2134835" cy="2031325"/>
          </a:xfrm>
          <a:prstGeom prst="rect">
            <a:avLst/>
          </a:prstGeom>
          <a:noFill/>
        </p:spPr>
        <p:txBody>
          <a:bodyPr wrap="square">
            <a:spAutoFit/>
          </a:bodyPr>
          <a:lstStyle/>
          <a:p>
            <a:pPr algn="just"/>
            <a:r>
              <a:rPr lang="en-US"/>
              <a:t>Tenants should always consider the </a:t>
            </a:r>
            <a:r>
              <a:rPr lang="en-US" b="1"/>
              <a:t>various factors </a:t>
            </a:r>
            <a:r>
              <a:rPr lang="en-US"/>
              <a:t>that affects the rental to find a most suitable rent that suits themselves the best.</a:t>
            </a:r>
            <a:endParaRPr lang="en-AU"/>
          </a:p>
        </p:txBody>
      </p:sp>
      <p:sp>
        <p:nvSpPr>
          <p:cNvPr id="44" name="Rectangle 43">
            <a:extLst>
              <a:ext uri="{FF2B5EF4-FFF2-40B4-BE49-F238E27FC236}">
                <a16:creationId xmlns:a16="http://schemas.microsoft.com/office/drawing/2014/main" id="{7628E3B3-1C58-CD78-569F-7E4C9A211859}"/>
              </a:ext>
            </a:extLst>
          </p:cNvPr>
          <p:cNvSpPr/>
          <p:nvPr/>
        </p:nvSpPr>
        <p:spPr>
          <a:xfrm>
            <a:off x="4947920" y="1977431"/>
            <a:ext cx="2631440" cy="290875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7" name="TextBox 46">
            <a:extLst>
              <a:ext uri="{FF2B5EF4-FFF2-40B4-BE49-F238E27FC236}">
                <a16:creationId xmlns:a16="http://schemas.microsoft.com/office/drawing/2014/main" id="{D67F4378-BCFE-9033-2405-88AA53A30099}"/>
              </a:ext>
            </a:extLst>
          </p:cNvPr>
          <p:cNvSpPr txBox="1"/>
          <p:nvPr/>
        </p:nvSpPr>
        <p:spPr>
          <a:xfrm>
            <a:off x="5083810" y="2530201"/>
            <a:ext cx="2237740" cy="1754326"/>
          </a:xfrm>
          <a:prstGeom prst="rect">
            <a:avLst/>
          </a:prstGeom>
          <a:noFill/>
        </p:spPr>
        <p:txBody>
          <a:bodyPr wrap="square">
            <a:spAutoFit/>
          </a:bodyPr>
          <a:lstStyle/>
          <a:p>
            <a:pPr algn="just"/>
            <a:r>
              <a:rPr lang="en-US" sz="1800"/>
              <a:t>Investors should keep an eye on the </a:t>
            </a:r>
            <a:r>
              <a:rPr lang="en-US" sz="1800" b="1"/>
              <a:t>events</a:t>
            </a:r>
            <a:r>
              <a:rPr lang="en-US" sz="1800"/>
              <a:t> that will make rental price fluctuates before investing a property.</a:t>
            </a:r>
            <a:endParaRPr lang="en-AU"/>
          </a:p>
        </p:txBody>
      </p:sp>
      <p:sp>
        <p:nvSpPr>
          <p:cNvPr id="48" name="Rectangle 47">
            <a:extLst>
              <a:ext uri="{FF2B5EF4-FFF2-40B4-BE49-F238E27FC236}">
                <a16:creationId xmlns:a16="http://schemas.microsoft.com/office/drawing/2014/main" id="{31AB8E38-C5CA-F7A2-ED62-B340A7DBD296}"/>
              </a:ext>
            </a:extLst>
          </p:cNvPr>
          <p:cNvSpPr/>
          <p:nvPr/>
        </p:nvSpPr>
        <p:spPr>
          <a:xfrm>
            <a:off x="8498875" y="1971814"/>
            <a:ext cx="2631440" cy="290875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2" name="TextBox 51">
            <a:extLst>
              <a:ext uri="{FF2B5EF4-FFF2-40B4-BE49-F238E27FC236}">
                <a16:creationId xmlns:a16="http://schemas.microsoft.com/office/drawing/2014/main" id="{B314955A-F491-2C34-9427-74F51B82F5AE}"/>
              </a:ext>
            </a:extLst>
          </p:cNvPr>
          <p:cNvSpPr txBox="1"/>
          <p:nvPr/>
        </p:nvSpPr>
        <p:spPr>
          <a:xfrm>
            <a:off x="8634765" y="2524584"/>
            <a:ext cx="2237740" cy="2031325"/>
          </a:xfrm>
          <a:prstGeom prst="rect">
            <a:avLst/>
          </a:prstGeom>
          <a:noFill/>
        </p:spPr>
        <p:txBody>
          <a:bodyPr wrap="square">
            <a:spAutoFit/>
          </a:bodyPr>
          <a:lstStyle/>
          <a:p>
            <a:pPr algn="just"/>
            <a:r>
              <a:rPr lang="en-US"/>
              <a:t>Property developers should focus on </a:t>
            </a:r>
            <a:r>
              <a:rPr lang="en-US" b="1"/>
              <a:t>potential area </a:t>
            </a:r>
            <a:r>
              <a:rPr lang="en-US"/>
              <a:t>to build a property by monitoring different areas based on the different aspects.</a:t>
            </a:r>
            <a:endParaRPr lang="en-AU"/>
          </a:p>
        </p:txBody>
      </p:sp>
      <p:pic>
        <p:nvPicPr>
          <p:cNvPr id="40" name="Picture 39">
            <a:extLst>
              <a:ext uri="{FF2B5EF4-FFF2-40B4-BE49-F238E27FC236}">
                <a16:creationId xmlns:a16="http://schemas.microsoft.com/office/drawing/2014/main" id="{75218029-E45D-A8AF-D5EF-EAED4D2A27B4}"/>
              </a:ext>
            </a:extLst>
          </p:cNvPr>
          <p:cNvPicPr>
            <a:picLocks noChangeAspect="1"/>
          </p:cNvPicPr>
          <p:nvPr/>
        </p:nvPicPr>
        <p:blipFill rotWithShape="1">
          <a:blip r:embed="rId3"/>
          <a:srcRect b="25324"/>
          <a:stretch/>
        </p:blipFill>
        <p:spPr>
          <a:xfrm>
            <a:off x="0" y="0"/>
            <a:ext cx="12192000" cy="1314199"/>
          </a:xfrm>
          <a:prstGeom prst="rect">
            <a:avLst/>
          </a:prstGeom>
        </p:spPr>
      </p:pic>
      <p:sp>
        <p:nvSpPr>
          <p:cNvPr id="35" name="Rectangle: Diagonal Corners Rounded 34">
            <a:extLst>
              <a:ext uri="{FF2B5EF4-FFF2-40B4-BE49-F238E27FC236}">
                <a16:creationId xmlns:a16="http://schemas.microsoft.com/office/drawing/2014/main" id="{235699FD-F4CB-561A-8570-56DE40A54233}"/>
              </a:ext>
            </a:extLst>
          </p:cNvPr>
          <p:cNvSpPr/>
          <p:nvPr/>
        </p:nvSpPr>
        <p:spPr>
          <a:xfrm>
            <a:off x="1305525" y="1314200"/>
            <a:ext cx="2875280" cy="812800"/>
          </a:xfrm>
          <a:prstGeom prst="round2DiagRect">
            <a:avLst>
              <a:gd name="adj1" fmla="val 10417"/>
              <a:gd name="adj2" fmla="val 0"/>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Google Shape;876;p36">
            <a:extLst>
              <a:ext uri="{FF2B5EF4-FFF2-40B4-BE49-F238E27FC236}">
                <a16:creationId xmlns:a16="http://schemas.microsoft.com/office/drawing/2014/main" id="{899CF2AA-063C-8183-4D2D-590E515DEA76}"/>
              </a:ext>
            </a:extLst>
          </p:cNvPr>
          <p:cNvSpPr txBox="1">
            <a:spLocks/>
          </p:cNvSpPr>
          <p:nvPr/>
        </p:nvSpPr>
        <p:spPr>
          <a:xfrm>
            <a:off x="1891780" y="1387740"/>
            <a:ext cx="1841434" cy="46228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 sz="2800" b="1">
                <a:solidFill>
                  <a:schemeClr val="bg1"/>
                </a:solidFill>
                <a:latin typeface="Segoe UI"/>
              </a:rPr>
              <a:t>Tenants</a:t>
            </a:r>
          </a:p>
        </p:txBody>
      </p:sp>
      <p:sp>
        <p:nvSpPr>
          <p:cNvPr id="45" name="Rectangle: Diagonal Corners Rounded 44">
            <a:extLst>
              <a:ext uri="{FF2B5EF4-FFF2-40B4-BE49-F238E27FC236}">
                <a16:creationId xmlns:a16="http://schemas.microsoft.com/office/drawing/2014/main" id="{19FAB046-50CF-5CD8-7190-C0C108267156}"/>
              </a:ext>
            </a:extLst>
          </p:cNvPr>
          <p:cNvSpPr/>
          <p:nvPr/>
        </p:nvSpPr>
        <p:spPr>
          <a:xfrm>
            <a:off x="4856480" y="1319817"/>
            <a:ext cx="2875280" cy="812800"/>
          </a:xfrm>
          <a:prstGeom prst="round2DiagRect">
            <a:avLst>
              <a:gd name="adj1" fmla="val 10417"/>
              <a:gd name="adj2" fmla="val 0"/>
            </a:avLst>
          </a:prstGeom>
          <a:solidFill>
            <a:schemeClr val="accent4">
              <a:lumMod val="5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6" name="Google Shape;876;p36">
            <a:extLst>
              <a:ext uri="{FF2B5EF4-FFF2-40B4-BE49-F238E27FC236}">
                <a16:creationId xmlns:a16="http://schemas.microsoft.com/office/drawing/2014/main" id="{8A9C76DA-67DB-D1E2-0AC7-5B8E4AC0FFCE}"/>
              </a:ext>
            </a:extLst>
          </p:cNvPr>
          <p:cNvSpPr txBox="1">
            <a:spLocks/>
          </p:cNvSpPr>
          <p:nvPr/>
        </p:nvSpPr>
        <p:spPr>
          <a:xfrm>
            <a:off x="5364410" y="1400257"/>
            <a:ext cx="2084037" cy="46228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 sz="2800" b="1">
                <a:solidFill>
                  <a:schemeClr val="bg1"/>
                </a:solidFill>
                <a:latin typeface="Segoe UI"/>
              </a:rPr>
              <a:t>Investors</a:t>
            </a:r>
          </a:p>
        </p:txBody>
      </p:sp>
      <p:sp>
        <p:nvSpPr>
          <p:cNvPr id="50" name="Rectangle: Diagonal Corners Rounded 49">
            <a:extLst>
              <a:ext uri="{FF2B5EF4-FFF2-40B4-BE49-F238E27FC236}">
                <a16:creationId xmlns:a16="http://schemas.microsoft.com/office/drawing/2014/main" id="{F674633C-F704-B23A-959D-06C55A6B989F}"/>
              </a:ext>
            </a:extLst>
          </p:cNvPr>
          <p:cNvSpPr/>
          <p:nvPr/>
        </p:nvSpPr>
        <p:spPr>
          <a:xfrm>
            <a:off x="8407435" y="1314200"/>
            <a:ext cx="2875280" cy="812800"/>
          </a:xfrm>
          <a:prstGeom prst="round2DiagRect">
            <a:avLst>
              <a:gd name="adj1" fmla="val 10417"/>
              <a:gd name="adj2" fmla="val 0"/>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1" name="Google Shape;876;p36">
            <a:extLst>
              <a:ext uri="{FF2B5EF4-FFF2-40B4-BE49-F238E27FC236}">
                <a16:creationId xmlns:a16="http://schemas.microsoft.com/office/drawing/2014/main" id="{4575EDAF-6474-3DB2-95F0-EB5BC7B1E551}"/>
              </a:ext>
            </a:extLst>
          </p:cNvPr>
          <p:cNvSpPr txBox="1">
            <a:spLocks/>
          </p:cNvSpPr>
          <p:nvPr/>
        </p:nvSpPr>
        <p:spPr>
          <a:xfrm>
            <a:off x="8559835" y="1397063"/>
            <a:ext cx="2631440" cy="46228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RPr/>
            </a:defPPr>
            <a:lvl1pPr marR="0" lvl="0" algn="l" defTabSz="914400" rtl="0" eaLnBrk="1" latinLnBrk="0" hangingPunct="1">
              <a:lnSpc>
                <a:spcPct val="100000"/>
              </a:lnSpc>
              <a:spcBef>
                <a:spcPts val="0"/>
              </a:spcBef>
              <a:spcAft>
                <a:spcPts val="0"/>
              </a:spcAft>
              <a:buClr>
                <a:srgbClr val="000000"/>
              </a:buClr>
              <a:buFont typeface="Arial"/>
              <a:buNone/>
              <a:defRPr sz="1867" b="0" i="0" u="none" strike="noStrike" kern="1200" cap="none" spc="30" baseline="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 sz="2800" b="1">
                <a:solidFill>
                  <a:schemeClr val="bg1"/>
                </a:solidFill>
                <a:latin typeface="Segoe UI"/>
              </a:rPr>
              <a:t>Developers</a:t>
            </a:r>
          </a:p>
        </p:txBody>
      </p:sp>
      <p:sp>
        <p:nvSpPr>
          <p:cNvPr id="56" name="TextBox 55">
            <a:extLst>
              <a:ext uri="{FF2B5EF4-FFF2-40B4-BE49-F238E27FC236}">
                <a16:creationId xmlns:a16="http://schemas.microsoft.com/office/drawing/2014/main" id="{801F2568-4060-199E-ED86-A437CAF9A8D5}"/>
              </a:ext>
            </a:extLst>
          </p:cNvPr>
          <p:cNvSpPr txBox="1"/>
          <p:nvPr/>
        </p:nvSpPr>
        <p:spPr>
          <a:xfrm>
            <a:off x="1528204" y="5313821"/>
            <a:ext cx="9863714" cy="646331"/>
          </a:xfrm>
          <a:prstGeom prst="rect">
            <a:avLst/>
          </a:prstGeom>
          <a:noFill/>
        </p:spPr>
        <p:txBody>
          <a:bodyPr wrap="square">
            <a:spAutoFit/>
          </a:bodyPr>
          <a:lstStyle/>
          <a:p>
            <a:r>
              <a:rPr lang="en-US"/>
              <a:t>This has proved the importance of predictive models in understanding and forecasting rental market dynamics in the real estate sector.</a:t>
            </a:r>
            <a:endParaRPr lang="en-AU"/>
          </a:p>
        </p:txBody>
      </p:sp>
      <p:pic>
        <p:nvPicPr>
          <p:cNvPr id="448" name="Graphic 447" descr="Lights On with solid fill">
            <a:extLst>
              <a:ext uri="{FF2B5EF4-FFF2-40B4-BE49-F238E27FC236}">
                <a16:creationId xmlns:a16="http://schemas.microsoft.com/office/drawing/2014/main" id="{A4A1FA4A-6007-0070-B3F6-33BBB5FF9EF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5225" y="5086600"/>
            <a:ext cx="914400" cy="914400"/>
          </a:xfrm>
          <a:prstGeom prst="rect">
            <a:avLst/>
          </a:prstGeom>
        </p:spPr>
      </p:pic>
    </p:spTree>
    <p:extLst>
      <p:ext uri="{BB962C8B-B14F-4D97-AF65-F5344CB8AC3E}">
        <p14:creationId xmlns:p14="http://schemas.microsoft.com/office/powerpoint/2010/main" val="2098694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ppt_x"/>
                                          </p:val>
                                        </p:tav>
                                        <p:tav tm="100000">
                                          <p:val>
                                            <p:strVal val="#ppt_x"/>
                                          </p:val>
                                        </p:tav>
                                      </p:tavLst>
                                    </p:anim>
                                    <p:anim calcmode="lin" valueType="num">
                                      <p:cBhvr additive="base">
                                        <p:cTn id="8" dur="500" fill="hold"/>
                                        <p:tgtEl>
                                          <p:spTgt spid="4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500" fill="hold"/>
                                        <p:tgtEl>
                                          <p:spTgt spid="43"/>
                                        </p:tgtEl>
                                        <p:attrNameLst>
                                          <p:attrName>ppt_x</p:attrName>
                                        </p:attrNameLst>
                                      </p:cBhvr>
                                      <p:tavLst>
                                        <p:tav tm="0">
                                          <p:val>
                                            <p:strVal val="#ppt_x"/>
                                          </p:val>
                                        </p:tav>
                                        <p:tav tm="100000">
                                          <p:val>
                                            <p:strVal val="#ppt_x"/>
                                          </p:val>
                                        </p:tav>
                                      </p:tavLst>
                                    </p:anim>
                                    <p:anim calcmode="lin" valueType="num">
                                      <p:cBhvr additive="base">
                                        <p:cTn id="12" dur="500" fill="hold"/>
                                        <p:tgtEl>
                                          <p:spTgt spid="43"/>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anim calcmode="lin" valueType="num">
                                      <p:cBhvr additive="base">
                                        <p:cTn id="17" dur="500" fill="hold"/>
                                        <p:tgtEl>
                                          <p:spTgt spid="44"/>
                                        </p:tgtEl>
                                        <p:attrNameLst>
                                          <p:attrName>ppt_x</p:attrName>
                                        </p:attrNameLst>
                                      </p:cBhvr>
                                      <p:tavLst>
                                        <p:tav tm="0">
                                          <p:val>
                                            <p:strVal val="#ppt_x"/>
                                          </p:val>
                                        </p:tav>
                                        <p:tav tm="100000">
                                          <p:val>
                                            <p:strVal val="#ppt_x"/>
                                          </p:val>
                                        </p:tav>
                                      </p:tavLst>
                                    </p:anim>
                                    <p:anim calcmode="lin" valueType="num">
                                      <p:cBhvr additive="base">
                                        <p:cTn id="18" dur="500" fill="hold"/>
                                        <p:tgtEl>
                                          <p:spTgt spid="44"/>
                                        </p:tgtEl>
                                        <p:attrNameLst>
                                          <p:attrName>ppt_y</p:attrName>
                                        </p:attrNameLst>
                                      </p:cBhvr>
                                      <p:tavLst>
                                        <p:tav tm="0">
                                          <p:val>
                                            <p:strVal val="0-#ppt_h/2"/>
                                          </p:val>
                                        </p:tav>
                                        <p:tav tm="100000">
                                          <p:val>
                                            <p:strVal val="#ppt_y"/>
                                          </p:val>
                                        </p:tav>
                                      </p:tavLst>
                                    </p:anim>
                                  </p:childTnLst>
                                </p:cTn>
                              </p:par>
                              <p:par>
                                <p:cTn id="19" presetID="2" presetClass="entr" presetSubtype="1"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anim calcmode="lin" valueType="num">
                                      <p:cBhvr additive="base">
                                        <p:cTn id="21" dur="500" fill="hold"/>
                                        <p:tgtEl>
                                          <p:spTgt spid="47"/>
                                        </p:tgtEl>
                                        <p:attrNameLst>
                                          <p:attrName>ppt_x</p:attrName>
                                        </p:attrNameLst>
                                      </p:cBhvr>
                                      <p:tavLst>
                                        <p:tav tm="0">
                                          <p:val>
                                            <p:strVal val="#ppt_x"/>
                                          </p:val>
                                        </p:tav>
                                        <p:tav tm="100000">
                                          <p:val>
                                            <p:strVal val="#ppt_x"/>
                                          </p:val>
                                        </p:tav>
                                      </p:tavLst>
                                    </p:anim>
                                    <p:anim calcmode="lin" valueType="num">
                                      <p:cBhvr additive="base">
                                        <p:cTn id="22" dur="500" fill="hold"/>
                                        <p:tgtEl>
                                          <p:spTgt spid="47"/>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1" fill="hold" grpId="0" nodeType="clickEffect">
                                  <p:stCondLst>
                                    <p:cond delay="0"/>
                                  </p:stCondLst>
                                  <p:childTnLst>
                                    <p:set>
                                      <p:cBhvr>
                                        <p:cTn id="26" dur="1" fill="hold">
                                          <p:stCondLst>
                                            <p:cond delay="0"/>
                                          </p:stCondLst>
                                        </p:cTn>
                                        <p:tgtEl>
                                          <p:spTgt spid="48"/>
                                        </p:tgtEl>
                                        <p:attrNameLst>
                                          <p:attrName>style.visibility</p:attrName>
                                        </p:attrNameLst>
                                      </p:cBhvr>
                                      <p:to>
                                        <p:strVal val="visible"/>
                                      </p:to>
                                    </p:set>
                                    <p:anim calcmode="lin" valueType="num">
                                      <p:cBhvr additive="base">
                                        <p:cTn id="27" dur="500" fill="hold"/>
                                        <p:tgtEl>
                                          <p:spTgt spid="48"/>
                                        </p:tgtEl>
                                        <p:attrNameLst>
                                          <p:attrName>ppt_x</p:attrName>
                                        </p:attrNameLst>
                                      </p:cBhvr>
                                      <p:tavLst>
                                        <p:tav tm="0">
                                          <p:val>
                                            <p:strVal val="#ppt_x"/>
                                          </p:val>
                                        </p:tav>
                                        <p:tav tm="100000">
                                          <p:val>
                                            <p:strVal val="#ppt_x"/>
                                          </p:val>
                                        </p:tav>
                                      </p:tavLst>
                                    </p:anim>
                                    <p:anim calcmode="lin" valueType="num">
                                      <p:cBhvr additive="base">
                                        <p:cTn id="28" dur="500" fill="hold"/>
                                        <p:tgtEl>
                                          <p:spTgt spid="48"/>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52"/>
                                        </p:tgtEl>
                                        <p:attrNameLst>
                                          <p:attrName>style.visibility</p:attrName>
                                        </p:attrNameLst>
                                      </p:cBhvr>
                                      <p:to>
                                        <p:strVal val="visible"/>
                                      </p:to>
                                    </p:set>
                                    <p:anim calcmode="lin" valueType="num">
                                      <p:cBhvr additive="base">
                                        <p:cTn id="31" dur="500" fill="hold"/>
                                        <p:tgtEl>
                                          <p:spTgt spid="52"/>
                                        </p:tgtEl>
                                        <p:attrNameLst>
                                          <p:attrName>ppt_x</p:attrName>
                                        </p:attrNameLst>
                                      </p:cBhvr>
                                      <p:tavLst>
                                        <p:tav tm="0">
                                          <p:val>
                                            <p:strVal val="#ppt_x"/>
                                          </p:val>
                                        </p:tav>
                                        <p:tav tm="100000">
                                          <p:val>
                                            <p:strVal val="#ppt_x"/>
                                          </p:val>
                                        </p:tav>
                                      </p:tavLst>
                                    </p:anim>
                                    <p:anim calcmode="lin" valueType="num">
                                      <p:cBhvr additive="base">
                                        <p:cTn id="32" dur="500" fill="hold"/>
                                        <p:tgtEl>
                                          <p:spTgt spid="52"/>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41" grpId="0" animBg="1"/>
      <p:bldP spid="43" grpId="0"/>
      <p:bldP spid="44" grpId="0" animBg="1"/>
      <p:bldP spid="47" grpId="0"/>
      <p:bldP spid="48" grpId="0" animBg="1"/>
      <p:bldP spid="52" grpId="0"/>
      <p:bldP spid="5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5" name="Google Shape;962;p41">
            <a:extLst>
              <a:ext uri="{FF2B5EF4-FFF2-40B4-BE49-F238E27FC236}">
                <a16:creationId xmlns:a16="http://schemas.microsoft.com/office/drawing/2014/main" id="{25CB3C47-2065-05B9-2C3C-B8C0947DA032}"/>
              </a:ext>
            </a:extLst>
          </p:cNvPr>
          <p:cNvSpPr txBox="1">
            <a:spLocks noGrp="1"/>
          </p:cNvSpPr>
          <p:nvPr/>
        </p:nvSpPr>
        <p:spPr>
          <a:xfrm>
            <a:off x="0" y="2844465"/>
            <a:ext cx="12192000" cy="790612"/>
          </a:xfrm>
          <a:prstGeom prst="rect">
            <a:avLst/>
          </a:prstGeom>
        </p:spPr>
        <p:txBody>
          <a:bodyPr spcFirstLastPara="1" vert="horz" wrap="square" lIns="121900" tIns="121900" rIns="121900" bIns="121900" rtlCol="0" anchor="ctr" anchorCtr="0">
            <a:noAutofit/>
          </a:bodyPr>
          <a:lstStyle>
            <a:lvl1pPr lvl="0" algn="l" defTabSz="914400" rtl="0" eaLnBrk="1" latinLnBrk="0" hangingPunct="1">
              <a:lnSpc>
                <a:spcPct val="100000"/>
              </a:lnSpc>
              <a:spcBef>
                <a:spcPts val="0"/>
              </a:spcBef>
              <a:spcAft>
                <a:spcPts val="0"/>
              </a:spcAft>
              <a:buClr>
                <a:schemeClr val="accent4"/>
              </a:buClr>
              <a:buSzPts val="12000"/>
              <a:buNone/>
              <a:defRPr sz="16000" kern="1200" cap="all" spc="30" baseline="0">
                <a:solidFill>
                  <a:schemeClr val="accent4"/>
                </a:solidFill>
                <a:latin typeface="+mj-lt"/>
                <a:ea typeface="+mj-ea"/>
                <a:cs typeface="+mj-cs"/>
              </a:defRPr>
            </a:lvl1pPr>
            <a:lvl2pPr lvl="1" algn="ctr">
              <a:spcBef>
                <a:spcPts val="0"/>
              </a:spcBef>
              <a:spcAft>
                <a:spcPts val="0"/>
              </a:spcAft>
              <a:buClr>
                <a:schemeClr val="accent4"/>
              </a:buClr>
              <a:buSzPts val="12000"/>
              <a:buNone/>
              <a:defRPr sz="16000">
                <a:solidFill>
                  <a:schemeClr val="accent4"/>
                </a:solidFill>
              </a:defRPr>
            </a:lvl2pPr>
            <a:lvl3pPr lvl="2" algn="ctr">
              <a:spcBef>
                <a:spcPts val="0"/>
              </a:spcBef>
              <a:spcAft>
                <a:spcPts val="0"/>
              </a:spcAft>
              <a:buClr>
                <a:schemeClr val="accent4"/>
              </a:buClr>
              <a:buSzPts val="12000"/>
              <a:buNone/>
              <a:defRPr sz="16000">
                <a:solidFill>
                  <a:schemeClr val="accent4"/>
                </a:solidFill>
              </a:defRPr>
            </a:lvl3pPr>
            <a:lvl4pPr lvl="3" algn="ctr">
              <a:spcBef>
                <a:spcPts val="0"/>
              </a:spcBef>
              <a:spcAft>
                <a:spcPts val="0"/>
              </a:spcAft>
              <a:buClr>
                <a:schemeClr val="accent4"/>
              </a:buClr>
              <a:buSzPts val="12000"/>
              <a:buNone/>
              <a:defRPr sz="16000">
                <a:solidFill>
                  <a:schemeClr val="accent4"/>
                </a:solidFill>
              </a:defRPr>
            </a:lvl4pPr>
            <a:lvl5pPr lvl="4" algn="ctr">
              <a:spcBef>
                <a:spcPts val="0"/>
              </a:spcBef>
              <a:spcAft>
                <a:spcPts val="0"/>
              </a:spcAft>
              <a:buClr>
                <a:schemeClr val="accent4"/>
              </a:buClr>
              <a:buSzPts val="12000"/>
              <a:buNone/>
              <a:defRPr sz="16000">
                <a:solidFill>
                  <a:schemeClr val="accent4"/>
                </a:solidFill>
              </a:defRPr>
            </a:lvl5pPr>
            <a:lvl6pPr lvl="5" algn="ctr">
              <a:spcBef>
                <a:spcPts val="0"/>
              </a:spcBef>
              <a:spcAft>
                <a:spcPts val="0"/>
              </a:spcAft>
              <a:buClr>
                <a:schemeClr val="accent4"/>
              </a:buClr>
              <a:buSzPts val="12000"/>
              <a:buNone/>
              <a:defRPr sz="16000">
                <a:solidFill>
                  <a:schemeClr val="accent4"/>
                </a:solidFill>
              </a:defRPr>
            </a:lvl6pPr>
            <a:lvl7pPr lvl="6" algn="ctr">
              <a:spcBef>
                <a:spcPts val="0"/>
              </a:spcBef>
              <a:spcAft>
                <a:spcPts val="0"/>
              </a:spcAft>
              <a:buClr>
                <a:schemeClr val="accent4"/>
              </a:buClr>
              <a:buSzPts val="12000"/>
              <a:buNone/>
              <a:defRPr sz="16000">
                <a:solidFill>
                  <a:schemeClr val="accent4"/>
                </a:solidFill>
              </a:defRPr>
            </a:lvl7pPr>
            <a:lvl8pPr lvl="7" algn="ctr">
              <a:spcBef>
                <a:spcPts val="0"/>
              </a:spcBef>
              <a:spcAft>
                <a:spcPts val="0"/>
              </a:spcAft>
              <a:buClr>
                <a:schemeClr val="accent4"/>
              </a:buClr>
              <a:buSzPts val="12000"/>
              <a:buNone/>
              <a:defRPr sz="16000">
                <a:solidFill>
                  <a:schemeClr val="accent4"/>
                </a:solidFill>
              </a:defRPr>
            </a:lvl8pPr>
            <a:lvl9pPr lvl="8" algn="ctr">
              <a:spcBef>
                <a:spcPts val="0"/>
              </a:spcBef>
              <a:spcAft>
                <a:spcPts val="0"/>
              </a:spcAft>
              <a:buClr>
                <a:schemeClr val="accent4"/>
              </a:buClr>
              <a:buSzPts val="12000"/>
              <a:buNone/>
              <a:defRPr sz="16000">
                <a:solidFill>
                  <a:schemeClr val="accent4"/>
                </a:solidFill>
              </a:defRPr>
            </a:lvl9pPr>
          </a:lstStyle>
          <a:p>
            <a:pPr algn="ctr"/>
            <a:r>
              <a:rPr lang="en-US" sz="4800">
                <a:solidFill>
                  <a:schemeClr val="tx2">
                    <a:lumMod val="75000"/>
                    <a:lumOff val="25000"/>
                  </a:schemeClr>
                </a:solidFill>
                <a:latin typeface="Bebas Neue"/>
              </a:rPr>
              <a:t>Danke !</a:t>
            </a:r>
            <a:endParaRPr lang="en-US">
              <a:solidFill>
                <a:schemeClr val="tx2">
                  <a:lumMod val="75000"/>
                  <a:lumOff val="25000"/>
                </a:schemeClr>
              </a:solidFill>
            </a:endParaRPr>
          </a:p>
        </p:txBody>
      </p:sp>
    </p:spTree>
    <p:extLst>
      <p:ext uri="{BB962C8B-B14F-4D97-AF65-F5344CB8AC3E}">
        <p14:creationId xmlns:p14="http://schemas.microsoft.com/office/powerpoint/2010/main" val="25144295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E6B48-2576-511F-E08A-594B9BA32E7B}"/>
              </a:ext>
            </a:extLst>
          </p:cNvPr>
          <p:cNvSpPr>
            <a:spLocks noGrp="1"/>
          </p:cNvSpPr>
          <p:nvPr>
            <p:ph type="title"/>
          </p:nvPr>
        </p:nvSpPr>
        <p:spPr/>
        <p:txBody>
          <a:bodyPr/>
          <a:lstStyle/>
          <a:p>
            <a:endParaRPr lang="en-AU"/>
          </a:p>
        </p:txBody>
      </p:sp>
      <p:sp>
        <p:nvSpPr>
          <p:cNvPr id="3" name="Subtitle 2">
            <a:extLst>
              <a:ext uri="{FF2B5EF4-FFF2-40B4-BE49-F238E27FC236}">
                <a16:creationId xmlns:a16="http://schemas.microsoft.com/office/drawing/2014/main" id="{61989310-152F-135B-6113-E2D37596E506}"/>
              </a:ext>
            </a:extLst>
          </p:cNvPr>
          <p:cNvSpPr>
            <a:spLocks noGrp="1"/>
          </p:cNvSpPr>
          <p:nvPr>
            <p:ph type="subTitle" idx="1"/>
          </p:nvPr>
        </p:nvSpPr>
        <p:spPr/>
        <p:txBody>
          <a:bodyPr/>
          <a:lstStyle/>
          <a:p>
            <a:endParaRPr lang="en-AU"/>
          </a:p>
        </p:txBody>
      </p:sp>
      <p:sp>
        <p:nvSpPr>
          <p:cNvPr id="4" name="Rectangle 3">
            <a:extLst>
              <a:ext uri="{FF2B5EF4-FFF2-40B4-BE49-F238E27FC236}">
                <a16:creationId xmlns:a16="http://schemas.microsoft.com/office/drawing/2014/main" id="{17BF8FA4-666B-02B3-D2F6-19CF8D563534}"/>
              </a:ext>
            </a:extLst>
          </p:cNvPr>
          <p:cNvSpPr/>
          <p:nvPr/>
        </p:nvSpPr>
        <p:spPr>
          <a:xfrm>
            <a:off x="0" y="0"/>
            <a:ext cx="12192000" cy="685800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4A93B164-4A19-0D39-DA65-BE45F5CE3655}"/>
              </a:ext>
            </a:extLst>
          </p:cNvPr>
          <p:cNvSpPr txBox="1"/>
          <p:nvPr/>
        </p:nvSpPr>
        <p:spPr>
          <a:xfrm>
            <a:off x="0" y="432620"/>
            <a:ext cx="12191999" cy="369332"/>
          </a:xfrm>
          <a:prstGeom prst="rect">
            <a:avLst/>
          </a:prstGeom>
          <a:noFill/>
        </p:spPr>
        <p:txBody>
          <a:bodyPr wrap="square" rtlCol="0">
            <a:spAutoFit/>
          </a:bodyPr>
          <a:lstStyle/>
          <a:p>
            <a:pPr algn="ctr"/>
            <a:r>
              <a:rPr lang="en-MY" b="1">
                <a:solidFill>
                  <a:schemeClr val="bg1"/>
                </a:solidFill>
              </a:rPr>
              <a:t>References</a:t>
            </a:r>
          </a:p>
        </p:txBody>
      </p:sp>
      <p:sp>
        <p:nvSpPr>
          <p:cNvPr id="6" name="TextBox 5">
            <a:extLst>
              <a:ext uri="{FF2B5EF4-FFF2-40B4-BE49-F238E27FC236}">
                <a16:creationId xmlns:a16="http://schemas.microsoft.com/office/drawing/2014/main" id="{72F8C396-0967-CD9C-127B-EAD56C9CFA3E}"/>
              </a:ext>
            </a:extLst>
          </p:cNvPr>
          <p:cNvSpPr txBox="1"/>
          <p:nvPr/>
        </p:nvSpPr>
        <p:spPr>
          <a:xfrm>
            <a:off x="373625" y="1111750"/>
            <a:ext cx="11583023" cy="1969770"/>
          </a:xfrm>
          <a:prstGeom prst="rect">
            <a:avLst/>
          </a:prstGeom>
          <a:noFill/>
        </p:spPr>
        <p:txBody>
          <a:bodyPr wrap="square" rtlCol="0">
            <a:spAutoFit/>
          </a:bodyPr>
          <a:lstStyle/>
          <a:p>
            <a:pPr indent="-457200" algn="just"/>
            <a:r>
              <a:rPr lang="en-MY" sz="1400">
                <a:solidFill>
                  <a:schemeClr val="bg1"/>
                </a:solidFill>
                <a:effectLst/>
                <a:latin typeface="Times New Roman" panose="02020603050405020304" pitchFamily="18" charset="0"/>
                <a:ea typeface="Times New Roman" panose="02020603050405020304" pitchFamily="18" charset="0"/>
              </a:rPr>
              <a:t>‌Chan, K. H., Ho, G. Y., Lim, F. Y., Lim, M. Y., &amp; Yap, Y. L. (2018). </a:t>
            </a:r>
            <a:r>
              <a:rPr lang="en-MY" sz="1400" i="1">
                <a:solidFill>
                  <a:schemeClr val="bg1"/>
                </a:solidFill>
                <a:effectLst/>
                <a:latin typeface="Times New Roman" panose="02020603050405020304" pitchFamily="18" charset="0"/>
                <a:ea typeface="Times New Roman" panose="02020603050405020304" pitchFamily="18" charset="0"/>
              </a:rPr>
              <a:t>Determinants of housing price index in Malaysia</a:t>
            </a:r>
            <a:r>
              <a:rPr lang="en-MY" sz="1400">
                <a:solidFill>
                  <a:schemeClr val="bg1"/>
                </a:solidFill>
                <a:effectLst/>
                <a:latin typeface="Times New Roman" panose="02020603050405020304" pitchFamily="18" charset="0"/>
                <a:ea typeface="Times New Roman" panose="02020603050405020304" pitchFamily="18" charset="0"/>
              </a:rPr>
              <a:t> (Doctoral dissertation, UTAR).</a:t>
            </a:r>
          </a:p>
          <a:p>
            <a:pPr indent="-457200" algn="just"/>
            <a:endParaRPr lang="en-MY" sz="1400">
              <a:solidFill>
                <a:schemeClr val="bg1"/>
              </a:solidFill>
              <a:effectLst/>
              <a:latin typeface="Times New Roman" panose="02020603050405020304" pitchFamily="18" charset="0"/>
              <a:ea typeface="Times New Roman" panose="02020603050405020304" pitchFamily="18" charset="0"/>
            </a:endParaRPr>
          </a:p>
          <a:p>
            <a:pPr indent="-457200" algn="just">
              <a:lnSpc>
                <a:spcPts val="2400"/>
              </a:lnSpc>
            </a:pPr>
            <a:r>
              <a:rPr lang="en-MY" sz="1400" err="1">
                <a:solidFill>
                  <a:schemeClr val="bg1"/>
                </a:solidFill>
                <a:effectLst/>
                <a:latin typeface="Times New Roman" panose="02020603050405020304" pitchFamily="18" charset="0"/>
                <a:ea typeface="Times New Roman" panose="02020603050405020304" pitchFamily="18" charset="0"/>
              </a:rPr>
              <a:t>Worldometer</a:t>
            </a:r>
            <a:r>
              <a:rPr lang="en-MY" sz="1400">
                <a:solidFill>
                  <a:schemeClr val="bg1"/>
                </a:solidFill>
                <a:effectLst/>
                <a:latin typeface="Times New Roman" panose="02020603050405020304" pitchFamily="18" charset="0"/>
                <a:ea typeface="Times New Roman" panose="02020603050405020304" pitchFamily="18" charset="0"/>
              </a:rPr>
              <a:t>. (2023). </a:t>
            </a:r>
            <a:r>
              <a:rPr lang="en-MY" sz="1400" i="1">
                <a:solidFill>
                  <a:schemeClr val="bg1"/>
                </a:solidFill>
                <a:effectLst/>
                <a:latin typeface="Times New Roman" panose="02020603050405020304" pitchFamily="18" charset="0"/>
                <a:ea typeface="Times New Roman" panose="02020603050405020304" pitchFamily="18" charset="0"/>
              </a:rPr>
              <a:t>Malaysia Population</a:t>
            </a:r>
            <a:r>
              <a:rPr lang="en-MY" sz="1400">
                <a:solidFill>
                  <a:schemeClr val="bg1"/>
                </a:solidFill>
                <a:effectLst/>
                <a:latin typeface="Times New Roman" panose="02020603050405020304" pitchFamily="18" charset="0"/>
                <a:ea typeface="Times New Roman" panose="02020603050405020304" pitchFamily="18" charset="0"/>
              </a:rPr>
              <a:t>. https://www.worldometers.info/world-population/malaysia-population/</a:t>
            </a:r>
            <a:r>
              <a:rPr lang="en-MY" sz="1400">
                <a:solidFill>
                  <a:schemeClr val="bg1"/>
                </a:solidFill>
                <a:effectLst/>
                <a:latin typeface="Times New Roman" panose="02020603050405020304" pitchFamily="18" charset="0"/>
                <a:ea typeface="DengXian" panose="02010600030101010101" pitchFamily="2" charset="-122"/>
              </a:rPr>
              <a:t> </a:t>
            </a:r>
          </a:p>
          <a:p>
            <a:pPr indent="-457200" algn="just">
              <a:lnSpc>
                <a:spcPts val="2400"/>
              </a:lnSpc>
            </a:pPr>
            <a:endParaRPr lang="en-MY" sz="1400">
              <a:solidFill>
                <a:schemeClr val="bg1"/>
              </a:solidFill>
              <a:effectLst/>
              <a:latin typeface="Times New Roman" panose="02020603050405020304" pitchFamily="18" charset="0"/>
              <a:ea typeface="DengXian" panose="02010600030101010101" pitchFamily="2" charset="-122"/>
            </a:endParaRPr>
          </a:p>
          <a:p>
            <a:pPr indent="-457200" algn="just">
              <a:lnSpc>
                <a:spcPts val="2400"/>
              </a:lnSpc>
            </a:pPr>
            <a:r>
              <a:rPr lang="en-US" sz="1400" b="0" i="0" err="1">
                <a:solidFill>
                  <a:schemeClr val="bg1"/>
                </a:solidFill>
                <a:effectLst/>
                <a:latin typeface="Times New Roman" panose="02020603050405020304" pitchFamily="18" charset="0"/>
                <a:ea typeface="Tahoma" panose="020B0604030504040204" pitchFamily="34" charset="0"/>
                <a:cs typeface="Times New Roman" panose="02020603050405020304" pitchFamily="18" charset="0"/>
              </a:rPr>
              <a:t>Zainon</a:t>
            </a:r>
            <a:r>
              <a:rPr lang="en-US" sz="1400" b="0" i="0">
                <a:solidFill>
                  <a:schemeClr val="bg1"/>
                </a:solidFill>
                <a:effectLst/>
                <a:latin typeface="Times New Roman" panose="02020603050405020304" pitchFamily="18" charset="0"/>
                <a:ea typeface="Tahoma" panose="020B0604030504040204" pitchFamily="34" charset="0"/>
                <a:cs typeface="Times New Roman" panose="02020603050405020304" pitchFamily="18" charset="0"/>
              </a:rPr>
              <a:t>, N., Mohd-Rahim, F. A., </a:t>
            </a:r>
            <a:r>
              <a:rPr lang="en-US" sz="1400" b="0" i="0" err="1">
                <a:solidFill>
                  <a:schemeClr val="bg1"/>
                </a:solidFill>
                <a:effectLst/>
                <a:latin typeface="Times New Roman" panose="02020603050405020304" pitchFamily="18" charset="0"/>
                <a:ea typeface="Tahoma" panose="020B0604030504040204" pitchFamily="34" charset="0"/>
                <a:cs typeface="Times New Roman" panose="02020603050405020304" pitchFamily="18" charset="0"/>
              </a:rPr>
              <a:t>Sulaiman</a:t>
            </a:r>
            <a:r>
              <a:rPr lang="en-US" sz="1400" b="0" i="0">
                <a:solidFill>
                  <a:schemeClr val="bg1"/>
                </a:solidFill>
                <a:effectLst/>
                <a:latin typeface="Times New Roman" panose="02020603050405020304" pitchFamily="18" charset="0"/>
                <a:ea typeface="Tahoma" panose="020B0604030504040204" pitchFamily="34" charset="0"/>
                <a:cs typeface="Times New Roman" panose="02020603050405020304" pitchFamily="18" charset="0"/>
              </a:rPr>
              <a:t>, S., Abd-Karim, S. B., &amp; Hamzah, A. (2017). Factors affecting the demand of affordable housing among the middle-	income groups in </a:t>
            </a:r>
            <a:r>
              <a:rPr lang="en-US" sz="1400" b="0" i="0" err="1">
                <a:solidFill>
                  <a:schemeClr val="bg1"/>
                </a:solidFill>
                <a:effectLst/>
                <a:latin typeface="Times New Roman" panose="02020603050405020304" pitchFamily="18" charset="0"/>
                <a:ea typeface="Tahoma" panose="020B0604030504040204" pitchFamily="34" charset="0"/>
                <a:cs typeface="Times New Roman" panose="02020603050405020304" pitchFamily="18" charset="0"/>
              </a:rPr>
              <a:t>Klang</a:t>
            </a:r>
            <a:r>
              <a:rPr lang="en-US" sz="1400" b="0" i="0">
                <a:solidFill>
                  <a:schemeClr val="bg1"/>
                </a:solidFill>
                <a:effectLst/>
                <a:latin typeface="Times New Roman" panose="02020603050405020304" pitchFamily="18" charset="0"/>
                <a:ea typeface="Tahoma" panose="020B0604030504040204" pitchFamily="34" charset="0"/>
                <a:cs typeface="Times New Roman" panose="02020603050405020304" pitchFamily="18" charset="0"/>
              </a:rPr>
              <a:t> Valley Malaysia. </a:t>
            </a:r>
            <a:r>
              <a:rPr lang="en-US" sz="1400" b="0" i="1">
                <a:solidFill>
                  <a:schemeClr val="bg1"/>
                </a:solidFill>
                <a:effectLst/>
                <a:latin typeface="Times New Roman" panose="02020603050405020304" pitchFamily="18" charset="0"/>
                <a:ea typeface="Tahoma" panose="020B0604030504040204" pitchFamily="34" charset="0"/>
                <a:cs typeface="Times New Roman" panose="02020603050405020304" pitchFamily="18" charset="0"/>
              </a:rPr>
              <a:t>Journal of Design and Built Environment</a:t>
            </a:r>
            <a:r>
              <a:rPr lang="en-US" sz="1400" b="0" i="0">
                <a:solidFill>
                  <a:schemeClr val="bg1"/>
                </a:solidFill>
                <a:effectLst/>
                <a:latin typeface="Times New Roman" panose="02020603050405020304" pitchFamily="18" charset="0"/>
                <a:ea typeface="Tahoma" panose="020B0604030504040204" pitchFamily="34" charset="0"/>
                <a:cs typeface="Times New Roman" panose="02020603050405020304" pitchFamily="18" charset="0"/>
              </a:rPr>
              <a:t>, 1-10. </a:t>
            </a:r>
            <a:r>
              <a:rPr lang="en-MY" sz="1400" b="0" i="0" u="sng">
                <a:solidFill>
                  <a:srgbClr val="165BA8"/>
                </a:solidFill>
                <a:effectLst/>
                <a:latin typeface="Source Sans Pro" panose="020B0503030403020204" pitchFamily="34" charset="0"/>
              </a:rPr>
              <a:t>https://doi.org/10.22452/jdbe.sp2017no1.1</a:t>
            </a:r>
            <a:endParaRPr lang="en-MY" sz="1400">
              <a:solidFill>
                <a:schemeClr val="bg1"/>
              </a:solidFill>
              <a:effectLst/>
              <a:latin typeface="Times New Roman" panose="02020603050405020304" pitchFamily="18" charset="0"/>
              <a:ea typeface="Tahoma" panose="020B0604030504040204" pitchFamily="34" charset="0"/>
              <a:cs typeface="Times New Roman" panose="02020603050405020304" pitchFamily="18" charset="0"/>
            </a:endParaRPr>
          </a:p>
          <a:p>
            <a:pPr algn="just"/>
            <a:endParaRPr lang="en-MY" sz="1400">
              <a:solidFill>
                <a:schemeClr val="bg1"/>
              </a:solidFill>
            </a:endParaRPr>
          </a:p>
        </p:txBody>
      </p:sp>
    </p:spTree>
    <p:extLst>
      <p:ext uri="{BB962C8B-B14F-4D97-AF65-F5344CB8AC3E}">
        <p14:creationId xmlns:p14="http://schemas.microsoft.com/office/powerpoint/2010/main" val="4265260382"/>
      </p:ext>
    </p:extLst>
  </p:cSld>
  <p:clrMapOvr>
    <a:masterClrMapping/>
  </p:clrMapOvr>
</p:sld>
</file>

<file path=ppt/theme/theme1.xml><?xml version="1.0" encoding="utf-8"?>
<a:theme xmlns:a="http://schemas.openxmlformats.org/drawingml/2006/main" name="ChronicleVTI">
  <a:themeElements>
    <a:clrScheme name="ChronicleVTI">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ChronicleVTI">
      <a:majorFont>
        <a:latin typeface="Univers Condensed"/>
        <a:ea typeface=""/>
        <a:cs typeface=""/>
      </a:majorFont>
      <a:minorFont>
        <a:latin typeface="Calisto MT" panose="02040603050505030304"/>
        <a:ea typeface=""/>
        <a:cs typeface=""/>
      </a:minorFont>
    </a:fontScheme>
    <a:fmtScheme name="Chronicl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34FD3B1-53CD-4A5C-943C-C44DFF248C3E}" vid="{19A790DA-2E4D-4134-98A6-7DECB1A1B8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54</Slides>
  <Notes>51</Notes>
  <HiddenSlides>0</HiddenSlide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ChronicleVTI</vt:lpstr>
      <vt:lpstr>PowerPoint Presentation</vt:lpstr>
      <vt:lpstr>overview</vt:lpstr>
      <vt:lpstr>overview</vt:lpstr>
      <vt:lpstr>PowerPoint Presentation</vt:lpstr>
      <vt:lpstr>PowerPoint Presentation</vt:lpstr>
      <vt:lpstr>PowerPoint Presentation</vt:lpstr>
      <vt:lpstr>PowerPoint Presentation</vt:lpstr>
      <vt:lpstr>overview</vt:lpstr>
      <vt:lpstr>overview</vt:lpstr>
      <vt:lpstr>PowerPoint Presentation</vt:lpstr>
      <vt:lpstr>overview</vt:lpstr>
      <vt:lpstr>overview</vt:lpstr>
      <vt:lpstr>PowerPoint Presentation</vt:lpstr>
      <vt:lpstr>The fitst 3 data of our dataset  in malaysia_house_rental_price_data.csv is as follows:</vt:lpstr>
      <vt:lpstr>PowerPoint Presentation</vt:lpstr>
      <vt:lpstr>PowerPoint Presentation</vt:lpstr>
      <vt:lpstr>Thus, we end up with:</vt:lpstr>
      <vt:lpstr>overview</vt:lpstr>
      <vt:lpstr>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overview</vt:lpstr>
      <vt:lpstr>overview</vt:lpstr>
      <vt:lpstr>PowerPoint Presentation</vt:lpstr>
      <vt:lpstr>Data correlation at a Glance</vt:lpstr>
      <vt:lpstr>Modelling</vt:lpstr>
      <vt:lpstr>Polynomial regression model of monthly rent and completion year</vt:lpstr>
      <vt:lpstr>Random forest regressor model of monthly rent and completion year</vt:lpstr>
      <vt:lpstr>PowerPoint Presentation</vt:lpstr>
      <vt:lpstr>overview</vt:lpstr>
      <vt:lpstr>overview</vt:lpstr>
      <vt:lpstr>PowerPoint Presentation</vt:lpstr>
      <vt:lpstr>PowerPoint Presentation</vt:lpstr>
      <vt:lpstr>PowerPoint Presentation</vt:lpstr>
      <vt:lpstr>For rental, the specific requirement could be inserted to the equation, and it could present a tenant either the locus, that is available, or the rental price (if specified the location) The equation of hyperplane based on all the 7 significant factors that affect the rent:</vt:lpstr>
      <vt:lpstr>PowerPoint Presentation</vt:lpstr>
      <vt:lpstr>overview</vt:lpstr>
      <vt:lpstr>overview</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CHOW CHUN KEI</dc:creator>
  <cp:revision>2</cp:revision>
  <dcterms:created xsi:type="dcterms:W3CDTF">2024-05-17T07:59:03Z</dcterms:created>
  <dcterms:modified xsi:type="dcterms:W3CDTF">2024-05-25T05:42:11Z</dcterms:modified>
</cp:coreProperties>
</file>